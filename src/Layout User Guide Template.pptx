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2_0.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345_8EE073F1.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omments/modernComment_31B_ADBA0759.xml" ContentType="application/vnd.ms-powerpoint.comment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9" r:id="rId2"/>
  </p:sldMasterIdLst>
  <p:notesMasterIdLst>
    <p:notesMasterId r:id="rId67"/>
  </p:notesMasterIdLst>
  <p:sldIdLst>
    <p:sldId id="256" r:id="rId3"/>
    <p:sldId id="259" r:id="rId4"/>
    <p:sldId id="777" r:id="rId5"/>
    <p:sldId id="778" r:id="rId6"/>
    <p:sldId id="785" r:id="rId7"/>
    <p:sldId id="811" r:id="rId8"/>
    <p:sldId id="258" r:id="rId9"/>
    <p:sldId id="647" r:id="rId10"/>
    <p:sldId id="265" r:id="rId11"/>
    <p:sldId id="648" r:id="rId12"/>
    <p:sldId id="284" r:id="rId13"/>
    <p:sldId id="649" r:id="rId14"/>
    <p:sldId id="755" r:id="rId15"/>
    <p:sldId id="267" r:id="rId16"/>
    <p:sldId id="837" r:id="rId17"/>
    <p:sldId id="838" r:id="rId18"/>
    <p:sldId id="408" r:id="rId19"/>
    <p:sldId id="278" r:id="rId20"/>
    <p:sldId id="852" r:id="rId21"/>
    <p:sldId id="853" r:id="rId22"/>
    <p:sldId id="854" r:id="rId23"/>
    <p:sldId id="842" r:id="rId24"/>
    <p:sldId id="844" r:id="rId25"/>
    <p:sldId id="292" r:id="rId26"/>
    <p:sldId id="409" r:id="rId27"/>
    <p:sldId id="839" r:id="rId28"/>
    <p:sldId id="293" r:id="rId29"/>
    <p:sldId id="507" r:id="rId30"/>
    <p:sldId id="586" r:id="rId31"/>
    <p:sldId id="587" r:id="rId32"/>
    <p:sldId id="657" r:id="rId33"/>
    <p:sldId id="427" r:id="rId34"/>
    <p:sldId id="432" r:id="rId35"/>
    <p:sldId id="588" r:id="rId36"/>
    <p:sldId id="795" r:id="rId37"/>
    <p:sldId id="796" r:id="rId38"/>
    <p:sldId id="797" r:id="rId39"/>
    <p:sldId id="849" r:id="rId40"/>
    <p:sldId id="850" r:id="rId41"/>
    <p:sldId id="801" r:id="rId42"/>
    <p:sldId id="428" r:id="rId43"/>
    <p:sldId id="508" r:id="rId44"/>
    <p:sldId id="851" r:id="rId45"/>
    <p:sldId id="786" r:id="rId46"/>
    <p:sldId id="787" r:id="rId47"/>
    <p:sldId id="863" r:id="rId48"/>
    <p:sldId id="864" r:id="rId49"/>
    <p:sldId id="865" r:id="rId50"/>
    <p:sldId id="866" r:id="rId51"/>
    <p:sldId id="867" r:id="rId52"/>
    <p:sldId id="868" r:id="rId53"/>
    <p:sldId id="869" r:id="rId54"/>
    <p:sldId id="870" r:id="rId55"/>
    <p:sldId id="871" r:id="rId56"/>
    <p:sldId id="872" r:id="rId57"/>
    <p:sldId id="873" r:id="rId58"/>
    <p:sldId id="874" r:id="rId59"/>
    <p:sldId id="875" r:id="rId60"/>
    <p:sldId id="876" r:id="rId61"/>
    <p:sldId id="878" r:id="rId62"/>
    <p:sldId id="879" r:id="rId63"/>
    <p:sldId id="880" r:id="rId64"/>
    <p:sldId id="881" r:id="rId65"/>
    <p:sldId id="882" r:id="rId66"/>
  </p:sldIdLst>
  <p:sldSz cx="12192000" cy="6858000"/>
  <p:notesSz cx="6858000" cy="9144000"/>
  <p:embeddedFontLst>
    <p:embeddedFont>
      <p:font typeface="Cambria" panose="02040503050406030204" pitchFamily="18" charset="0"/>
      <p:regular r:id="rId68"/>
      <p:bold r:id="rId69"/>
      <p:italic r:id="rId70"/>
      <p:boldItalic r:id="rId71"/>
    </p:embeddedFont>
    <p:embeddedFont>
      <p:font typeface="Poppins" panose="00000500000000000000" pitchFamily="2" charset="0"/>
      <p:regular r:id="rId72"/>
      <p:bold r:id="rId73"/>
      <p:boldItalic r:id="rId74"/>
    </p:embeddedFont>
    <p:embeddedFont>
      <p:font typeface="Quattrocento Sans" panose="020B0502050000020003" pitchFamily="34" charset="0"/>
      <p:regular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5" orient="horz" pos="3113" userDrawn="1">
          <p15:clr>
            <a:srgbClr val="A4A3A4"/>
          </p15:clr>
        </p15:guide>
        <p15:guide id="7" pos="5813" userDrawn="1">
          <p15:clr>
            <a:srgbClr val="A4A3A4"/>
          </p15:clr>
        </p15:guide>
        <p15:guide id="8" pos="3568" userDrawn="1">
          <p15:clr>
            <a:srgbClr val="A4A3A4"/>
          </p15:clr>
        </p15:guide>
        <p15:guide id="9" orient="horz" pos="182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422" roundtripDataSignature="AMtx7mggxi1tCWr47ef1JJg0Frx4SMWZbw=="/>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210BD33-69D5-3A1A-E2F4-BED575C919F7}" name="walt.obrador@splitsecondresearch.com" initials="w" userId="73603626a394a5fe" providerId="Windows Live"/>
  <p188:author id="{95582667-6102-27E7-ED8E-01A166EB4B6B}" name="Guest User" initials="GU" userId="Guest User" providerId="Windows Live"/>
  <p188:author id="{B147779A-02D5-8FB5-3518-AEFD4E5B1A16}" name="waltjazleyobrador.ssr@gmail.com" initials="w" userId="2a992304255837d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01A8A"/>
    <a:srgbClr val="FCFBFF"/>
    <a:srgbClr val="901A9A"/>
    <a:srgbClr val="A02896"/>
    <a:srgbClr val="E17F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6247" autoAdjust="0"/>
  </p:normalViewPr>
  <p:slideViewPr>
    <p:cSldViewPr snapToGrid="0" showGuides="1">
      <p:cViewPr varScale="1">
        <p:scale>
          <a:sx n="68" d="100"/>
          <a:sy n="68" d="100"/>
        </p:scale>
        <p:origin x="924" y="60"/>
      </p:cViewPr>
      <p:guideLst>
        <p:guide orient="horz" pos="3113"/>
        <p:guide pos="5813"/>
        <p:guide pos="3568"/>
        <p:guide orient="horz" pos="1820"/>
      </p:guideLst>
    </p:cSldViewPr>
  </p:slid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66" d="100"/>
          <a:sy n="66"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font" Target="fonts/font1.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font" Target="fonts/font7.fntdata"/><Relationship Id="rId5" Type="http://schemas.openxmlformats.org/officeDocument/2006/relationships/slide" Target="slides/slide3.xml"/><Relationship Id="rId61" Type="http://schemas.openxmlformats.org/officeDocument/2006/relationships/slide" Target="slides/slide59.xml"/><Relationship Id="rId423"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font" Target="fonts/font2.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5.fntdata"/><Relationship Id="rId426"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3.fntdata"/><Relationship Id="rId75"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4.xml"/><Relationship Id="rId424" Type="http://schemas.openxmlformats.org/officeDocument/2006/relationships/viewProps" Target="viewProps.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422" Type="http://customschemas.google.com/relationships/presentationmetadata" Target="metadata"/><Relationship Id="rId427" Type="http://schemas.microsoft.com/office/2018/10/relationships/authors" Target="author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font" Target="fonts/font4.fntdata"/><Relationship Id="rId425"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comments/modernComment_31B_ADBA0759.xml><?xml version="1.0" encoding="utf-8"?>
<p188:cmLst xmlns:a="http://schemas.openxmlformats.org/drawingml/2006/main" xmlns:r="http://schemas.openxmlformats.org/officeDocument/2006/relationships" xmlns:p188="http://schemas.microsoft.com/office/powerpoint/2018/8/main">
  <p188:cm id="{F16F2B29-05F7-43A1-9E90-B399CE7B7666}" authorId="{1210BD33-69D5-3A1A-E2F4-BED575C919F7}" created="2026-09-04T12:20:30.222">
    <pc:sldMkLst xmlns:pc="http://schemas.microsoft.com/office/powerpoint/2013/main/command">
      <pc:docMk/>
      <pc:sldMk cId="2914649945" sldId="795"/>
    </pc:sldMkLst>
    <p188:txBody>
      <a:bodyPr/>
      <a:lstStyle/>
      <a:p>
        <a:r>
          <a:rPr lang="en-PH"/>
          <a:t>TBU, kay wala pani nga feature sa New Products pop-up modal.</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82C025B8-AF4A-4D08-9EDE-32FD1F8823FE}" authorId="{95582667-6102-27E7-ED8E-01A166EB4B6B}" status="resolved" created="2026-04-27T08:37:55.737" complete="100000">
    <pc:sldMkLst xmlns:pc="http://schemas.microsoft.com/office/powerpoint/2013/main/command">
      <pc:docMk/>
      <pc:sldMk cId="0" sldId="258"/>
    </pc:sldMkLst>
    <p188:txBody>
      <a:bodyPr/>
      <a:lstStyle/>
      <a:p>
        <a:r>
          <a:rPr lang="en-US"/>
          <a:t>Check on the website for the platform description and for what other features this platform could do: https://splitsecondresearch.co.uk/imprint-findability/</a:t>
        </a:r>
      </a:p>
    </p188:txBody>
    <p188:extLst>
      <p:ext xmlns:p="http://schemas.openxmlformats.org/presentationml/2006/main" uri="{57CB4572-C831-44C2-8A1C-0ADB6CCDFE69}">
        <p223:reactions xmlns:p223="http://schemas.microsoft.com/office/powerpoint/2022/03/main">
          <p223:rxn type="👍">
            <p223:instance time="2026-04-27T14:48:06.011" authorId="{B147779A-02D5-8FB5-3518-AEFD4E5B1A16}"/>
          </p223:rxn>
        </p223:reactions>
      </p:ext>
    </p188:extLst>
  </p188:cm>
</p188:cmLst>
</file>

<file path=ppt/comments/modernComment_345_8EE073F1.xml><?xml version="1.0" encoding="utf-8"?>
<p188:cmLst xmlns:a="http://schemas.openxmlformats.org/drawingml/2006/main" xmlns:r="http://schemas.openxmlformats.org/officeDocument/2006/relationships" xmlns:p188="http://schemas.microsoft.com/office/powerpoint/2018/8/main">
  <p188:cm id="{6EDBC6F1-A8E8-4C7E-A13E-442DC556455E}" authorId="{1210BD33-69D5-3A1A-E2F4-BED575C919F7}" created="2026-09-03T06:12:04.141">
    <ac:txMkLst xmlns:ac="http://schemas.microsoft.com/office/drawing/2013/main/command">
      <pc:docMk xmlns:pc="http://schemas.microsoft.com/office/powerpoint/2013/main/command"/>
      <pc:sldMk xmlns:pc="http://schemas.microsoft.com/office/powerpoint/2013/main/command" cId="2397074417" sldId="837"/>
      <ac:spMk id="3" creationId="{5D276F80-D463-591D-BF7E-15E2EA896076}"/>
      <ac:txMk cp="698" len="70">
        <ac:context len="873" hash="2167577344"/>
      </ac:txMk>
    </ac:txMkLst>
    <p188:pos x="2710307" y="3671252"/>
    <p188:txBody>
      <a:bodyPr/>
      <a:lstStyle/>
      <a:p>
        <a:r>
          <a:rPr lang="en-PH"/>
          <a:t>Ask sir don about the capabilities of AI Assistant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
        <p:nvSpPr>
          <p:cNvPr id="168" name="Google Shape;16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
        <p:nvSpPr>
          <p:cNvPr id="188" name="Google Shape;18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1D676AEF-CBD8-6A21-6BB3-E422202844F4}"/>
            </a:ext>
          </a:extLst>
        </p:cNvPr>
        <p:cNvGrpSpPr/>
        <p:nvPr/>
      </p:nvGrpSpPr>
      <p:grpSpPr>
        <a:xfrm>
          <a:off x="0" y="0"/>
          <a:ext cx="0" cy="0"/>
          <a:chOff x="0" y="0"/>
          <a:chExt cx="0" cy="0"/>
        </a:xfrm>
      </p:grpSpPr>
      <p:sp>
        <p:nvSpPr>
          <p:cNvPr id="187" name="Google Shape;187;p2:notes">
            <a:extLst>
              <a:ext uri="{FF2B5EF4-FFF2-40B4-BE49-F238E27FC236}">
                <a16:creationId xmlns:a16="http://schemas.microsoft.com/office/drawing/2014/main" id="{77DFD9BE-667E-A9CB-0203-AAE5C31ACDA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
        <p:nvSpPr>
          <p:cNvPr id="188" name="Google Shape;188;p2:notes">
            <a:extLst>
              <a:ext uri="{FF2B5EF4-FFF2-40B4-BE49-F238E27FC236}">
                <a16:creationId xmlns:a16="http://schemas.microsoft.com/office/drawing/2014/main" id="{D224D27D-219F-C4C6-D7E1-67AC64434DD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p2:notes">
            <a:extLst>
              <a:ext uri="{FF2B5EF4-FFF2-40B4-BE49-F238E27FC236}">
                <a16:creationId xmlns:a16="http://schemas.microsoft.com/office/drawing/2014/main" id="{69BD4283-591F-A582-4E7B-5308671C718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extLst>
      <p:ext uri="{BB962C8B-B14F-4D97-AF65-F5344CB8AC3E}">
        <p14:creationId xmlns:p14="http://schemas.microsoft.com/office/powerpoint/2010/main" val="16691594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0F910EEE-505B-A787-DFAB-DB6AE18062B0}"/>
            </a:ext>
          </a:extLst>
        </p:cNvPr>
        <p:cNvGrpSpPr/>
        <p:nvPr/>
      </p:nvGrpSpPr>
      <p:grpSpPr>
        <a:xfrm>
          <a:off x="0" y="0"/>
          <a:ext cx="0" cy="0"/>
          <a:chOff x="0" y="0"/>
          <a:chExt cx="0" cy="0"/>
        </a:xfrm>
      </p:grpSpPr>
      <p:sp>
        <p:nvSpPr>
          <p:cNvPr id="187" name="Google Shape;187;p2:notes">
            <a:extLst>
              <a:ext uri="{FF2B5EF4-FFF2-40B4-BE49-F238E27FC236}">
                <a16:creationId xmlns:a16="http://schemas.microsoft.com/office/drawing/2014/main" id="{3498149B-2A25-044F-C4AA-A77EE847C7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
        <p:nvSpPr>
          <p:cNvPr id="188" name="Google Shape;188;p2:notes">
            <a:extLst>
              <a:ext uri="{FF2B5EF4-FFF2-40B4-BE49-F238E27FC236}">
                <a16:creationId xmlns:a16="http://schemas.microsoft.com/office/drawing/2014/main" id="{55E4CDF6-16C1-7ACD-6D95-7410122575F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p2:notes">
            <a:extLst>
              <a:ext uri="{FF2B5EF4-FFF2-40B4-BE49-F238E27FC236}">
                <a16:creationId xmlns:a16="http://schemas.microsoft.com/office/drawing/2014/main" id="{ADCA6039-6E60-FEDC-71C5-41E344663AA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extLst>
      <p:ext uri="{BB962C8B-B14F-4D97-AF65-F5344CB8AC3E}">
        <p14:creationId xmlns:p14="http://schemas.microsoft.com/office/powerpoint/2010/main" val="22540121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D9E53EAE-A7F2-08A4-C36F-E9CE8E0B15E3}"/>
            </a:ext>
          </a:extLst>
        </p:cNvPr>
        <p:cNvGrpSpPr/>
        <p:nvPr/>
      </p:nvGrpSpPr>
      <p:grpSpPr>
        <a:xfrm>
          <a:off x="0" y="0"/>
          <a:ext cx="0" cy="0"/>
          <a:chOff x="0" y="0"/>
          <a:chExt cx="0" cy="0"/>
        </a:xfrm>
      </p:grpSpPr>
      <p:sp>
        <p:nvSpPr>
          <p:cNvPr id="187" name="Google Shape;187;p2:notes">
            <a:extLst>
              <a:ext uri="{FF2B5EF4-FFF2-40B4-BE49-F238E27FC236}">
                <a16:creationId xmlns:a16="http://schemas.microsoft.com/office/drawing/2014/main" id="{AAD3299D-0C97-CE98-B3A3-569FDD5572B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
        <p:nvSpPr>
          <p:cNvPr id="188" name="Google Shape;188;p2:notes">
            <a:extLst>
              <a:ext uri="{FF2B5EF4-FFF2-40B4-BE49-F238E27FC236}">
                <a16:creationId xmlns:a16="http://schemas.microsoft.com/office/drawing/2014/main" id="{1B0ED2E4-3FD5-02D2-2BD3-E89AD621CD7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p2:notes">
            <a:extLst>
              <a:ext uri="{FF2B5EF4-FFF2-40B4-BE49-F238E27FC236}">
                <a16:creationId xmlns:a16="http://schemas.microsoft.com/office/drawing/2014/main" id="{F7600C49-F0DB-F353-703C-C8AD7720700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extLst>
      <p:ext uri="{BB962C8B-B14F-4D97-AF65-F5344CB8AC3E}">
        <p14:creationId xmlns:p14="http://schemas.microsoft.com/office/powerpoint/2010/main" val="3309529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AC9C71D8-3A6E-9B4E-C213-2B98335C224A}"/>
            </a:ext>
          </a:extLst>
        </p:cNvPr>
        <p:cNvGrpSpPr/>
        <p:nvPr/>
      </p:nvGrpSpPr>
      <p:grpSpPr>
        <a:xfrm>
          <a:off x="0" y="0"/>
          <a:ext cx="0" cy="0"/>
          <a:chOff x="0" y="0"/>
          <a:chExt cx="0" cy="0"/>
        </a:xfrm>
      </p:grpSpPr>
      <p:sp>
        <p:nvSpPr>
          <p:cNvPr id="187" name="Google Shape;187;p2:notes">
            <a:extLst>
              <a:ext uri="{FF2B5EF4-FFF2-40B4-BE49-F238E27FC236}">
                <a16:creationId xmlns:a16="http://schemas.microsoft.com/office/drawing/2014/main" id="{45BAE62D-FF14-B0D8-CC6E-76BC549A2D1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
        <p:nvSpPr>
          <p:cNvPr id="188" name="Google Shape;188;p2:notes">
            <a:extLst>
              <a:ext uri="{FF2B5EF4-FFF2-40B4-BE49-F238E27FC236}">
                <a16:creationId xmlns:a16="http://schemas.microsoft.com/office/drawing/2014/main" id="{13F30B4C-E0FB-89C9-6C56-65060A8618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p2:notes">
            <a:extLst>
              <a:ext uri="{FF2B5EF4-FFF2-40B4-BE49-F238E27FC236}">
                <a16:creationId xmlns:a16="http://schemas.microsoft.com/office/drawing/2014/main" id="{3524DB30-BC0F-89B2-118F-FA993227CFC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extLst>
      <p:ext uri="{BB962C8B-B14F-4D97-AF65-F5344CB8AC3E}">
        <p14:creationId xmlns:p14="http://schemas.microsoft.com/office/powerpoint/2010/main" val="11208325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2" name="Google Shape;182;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a:extLst>
            <a:ext uri="{FF2B5EF4-FFF2-40B4-BE49-F238E27FC236}">
              <a16:creationId xmlns:a16="http://schemas.microsoft.com/office/drawing/2014/main" id="{8DCDCD35-163C-A82F-137C-23DF94137D8C}"/>
            </a:ext>
          </a:extLst>
        </p:cNvPr>
        <p:cNvGrpSpPr/>
        <p:nvPr/>
      </p:nvGrpSpPr>
      <p:grpSpPr>
        <a:xfrm>
          <a:off x="0" y="0"/>
          <a:ext cx="0" cy="0"/>
          <a:chOff x="0" y="0"/>
          <a:chExt cx="0" cy="0"/>
        </a:xfrm>
      </p:grpSpPr>
      <p:sp>
        <p:nvSpPr>
          <p:cNvPr id="278" name="Google Shape;278;p67:notes">
            <a:extLst>
              <a:ext uri="{FF2B5EF4-FFF2-40B4-BE49-F238E27FC236}">
                <a16:creationId xmlns:a16="http://schemas.microsoft.com/office/drawing/2014/main" id="{8018864C-4E22-392E-7812-0DCEB1E0E43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79" name="Google Shape;279;p67:notes">
            <a:extLst>
              <a:ext uri="{FF2B5EF4-FFF2-40B4-BE49-F238E27FC236}">
                <a16:creationId xmlns:a16="http://schemas.microsoft.com/office/drawing/2014/main" id="{F3F13C53-BD06-F7DB-2FB5-B4CFF8DA79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1369483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9" name="Google Shape;279;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a:extLst>
            <a:ext uri="{FF2B5EF4-FFF2-40B4-BE49-F238E27FC236}">
              <a16:creationId xmlns:a16="http://schemas.microsoft.com/office/drawing/2014/main" id="{C374B7C3-5C41-C769-B624-61BD628C572E}"/>
            </a:ext>
          </a:extLst>
        </p:cNvPr>
        <p:cNvGrpSpPr/>
        <p:nvPr/>
      </p:nvGrpSpPr>
      <p:grpSpPr>
        <a:xfrm>
          <a:off x="0" y="0"/>
          <a:ext cx="0" cy="0"/>
          <a:chOff x="0" y="0"/>
          <a:chExt cx="0" cy="0"/>
        </a:xfrm>
      </p:grpSpPr>
      <p:sp>
        <p:nvSpPr>
          <p:cNvPr id="278" name="Google Shape;278;p67:notes">
            <a:extLst>
              <a:ext uri="{FF2B5EF4-FFF2-40B4-BE49-F238E27FC236}">
                <a16:creationId xmlns:a16="http://schemas.microsoft.com/office/drawing/2014/main" id="{66F8B94B-9B2C-A392-2ABD-A43DC7EFA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9" name="Google Shape;279;p67:notes">
            <a:extLst>
              <a:ext uri="{FF2B5EF4-FFF2-40B4-BE49-F238E27FC236}">
                <a16:creationId xmlns:a16="http://schemas.microsoft.com/office/drawing/2014/main" id="{1F4758BB-7C9F-7EF7-37F3-A9A81AA76A9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1498581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a:extLst>
            <a:ext uri="{FF2B5EF4-FFF2-40B4-BE49-F238E27FC236}">
              <a16:creationId xmlns:a16="http://schemas.microsoft.com/office/drawing/2014/main" id="{0E35C531-0F9C-BF18-5310-C2FB438E63DC}"/>
            </a:ext>
          </a:extLst>
        </p:cNvPr>
        <p:cNvGrpSpPr/>
        <p:nvPr/>
      </p:nvGrpSpPr>
      <p:grpSpPr>
        <a:xfrm>
          <a:off x="0" y="0"/>
          <a:ext cx="0" cy="0"/>
          <a:chOff x="0" y="0"/>
          <a:chExt cx="0" cy="0"/>
        </a:xfrm>
      </p:grpSpPr>
      <p:sp>
        <p:nvSpPr>
          <p:cNvPr id="278" name="Google Shape;278;p67:notes">
            <a:extLst>
              <a:ext uri="{FF2B5EF4-FFF2-40B4-BE49-F238E27FC236}">
                <a16:creationId xmlns:a16="http://schemas.microsoft.com/office/drawing/2014/main" id="{F41B23C4-FB8F-DB96-7C2A-69A963A27D0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9" name="Google Shape;279;p67:notes">
            <a:extLst>
              <a:ext uri="{FF2B5EF4-FFF2-40B4-BE49-F238E27FC236}">
                <a16:creationId xmlns:a16="http://schemas.microsoft.com/office/drawing/2014/main" id="{75A35CEE-77EC-97B5-5EFF-19DC6C317C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32494988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a:extLst>
            <a:ext uri="{FF2B5EF4-FFF2-40B4-BE49-F238E27FC236}">
              <a16:creationId xmlns:a16="http://schemas.microsoft.com/office/drawing/2014/main" id="{8ADC7284-8457-248C-84DB-AF2C6B6470DA}"/>
            </a:ext>
          </a:extLst>
        </p:cNvPr>
        <p:cNvGrpSpPr/>
        <p:nvPr/>
      </p:nvGrpSpPr>
      <p:grpSpPr>
        <a:xfrm>
          <a:off x="0" y="0"/>
          <a:ext cx="0" cy="0"/>
          <a:chOff x="0" y="0"/>
          <a:chExt cx="0" cy="0"/>
        </a:xfrm>
      </p:grpSpPr>
      <p:sp>
        <p:nvSpPr>
          <p:cNvPr id="278" name="Google Shape;278;p67:notes">
            <a:extLst>
              <a:ext uri="{FF2B5EF4-FFF2-40B4-BE49-F238E27FC236}">
                <a16:creationId xmlns:a16="http://schemas.microsoft.com/office/drawing/2014/main" id="{E62E611C-C6E6-A027-D7C6-629E75B3A0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9" name="Google Shape;279;p67:notes">
            <a:extLst>
              <a:ext uri="{FF2B5EF4-FFF2-40B4-BE49-F238E27FC236}">
                <a16:creationId xmlns:a16="http://schemas.microsoft.com/office/drawing/2014/main" id="{F8AF8DB8-E451-DB66-452D-EAF1442836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41062704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a:extLst>
            <a:ext uri="{FF2B5EF4-FFF2-40B4-BE49-F238E27FC236}">
              <a16:creationId xmlns:a16="http://schemas.microsoft.com/office/drawing/2014/main" id="{DDAA0806-55AA-5A16-52FD-1B25F5C96CD3}"/>
            </a:ext>
          </a:extLst>
        </p:cNvPr>
        <p:cNvGrpSpPr/>
        <p:nvPr/>
      </p:nvGrpSpPr>
      <p:grpSpPr>
        <a:xfrm>
          <a:off x="0" y="0"/>
          <a:ext cx="0" cy="0"/>
          <a:chOff x="0" y="0"/>
          <a:chExt cx="0" cy="0"/>
        </a:xfrm>
      </p:grpSpPr>
      <p:sp>
        <p:nvSpPr>
          <p:cNvPr id="278" name="Google Shape;278;p67:notes">
            <a:extLst>
              <a:ext uri="{FF2B5EF4-FFF2-40B4-BE49-F238E27FC236}">
                <a16:creationId xmlns:a16="http://schemas.microsoft.com/office/drawing/2014/main" id="{523D9E06-8FA9-2510-9DFD-CB8DB6783C8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9" name="Google Shape;279;p67:notes">
            <a:extLst>
              <a:ext uri="{FF2B5EF4-FFF2-40B4-BE49-F238E27FC236}">
                <a16:creationId xmlns:a16="http://schemas.microsoft.com/office/drawing/2014/main" id="{67B4DF47-7413-6955-6384-09098149260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37746335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8" name="Google Shape;36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a:extLst>
            <a:ext uri="{FF2B5EF4-FFF2-40B4-BE49-F238E27FC236}">
              <a16:creationId xmlns:a16="http://schemas.microsoft.com/office/drawing/2014/main" id="{404BE575-B12C-E07D-E6F3-002865F2D251}"/>
            </a:ext>
          </a:extLst>
        </p:cNvPr>
        <p:cNvGrpSpPr/>
        <p:nvPr/>
      </p:nvGrpSpPr>
      <p:grpSpPr>
        <a:xfrm>
          <a:off x="0" y="0"/>
          <a:ext cx="0" cy="0"/>
          <a:chOff x="0" y="0"/>
          <a:chExt cx="0" cy="0"/>
        </a:xfrm>
      </p:grpSpPr>
      <p:sp>
        <p:nvSpPr>
          <p:cNvPr id="367" name="Google Shape;367;p8:notes">
            <a:extLst>
              <a:ext uri="{FF2B5EF4-FFF2-40B4-BE49-F238E27FC236}">
                <a16:creationId xmlns:a16="http://schemas.microsoft.com/office/drawing/2014/main" id="{C6634387-2808-DA79-A459-EFEF26CBFA5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8" name="Google Shape;368;p8:notes">
            <a:extLst>
              <a:ext uri="{FF2B5EF4-FFF2-40B4-BE49-F238E27FC236}">
                <a16:creationId xmlns:a16="http://schemas.microsoft.com/office/drawing/2014/main" id="{B9E7C291-D28C-21FC-F586-81B57CC2745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38367045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a:extLst>
            <a:ext uri="{FF2B5EF4-FFF2-40B4-BE49-F238E27FC236}">
              <a16:creationId xmlns:a16="http://schemas.microsoft.com/office/drawing/2014/main" id="{004BC43E-250D-1EB5-55B5-401F949F7FDD}"/>
            </a:ext>
          </a:extLst>
        </p:cNvPr>
        <p:cNvGrpSpPr/>
        <p:nvPr/>
      </p:nvGrpSpPr>
      <p:grpSpPr>
        <a:xfrm>
          <a:off x="0" y="0"/>
          <a:ext cx="0" cy="0"/>
          <a:chOff x="0" y="0"/>
          <a:chExt cx="0" cy="0"/>
        </a:xfrm>
      </p:grpSpPr>
      <p:sp>
        <p:nvSpPr>
          <p:cNvPr id="367" name="Google Shape;367;p8:notes">
            <a:extLst>
              <a:ext uri="{FF2B5EF4-FFF2-40B4-BE49-F238E27FC236}">
                <a16:creationId xmlns:a16="http://schemas.microsoft.com/office/drawing/2014/main" id="{11462F4D-8EAD-0BF4-F969-6332BC63E6C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8" name="Google Shape;368;p8:notes">
            <a:extLst>
              <a:ext uri="{FF2B5EF4-FFF2-40B4-BE49-F238E27FC236}">
                <a16:creationId xmlns:a16="http://schemas.microsoft.com/office/drawing/2014/main" id="{32937547-7F67-C876-26AE-5F5FDEE299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3651982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2905BB70-DFE9-3EBB-3EA2-787B09010BFC}"/>
            </a:ext>
          </a:extLst>
        </p:cNvPr>
        <p:cNvGrpSpPr/>
        <p:nvPr/>
      </p:nvGrpSpPr>
      <p:grpSpPr>
        <a:xfrm>
          <a:off x="0" y="0"/>
          <a:ext cx="0" cy="0"/>
          <a:chOff x="0" y="0"/>
          <a:chExt cx="0" cy="0"/>
        </a:xfrm>
      </p:grpSpPr>
      <p:sp>
        <p:nvSpPr>
          <p:cNvPr id="451" name="Google Shape;451;p10:notes">
            <a:extLst>
              <a:ext uri="{FF2B5EF4-FFF2-40B4-BE49-F238E27FC236}">
                <a16:creationId xmlns:a16="http://schemas.microsoft.com/office/drawing/2014/main" id="{43689504-CA98-ECE7-972D-ED451D7DB99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2" name="Google Shape;452;p10:notes">
            <a:extLst>
              <a:ext uri="{FF2B5EF4-FFF2-40B4-BE49-F238E27FC236}">
                <a16:creationId xmlns:a16="http://schemas.microsoft.com/office/drawing/2014/main" id="{04046214-B636-B1E4-2D28-455A3412989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42478130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6E89F906-BF16-2A4F-6DE0-99258A4AF2D8}"/>
            </a:ext>
          </a:extLst>
        </p:cNvPr>
        <p:cNvGrpSpPr/>
        <p:nvPr/>
      </p:nvGrpSpPr>
      <p:grpSpPr>
        <a:xfrm>
          <a:off x="0" y="0"/>
          <a:ext cx="0" cy="0"/>
          <a:chOff x="0" y="0"/>
          <a:chExt cx="0" cy="0"/>
        </a:xfrm>
      </p:grpSpPr>
      <p:sp>
        <p:nvSpPr>
          <p:cNvPr id="451" name="Google Shape;451;p10:notes">
            <a:extLst>
              <a:ext uri="{FF2B5EF4-FFF2-40B4-BE49-F238E27FC236}">
                <a16:creationId xmlns:a16="http://schemas.microsoft.com/office/drawing/2014/main" id="{356DD716-0EE4-BA1D-DE71-A40CF672C59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2" name="Google Shape;452;p10:notes">
            <a:extLst>
              <a:ext uri="{FF2B5EF4-FFF2-40B4-BE49-F238E27FC236}">
                <a16:creationId xmlns:a16="http://schemas.microsoft.com/office/drawing/2014/main" id="{359FBE5E-6792-6359-54CA-CDEA79EB49A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7441611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816F7CA3-2C56-CC0F-E231-BD5A663EA2DE}"/>
            </a:ext>
          </a:extLst>
        </p:cNvPr>
        <p:cNvGrpSpPr/>
        <p:nvPr/>
      </p:nvGrpSpPr>
      <p:grpSpPr>
        <a:xfrm>
          <a:off x="0" y="0"/>
          <a:ext cx="0" cy="0"/>
          <a:chOff x="0" y="0"/>
          <a:chExt cx="0" cy="0"/>
        </a:xfrm>
      </p:grpSpPr>
      <p:sp>
        <p:nvSpPr>
          <p:cNvPr id="451" name="Google Shape;451;p10:notes">
            <a:extLst>
              <a:ext uri="{FF2B5EF4-FFF2-40B4-BE49-F238E27FC236}">
                <a16:creationId xmlns:a16="http://schemas.microsoft.com/office/drawing/2014/main" id="{AFC03A82-84A1-26A1-E1FF-B896E8FD23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2" name="Google Shape;452;p10:notes">
            <a:extLst>
              <a:ext uri="{FF2B5EF4-FFF2-40B4-BE49-F238E27FC236}">
                <a16:creationId xmlns:a16="http://schemas.microsoft.com/office/drawing/2014/main" id="{8D988311-A4E5-1D82-12D8-F19F0FB023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18529893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C7DC5C70-1B8B-9FA6-DF7D-F32922A277D6}"/>
            </a:ext>
          </a:extLst>
        </p:cNvPr>
        <p:cNvGrpSpPr/>
        <p:nvPr/>
      </p:nvGrpSpPr>
      <p:grpSpPr>
        <a:xfrm>
          <a:off x="0" y="0"/>
          <a:ext cx="0" cy="0"/>
          <a:chOff x="0" y="0"/>
          <a:chExt cx="0" cy="0"/>
        </a:xfrm>
      </p:grpSpPr>
      <p:sp>
        <p:nvSpPr>
          <p:cNvPr id="451" name="Google Shape;451;p10:notes">
            <a:extLst>
              <a:ext uri="{FF2B5EF4-FFF2-40B4-BE49-F238E27FC236}">
                <a16:creationId xmlns:a16="http://schemas.microsoft.com/office/drawing/2014/main" id="{372F9EA9-3FF8-0BAE-D2BC-830239228D1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2" name="Google Shape;452;p10:notes">
            <a:extLst>
              <a:ext uri="{FF2B5EF4-FFF2-40B4-BE49-F238E27FC236}">
                <a16:creationId xmlns:a16="http://schemas.microsoft.com/office/drawing/2014/main" id="{BA9B5974-DCE6-9896-B5EB-0232853653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32593423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815641E8-9A0E-3969-7D56-1D54F15C60D7}"/>
            </a:ext>
          </a:extLst>
        </p:cNvPr>
        <p:cNvGrpSpPr/>
        <p:nvPr/>
      </p:nvGrpSpPr>
      <p:grpSpPr>
        <a:xfrm>
          <a:off x="0" y="0"/>
          <a:ext cx="0" cy="0"/>
          <a:chOff x="0" y="0"/>
          <a:chExt cx="0" cy="0"/>
        </a:xfrm>
      </p:grpSpPr>
      <p:sp>
        <p:nvSpPr>
          <p:cNvPr id="451" name="Google Shape;451;p10:notes">
            <a:extLst>
              <a:ext uri="{FF2B5EF4-FFF2-40B4-BE49-F238E27FC236}">
                <a16:creationId xmlns:a16="http://schemas.microsoft.com/office/drawing/2014/main" id="{307E6E38-1D10-08C2-243F-9E39A3F5C0D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2" name="Google Shape;452;p10:notes">
            <a:extLst>
              <a:ext uri="{FF2B5EF4-FFF2-40B4-BE49-F238E27FC236}">
                <a16:creationId xmlns:a16="http://schemas.microsoft.com/office/drawing/2014/main" id="{16CFDD9B-6B21-9BE9-B0DD-C0B123B2E9F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40787297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5775B495-C8D4-6B51-3980-0EAAC893DBE6}"/>
            </a:ext>
          </a:extLst>
        </p:cNvPr>
        <p:cNvGrpSpPr/>
        <p:nvPr/>
      </p:nvGrpSpPr>
      <p:grpSpPr>
        <a:xfrm>
          <a:off x="0" y="0"/>
          <a:ext cx="0" cy="0"/>
          <a:chOff x="0" y="0"/>
          <a:chExt cx="0" cy="0"/>
        </a:xfrm>
      </p:grpSpPr>
      <p:sp>
        <p:nvSpPr>
          <p:cNvPr id="451" name="Google Shape;451;p10:notes">
            <a:extLst>
              <a:ext uri="{FF2B5EF4-FFF2-40B4-BE49-F238E27FC236}">
                <a16:creationId xmlns:a16="http://schemas.microsoft.com/office/drawing/2014/main" id="{FEB7813C-96FB-86CB-244D-1B3ABF36D30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2" name="Google Shape;452;p10:notes">
            <a:extLst>
              <a:ext uri="{FF2B5EF4-FFF2-40B4-BE49-F238E27FC236}">
                <a16:creationId xmlns:a16="http://schemas.microsoft.com/office/drawing/2014/main" id="{BD04E155-9B40-A81F-2AFD-5A97F69250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36562428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CD90A9FE-ECF4-1D96-F608-5E64A925A520}"/>
            </a:ext>
          </a:extLst>
        </p:cNvPr>
        <p:cNvGrpSpPr/>
        <p:nvPr/>
      </p:nvGrpSpPr>
      <p:grpSpPr>
        <a:xfrm>
          <a:off x="0" y="0"/>
          <a:ext cx="0" cy="0"/>
          <a:chOff x="0" y="0"/>
          <a:chExt cx="0" cy="0"/>
        </a:xfrm>
      </p:grpSpPr>
      <p:sp>
        <p:nvSpPr>
          <p:cNvPr id="451" name="Google Shape;451;p10:notes">
            <a:extLst>
              <a:ext uri="{FF2B5EF4-FFF2-40B4-BE49-F238E27FC236}">
                <a16:creationId xmlns:a16="http://schemas.microsoft.com/office/drawing/2014/main" id="{6895A6F2-B532-1BD2-2879-10951B7EC13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2" name="Google Shape;452;p10:notes">
            <a:extLst>
              <a:ext uri="{FF2B5EF4-FFF2-40B4-BE49-F238E27FC236}">
                <a16:creationId xmlns:a16="http://schemas.microsoft.com/office/drawing/2014/main" id="{9D2796FA-7CC2-670B-B2C5-C55C15F0B71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1905063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8B46A1FB-0A73-1925-451F-23B244761E88}"/>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B12CECC8-9407-9B1D-4C4C-6DB14E87ABB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33" name="Google Shape;433;p9:notes">
            <a:extLst>
              <a:ext uri="{FF2B5EF4-FFF2-40B4-BE49-F238E27FC236}">
                <a16:creationId xmlns:a16="http://schemas.microsoft.com/office/drawing/2014/main" id="{29DA0A8F-0971-3A0F-63FD-7BD7922B25A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40237078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795B6F26-7117-5738-985C-D7E6363BBD00}"/>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7C31EE18-5218-B912-48D8-A402D2F3487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8A4DBFEF-9A89-E21B-9C2F-C82FFB3F6E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17583749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29ADADCA-E545-AB77-09F1-2AC3B4B3859F}"/>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05F37DA2-4928-A1BF-C5BD-11D1DC435AA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6D6E1CBC-779F-48F4-27ED-2991AC024B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1295160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51D3C31B-5686-8DDD-82C1-CF9631003A89}"/>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53115726-0A7E-B795-6602-792840E0091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B2B5D38A-3C4C-6473-5A51-786A1FB3DCF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19047592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C7DCDC11-C55E-13FE-1FB7-5477AAE286EA}"/>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98A24021-F1D5-1ACD-7AE7-0CEEB11565B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0D59A496-6C06-9D26-986B-4F4E005BFD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38057601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9046005F-2197-3F80-3E08-D096589FB998}"/>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A8B60ED7-1147-B18A-6019-F7DE050FCBE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5E33116C-13E7-6B87-53FD-1B3FBC4A57A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32226941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E0F45C86-6E96-941C-6ADA-313C1717C632}"/>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A3DD70E3-BFEC-694D-C378-1AC1DFDA928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5654EDA9-D0A8-E848-032B-278BA788233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866639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C063491A-9781-6EA1-D538-68A80DEECBE4}"/>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4632F329-6EEC-91DF-75DF-B6E584995B0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D86EA22E-FCC3-6B3C-1C08-56A8BF282CE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21258325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C8DB49AD-DC3A-6310-72B7-BBF0A429DAEB}"/>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E7D06603-EFC0-3158-3DB6-5CDCB394200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C7A3DF84-0F1B-C11A-4386-31061CF55B0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37342892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B792D369-7626-45A7-B1E7-04E1F8840DF0}"/>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4E06512B-F418-692A-85B5-A7FE6C05E74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8E99E2F1-C73B-FAB1-22DF-52E17C5E3B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19296899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3DB1AC27-353B-AB96-5413-E591E57F30E9}"/>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3D7510FC-DC21-FFE4-6434-22643A57A7A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90EBA461-1711-3C64-2996-771592256C3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4565004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8CC1DE40-1773-04C7-D023-747D4CDC6A48}"/>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3AD5663A-C310-E05C-8493-280CE6985F3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207252D8-74D7-9A14-892B-8B057404E5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15773739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6E4C3457-3E5E-E5EC-8103-AF64346EF5E5}"/>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C569762D-4073-ED7F-2145-132BA0955C5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AF894126-E145-B5CD-FCA3-3FA74F90FC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9108759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52BC245F-AB61-15A0-9D52-94768FF47F77}"/>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255AFC2E-FE27-CBFA-D775-CEA61C05E83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B55B7F9C-0A2D-2E3A-20D3-83221C34F60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32628182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E3F5C43F-12D2-B82E-E1EB-0A49305F9EE2}"/>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C84E5399-D69A-DF00-E3A1-73D4573A739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46D98B8F-76FB-9204-54E2-7683331ADE5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7864882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31A8630B-59F0-6EBE-3DA9-6AF29D319B67}"/>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F4EBFACB-4F92-9DDB-22E2-9280A46B081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5C96CFE6-E794-BC5E-2CCD-2FCD6CD21C7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3570316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87420EEF-4478-CAAA-9993-049E68FCC6B9}"/>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122F03EE-EE13-5039-5696-4F7C99B3337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09B7BB8F-1129-9DD5-0878-56740FAE9C7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3059193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82F92D6A-2224-FCFE-BB97-50EF5568F79D}"/>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8D6E7BF6-2016-16AB-5860-03128F79993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52510E15-3821-2B0F-B9C0-23C907A7C98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22822016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F2903A29-B9E3-136F-798A-06095F51C814}"/>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0293FEB4-8055-CE6C-C128-EB63931C412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3D3BC5E8-1420-6194-639A-B68538B0D6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10445325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F865F2FE-9DD8-1C36-B7FB-DAE50DB85AFD}"/>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8FFBF437-9B09-7D82-0130-B3A8A8CA8AC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7DFAC842-6C17-F010-62AF-A74B7892835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5747121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E4668C1F-7600-77D5-B8CE-7A108AC8FAB4}"/>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100115CE-9255-DE18-8507-1F19194401B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10299ED0-0289-10A7-08B1-8AF3A929A3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204142907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65C7AF1B-9038-EE7A-91BD-894014FC4950}"/>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21557FEB-6C2E-872E-9220-CC3B12E93E9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88003478-120F-67CC-05CB-519394A3F9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32637242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75A5507A-E2F9-BDCB-9DB6-C26444CC9762}"/>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A6992EF6-A95B-5DFC-25A6-5CA1A20CC83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131797BC-0B9A-C35E-937C-0E698B60EC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40483222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E294000D-97A2-5A1F-E385-AFCC066FF084}"/>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885BA142-F060-AF40-5FA0-C96ABC9A1C5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BB4AFB9B-29A8-65A3-F15E-520F36D2B4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199695230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E19DE0D0-0D62-0C73-421A-BAE06179E5DA}"/>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E091B67B-588A-611B-9074-8163C345BC1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49770974-1E26-B7F5-9FEB-070A7CDDDC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9144734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4FBDD2A1-0D53-C69D-1DDF-3227D578516B}"/>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97D7B3F0-A2BC-95B6-51AE-F89CE1EE079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0AD74F7A-50FF-0273-6B5F-20DCDFE26AD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42723630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3DFA26B3-7267-B421-A4BA-CE941EB3BDE2}"/>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267D643F-80C9-6EC1-A3BF-2877EAD5996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ECD3B5E9-4917-70C9-DA47-810B0690CA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305903701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DAD5C12F-D31F-B464-FDF0-0D8004E43D88}"/>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C4A3588B-2B25-D301-FC78-5372B1FE5BE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CB9A54A3-C54E-F75B-50B3-4D7AD941AD1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21227191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3814F5CE-D9FC-3B1A-F496-A63DF0B26FF5}"/>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0FB4098E-03DA-1BB7-8DDA-52526F1B1C1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862DC008-053D-5506-63BF-3FB0D35CA1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271234961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35AF7E86-565D-6DBC-B556-E46175B97252}"/>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23E8A422-5582-73D1-10F0-1392508AA0A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01EC07EF-BDEF-2691-2C68-B901A7E9F58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18348655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253C5DAD-56E6-121F-9C1C-5B05774AA472}"/>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688DF797-9777-0652-5BCF-B26690BA8BB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C657CF8E-C3A2-44C5-D867-8D82979976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339028504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7BB7497E-A86D-4005-7009-6FDCD98B8B3A}"/>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EDD0FFBF-48F1-A094-B5ED-0A870302F9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DA2E4041-CEDA-C9BC-9C87-624AF20AA1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40120319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980BA366-1449-83A9-DF1A-399A585ABE77}"/>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5FB88C77-528F-A1CF-6F34-EAA132353EB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F4110FB3-2789-2D95-7216-C9429E03A3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148480788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EAC45C62-7CB2-48D7-0E15-C950608CEA90}"/>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2D114DC8-9DB4-ED49-1AE1-4DB52773CE6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22A0E2AD-F8F2-0CB9-3D55-B0604A6E795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277790547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4BDBC74A-B4D5-C854-82B4-0A103EE88FA1}"/>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24D2194D-6846-5A4A-196C-3484E9F0C22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A1EF35CF-CA44-447C-8522-FAE2A0E17E4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385873888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3D95D136-34F0-4BEE-3150-7B0B7C474F93}"/>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3FA20D40-F74B-5177-F810-C7FE0918657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20113616-9B8B-513A-063D-D9745261692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30832019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3799D5FB-ECAD-74DC-959C-2CC35647DCB6}"/>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4742A538-B590-C013-3CDE-22F3BC27D96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75727FDC-BAFF-D780-E21E-E9014DB509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186332629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96F8C681-3389-93D7-9210-BD526D40F0EB}"/>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D9CD726D-700C-1E41-2FD3-6CD7425C1FD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E0120FC5-4F83-2B8E-5ADD-B71DE036FB0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321873179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0595974E-D58B-D042-CFEC-976B7D2E1AF2}"/>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99FF34A8-1092-A97C-D69E-62504A0F749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46FADF14-58A4-80A3-A5E9-1B2CF7A3466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344251217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82700F9C-D64A-24A5-42A6-3322F562FE8D}"/>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9AE0A59D-1675-E18A-7432-133B6635E2F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32B9AEEA-5C70-E299-B40D-D4FA6F860B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132874070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a:extLst>
            <a:ext uri="{FF2B5EF4-FFF2-40B4-BE49-F238E27FC236}">
              <a16:creationId xmlns:a16="http://schemas.microsoft.com/office/drawing/2014/main" id="{DC415F8E-A54D-71C6-1577-2405258E7147}"/>
            </a:ext>
          </a:extLst>
        </p:cNvPr>
        <p:cNvGrpSpPr/>
        <p:nvPr/>
      </p:nvGrpSpPr>
      <p:grpSpPr>
        <a:xfrm>
          <a:off x="0" y="0"/>
          <a:ext cx="0" cy="0"/>
          <a:chOff x="0" y="0"/>
          <a:chExt cx="0" cy="0"/>
        </a:xfrm>
      </p:grpSpPr>
      <p:sp>
        <p:nvSpPr>
          <p:cNvPr id="432" name="Google Shape;432;p9:notes">
            <a:extLst>
              <a:ext uri="{FF2B5EF4-FFF2-40B4-BE49-F238E27FC236}">
                <a16:creationId xmlns:a16="http://schemas.microsoft.com/office/drawing/2014/main" id="{DDF31E66-23D3-5C64-4F69-D9B8A50B1A5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9:notes">
            <a:extLst>
              <a:ext uri="{FF2B5EF4-FFF2-40B4-BE49-F238E27FC236}">
                <a16:creationId xmlns:a16="http://schemas.microsoft.com/office/drawing/2014/main" id="{D9ECAFC8-71C6-D621-7EA0-888D466AC0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PH"/>
          </a:p>
        </p:txBody>
      </p:sp>
    </p:spTree>
    <p:extLst>
      <p:ext uri="{BB962C8B-B14F-4D97-AF65-F5344CB8AC3E}">
        <p14:creationId xmlns:p14="http://schemas.microsoft.com/office/powerpoint/2010/main" val="7038203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8"/>
        <p:cNvGrpSpPr/>
        <p:nvPr/>
      </p:nvGrpSpPr>
      <p:grpSpPr>
        <a:xfrm>
          <a:off x="0" y="0"/>
          <a:ext cx="0" cy="0"/>
          <a:chOff x="0" y="0"/>
          <a:chExt cx="0" cy="0"/>
        </a:xfrm>
      </p:grpSpPr>
      <p:sp>
        <p:nvSpPr>
          <p:cNvPr id="19" name="Google Shape;19;p39" descr="Office desk with laptop in the center surrounded by paper, pen, pencils, and other office items"/>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0" name="Google Shape;20;p39"/>
          <p:cNvSpPr/>
          <p:nvPr/>
        </p:nvSpPr>
        <p:spPr>
          <a:xfrm>
            <a:off x="2718924" y="3394610"/>
            <a:ext cx="9473076" cy="2023285"/>
          </a:xfrm>
          <a:prstGeom prst="rect">
            <a:avLst/>
          </a:prstGeom>
          <a:solidFill>
            <a:srgbClr val="1C629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21" name="Google Shape;21;p39"/>
          <p:cNvSpPr txBox="1">
            <a:spLocks noGrp="1"/>
          </p:cNvSpPr>
          <p:nvPr>
            <p:ph type="title"/>
          </p:nvPr>
        </p:nvSpPr>
        <p:spPr>
          <a:xfrm>
            <a:off x="4539632" y="3850504"/>
            <a:ext cx="7611908" cy="1111495"/>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chemeClr val="lt1"/>
              </a:buClr>
              <a:buSzPts val="4400"/>
              <a:buFont typeface="Twentieth Century"/>
              <a:buNone/>
              <a:defRPr sz="4400">
                <a:solidFill>
                  <a:schemeClr val="lt1"/>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54"/>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54"/>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5" name="Google Shape;25;p54"/>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54"/>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4"/>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8"/>
        <p:cNvGrpSpPr/>
        <p:nvPr/>
      </p:nvGrpSpPr>
      <p:grpSpPr>
        <a:xfrm>
          <a:off x="0" y="0"/>
          <a:ext cx="0" cy="0"/>
          <a:chOff x="0" y="0"/>
          <a:chExt cx="0" cy="0"/>
        </a:xfrm>
      </p:grpSpPr>
      <p:sp>
        <p:nvSpPr>
          <p:cNvPr id="29" name="Google Shape;29;p55"/>
          <p:cNvSpPr/>
          <p:nvPr/>
        </p:nvSpPr>
        <p:spPr>
          <a:xfrm>
            <a:off x="0" y="0"/>
            <a:ext cx="12192000" cy="4572001"/>
          </a:xfrm>
          <a:prstGeom prst="rect">
            <a:avLst/>
          </a:prstGeom>
          <a:solidFill>
            <a:srgbClr val="1D9AA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55"/>
          <p:cNvSpPr/>
          <p:nvPr/>
        </p:nvSpPr>
        <p:spPr>
          <a:xfrm>
            <a:off x="-1" y="0"/>
            <a:ext cx="12192000" cy="4572001"/>
          </a:xfrm>
          <a:custGeom>
            <a:avLst/>
            <a:gdLst/>
            <a:ahLst/>
            <a:cxnLst/>
            <a:rect l="l" t="t" r="r" b="b"/>
            <a:pathLst>
              <a:path w="12192000" h="4572001" extrusionOk="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55"/>
          <p:cNvSpPr txBox="1">
            <a:spLocks noGrp="1"/>
          </p:cNvSpPr>
          <p:nvPr>
            <p:ph type="title"/>
          </p:nvPr>
        </p:nvSpPr>
        <p:spPr>
          <a:xfrm>
            <a:off x="457200" y="4960137"/>
            <a:ext cx="7772400" cy="1463040"/>
          </a:xfrm>
          <a:prstGeom prst="rect">
            <a:avLst/>
          </a:prstGeom>
          <a:noFill/>
          <a:ln>
            <a:noFill/>
          </a:ln>
        </p:spPr>
        <p:txBody>
          <a:bodyPr spcFirstLastPara="1" wrap="square" lIns="91425" tIns="45700" rIns="91425" bIns="45700" anchor="ctr" anchorCtr="0">
            <a:normAutofit/>
          </a:bodyPr>
          <a:lstStyle>
            <a:lvl1pPr lvl="0" algn="r">
              <a:lnSpc>
                <a:spcPct val="80000"/>
              </a:lnSpc>
              <a:spcBef>
                <a:spcPts val="0"/>
              </a:spcBef>
              <a:spcAft>
                <a:spcPts val="0"/>
              </a:spcAft>
              <a:buClr>
                <a:srgbClr val="0C0C0C"/>
              </a:buClr>
              <a:buSzPts val="5000"/>
              <a:buFont typeface="Twentieth Century"/>
              <a:buNone/>
              <a:defRPr sz="50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5"/>
          <p:cNvSpPr txBox="1">
            <a:spLocks noGrp="1"/>
          </p:cNvSpPr>
          <p:nvPr>
            <p:ph type="body" idx="1"/>
          </p:nvPr>
        </p:nvSpPr>
        <p:spPr>
          <a:xfrm>
            <a:off x="8610600" y="4960137"/>
            <a:ext cx="3200400" cy="146304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1800"/>
              <a:buNone/>
              <a:defRPr sz="1800">
                <a:solidFill>
                  <a:srgbClr val="0C0C0C"/>
                </a:solidFill>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33" name="Google Shape;33;p55"/>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5"/>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5"/>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cxnSp>
        <p:nvCxnSpPr>
          <p:cNvPr id="36" name="Google Shape;36;p55"/>
          <p:cNvCxnSpPr/>
          <p:nvPr/>
        </p:nvCxnSpPr>
        <p:spPr>
          <a:xfrm rot="10800000">
            <a:off x="8386843" y="5264106"/>
            <a:ext cx="0" cy="914400"/>
          </a:xfrm>
          <a:prstGeom prst="straightConnector1">
            <a:avLst/>
          </a:prstGeom>
          <a:noFill/>
          <a:ln w="19050" cap="flat" cmpd="sng">
            <a:solidFill>
              <a:srgbClr val="1482AB"/>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56"/>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6"/>
          <p:cNvSpPr txBox="1">
            <a:spLocks noGrp="1"/>
          </p:cNvSpPr>
          <p:nvPr>
            <p:ph type="body" idx="1"/>
          </p:nvPr>
        </p:nvSpPr>
        <p:spPr>
          <a:xfrm>
            <a:off x="1024127" y="2286000"/>
            <a:ext cx="4754880" cy="402336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0" name="Google Shape;40;p56"/>
          <p:cNvSpPr txBox="1">
            <a:spLocks noGrp="1"/>
          </p:cNvSpPr>
          <p:nvPr>
            <p:ph type="body" idx="2"/>
          </p:nvPr>
        </p:nvSpPr>
        <p:spPr>
          <a:xfrm>
            <a:off x="5989320" y="2286000"/>
            <a:ext cx="4754880" cy="402336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1" name="Google Shape;41;p56"/>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6"/>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56"/>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57"/>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57"/>
          <p:cNvSpPr txBox="1">
            <a:spLocks noGrp="1"/>
          </p:cNvSpPr>
          <p:nvPr>
            <p:ph type="body" idx="1"/>
          </p:nvPr>
        </p:nvSpPr>
        <p:spPr>
          <a:xfrm>
            <a:off x="1024128" y="2179636"/>
            <a:ext cx="4754880" cy="822960"/>
          </a:xfrm>
          <a:prstGeom prst="rect">
            <a:avLst/>
          </a:prstGeom>
          <a:noFill/>
          <a:ln>
            <a:noFill/>
          </a:ln>
        </p:spPr>
        <p:txBody>
          <a:bodyPr spcFirstLastPara="1" wrap="square" lIns="137150" tIns="45700" rIns="137150" bIns="45700" anchor="ctr" anchorCtr="0">
            <a:normAutofit/>
          </a:bodyPr>
          <a:lstStyle>
            <a:lvl1pPr marL="457200" lvl="0" indent="-228600" algn="l">
              <a:lnSpc>
                <a:spcPct val="90000"/>
              </a:lnSpc>
              <a:spcBef>
                <a:spcPts val="0"/>
              </a:spcBef>
              <a:spcAft>
                <a:spcPts val="0"/>
              </a:spcAft>
              <a:buSzPts val="2300"/>
              <a:buNone/>
              <a:defRPr sz="2300" b="0" cap="none">
                <a:solidFill>
                  <a:schemeClr val="accent1"/>
                </a:solidFill>
                <a:latin typeface="Twentieth Century"/>
                <a:ea typeface="Twentieth Century"/>
                <a:cs typeface="Twentieth Century"/>
                <a:sym typeface="Twentieth Century"/>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47" name="Google Shape;47;p57"/>
          <p:cNvSpPr txBox="1">
            <a:spLocks noGrp="1"/>
          </p:cNvSpPr>
          <p:nvPr>
            <p:ph type="body" idx="2"/>
          </p:nvPr>
        </p:nvSpPr>
        <p:spPr>
          <a:xfrm>
            <a:off x="1024128" y="2967788"/>
            <a:ext cx="4754880" cy="3341572"/>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8" name="Google Shape;48;p57"/>
          <p:cNvSpPr txBox="1">
            <a:spLocks noGrp="1"/>
          </p:cNvSpPr>
          <p:nvPr>
            <p:ph type="body" idx="3"/>
          </p:nvPr>
        </p:nvSpPr>
        <p:spPr>
          <a:xfrm>
            <a:off x="5990888" y="2179636"/>
            <a:ext cx="4754880" cy="822960"/>
          </a:xfrm>
          <a:prstGeom prst="rect">
            <a:avLst/>
          </a:prstGeom>
          <a:noFill/>
          <a:ln>
            <a:noFill/>
          </a:ln>
        </p:spPr>
        <p:txBody>
          <a:bodyPr spcFirstLastPara="1" wrap="square" lIns="137150" tIns="45700" rIns="137150" bIns="45700" anchor="ctr" anchorCtr="0">
            <a:normAutofit/>
          </a:bodyPr>
          <a:lstStyle>
            <a:lvl1pPr marL="457200" lvl="0" indent="-228600" algn="l">
              <a:lnSpc>
                <a:spcPct val="90000"/>
              </a:lnSpc>
              <a:spcBef>
                <a:spcPts val="0"/>
              </a:spcBef>
              <a:spcAft>
                <a:spcPts val="0"/>
              </a:spcAft>
              <a:buSzPts val="2300"/>
              <a:buNone/>
              <a:defRPr sz="2300" b="0" cap="none">
                <a:solidFill>
                  <a:schemeClr val="accent1"/>
                </a:solidFill>
                <a:latin typeface="Twentieth Century"/>
                <a:ea typeface="Twentieth Century"/>
                <a:cs typeface="Twentieth Century"/>
                <a:sym typeface="Twentieth Century"/>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49" name="Google Shape;49;p57"/>
          <p:cNvSpPr txBox="1">
            <a:spLocks noGrp="1"/>
          </p:cNvSpPr>
          <p:nvPr>
            <p:ph type="body" idx="4"/>
          </p:nvPr>
        </p:nvSpPr>
        <p:spPr>
          <a:xfrm>
            <a:off x="5990888" y="2967788"/>
            <a:ext cx="4754880" cy="3341572"/>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0" name="Google Shape;50;p57"/>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57"/>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57"/>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58"/>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58"/>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58"/>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58"/>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58"/>
        <p:cNvGrpSpPr/>
        <p:nvPr/>
      </p:nvGrpSpPr>
      <p:grpSpPr>
        <a:xfrm>
          <a:off x="0" y="0"/>
          <a:ext cx="0" cy="0"/>
          <a:chOff x="0" y="0"/>
          <a:chExt cx="0" cy="0"/>
        </a:xfrm>
      </p:grpSpPr>
      <p:sp>
        <p:nvSpPr>
          <p:cNvPr id="59" name="Google Shape;59;p59"/>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59"/>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59"/>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60"/>
          <p:cNvSpPr txBox="1">
            <a:spLocks noGrp="1"/>
          </p:cNvSpPr>
          <p:nvPr>
            <p:ph type="title"/>
          </p:nvPr>
        </p:nvSpPr>
        <p:spPr>
          <a:xfrm>
            <a:off x="1024128" y="471509"/>
            <a:ext cx="4389120" cy="1737360"/>
          </a:xfrm>
          <a:prstGeom prst="rect">
            <a:avLst/>
          </a:prstGeom>
          <a:noFill/>
          <a:ln>
            <a:noFill/>
          </a:ln>
        </p:spPr>
        <p:txBody>
          <a:bodyPr spcFirstLastPara="1" wrap="square" lIns="91425" tIns="45700" rIns="91425" bIns="45700" anchor="ctr" anchorCtr="0">
            <a:noAutofit/>
          </a:bodyPr>
          <a:lstStyle>
            <a:lvl1pPr lvl="0" algn="l">
              <a:lnSpc>
                <a:spcPct val="80000"/>
              </a:lnSpc>
              <a:spcBef>
                <a:spcPts val="0"/>
              </a:spcBef>
              <a:spcAft>
                <a:spcPts val="0"/>
              </a:spcAft>
              <a:buClr>
                <a:srgbClr val="0C0C0C"/>
              </a:buClr>
              <a:buSzPts val="4000"/>
              <a:buFont typeface="Twentieth Century"/>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60"/>
          <p:cNvSpPr txBox="1">
            <a:spLocks noGrp="1"/>
          </p:cNvSpPr>
          <p:nvPr>
            <p:ph type="body" idx="1"/>
          </p:nvPr>
        </p:nvSpPr>
        <p:spPr>
          <a:xfrm>
            <a:off x="5715000" y="822960"/>
            <a:ext cx="5678424" cy="5184648"/>
          </a:xfrm>
          <a:prstGeom prst="rect">
            <a:avLst/>
          </a:prstGeom>
          <a:noFill/>
          <a:ln>
            <a:noFill/>
          </a:ln>
        </p:spPr>
        <p:txBody>
          <a:bodyPr spcFirstLastPara="1" wrap="square" lIns="45700" tIns="45700" rIns="45700" bIns="45700" anchor="t" anchorCtr="0">
            <a:normAutofit/>
          </a:bodyPr>
          <a:lstStyle>
            <a:lvl1pPr marL="457200" lvl="0" indent="-381000" algn="l">
              <a:lnSpc>
                <a:spcPct val="90000"/>
              </a:lnSpc>
              <a:spcBef>
                <a:spcPts val="1200"/>
              </a:spcBef>
              <a:spcAft>
                <a:spcPts val="0"/>
              </a:spcAft>
              <a:buSzPts val="2400"/>
              <a:buChar char=" "/>
              <a:defRPr sz="2400"/>
            </a:lvl1pPr>
            <a:lvl2pPr marL="914400" lvl="1" indent="-355600" algn="l">
              <a:lnSpc>
                <a:spcPct val="90000"/>
              </a:lnSpc>
              <a:spcBef>
                <a:spcPts val="200"/>
              </a:spcBef>
              <a:spcAft>
                <a:spcPts val="0"/>
              </a:spcAft>
              <a:buSzPts val="2000"/>
              <a:buChar char="?"/>
              <a:defRPr sz="2000"/>
            </a:lvl2pPr>
            <a:lvl3pPr marL="1371600" lvl="2" indent="-330200" algn="l">
              <a:lnSpc>
                <a:spcPct val="90000"/>
              </a:lnSpc>
              <a:spcBef>
                <a:spcPts val="400"/>
              </a:spcBef>
              <a:spcAft>
                <a:spcPts val="0"/>
              </a:spcAft>
              <a:buSzPts val="1600"/>
              <a:buChar char="?"/>
              <a:defRPr sz="1600"/>
            </a:lvl3pPr>
            <a:lvl4pPr marL="1828800" lvl="3" indent="-330200" algn="l">
              <a:lnSpc>
                <a:spcPct val="90000"/>
              </a:lnSpc>
              <a:spcBef>
                <a:spcPts val="400"/>
              </a:spcBef>
              <a:spcAft>
                <a:spcPts val="0"/>
              </a:spcAft>
              <a:buSzPts val="1600"/>
              <a:buChar char="?"/>
              <a:defRPr sz="1600"/>
            </a:lvl4pPr>
            <a:lvl5pPr marL="2286000" lvl="4" indent="-330200" algn="l">
              <a:lnSpc>
                <a:spcPct val="90000"/>
              </a:lnSpc>
              <a:spcBef>
                <a:spcPts val="400"/>
              </a:spcBef>
              <a:spcAft>
                <a:spcPts val="0"/>
              </a:spcAft>
              <a:buSzPts val="1600"/>
              <a:buChar char="?"/>
              <a:defRPr sz="1600"/>
            </a:lvl5pPr>
            <a:lvl6pPr marL="2743200" lvl="5" indent="-330200" algn="l">
              <a:lnSpc>
                <a:spcPct val="90000"/>
              </a:lnSpc>
              <a:spcBef>
                <a:spcPts val="400"/>
              </a:spcBef>
              <a:spcAft>
                <a:spcPts val="0"/>
              </a:spcAft>
              <a:buSzPts val="1600"/>
              <a:buChar char="?"/>
              <a:defRPr sz="1600"/>
            </a:lvl6pPr>
            <a:lvl7pPr marL="3200400" lvl="6" indent="-330200" algn="l">
              <a:lnSpc>
                <a:spcPct val="90000"/>
              </a:lnSpc>
              <a:spcBef>
                <a:spcPts val="400"/>
              </a:spcBef>
              <a:spcAft>
                <a:spcPts val="0"/>
              </a:spcAft>
              <a:buSzPts val="1600"/>
              <a:buChar char="?"/>
              <a:defRPr sz="1600"/>
            </a:lvl7pPr>
            <a:lvl8pPr marL="3657600" lvl="7" indent="-330200" algn="l">
              <a:lnSpc>
                <a:spcPct val="90000"/>
              </a:lnSpc>
              <a:spcBef>
                <a:spcPts val="400"/>
              </a:spcBef>
              <a:spcAft>
                <a:spcPts val="0"/>
              </a:spcAft>
              <a:buSzPts val="1600"/>
              <a:buChar char="?"/>
              <a:defRPr sz="1600"/>
            </a:lvl8pPr>
            <a:lvl9pPr marL="4114800" lvl="8" indent="-330200" algn="l">
              <a:lnSpc>
                <a:spcPct val="90000"/>
              </a:lnSpc>
              <a:spcBef>
                <a:spcPts val="400"/>
              </a:spcBef>
              <a:spcAft>
                <a:spcPts val="400"/>
              </a:spcAft>
              <a:buSzPts val="1600"/>
              <a:buChar char="?"/>
              <a:defRPr sz="1600"/>
            </a:lvl9pPr>
          </a:lstStyle>
          <a:p>
            <a:endParaRPr/>
          </a:p>
        </p:txBody>
      </p:sp>
      <p:sp>
        <p:nvSpPr>
          <p:cNvPr id="65" name="Google Shape;65;p60"/>
          <p:cNvSpPr txBox="1">
            <a:spLocks noGrp="1"/>
          </p:cNvSpPr>
          <p:nvPr>
            <p:ph type="body" idx="2"/>
          </p:nvPr>
        </p:nvSpPr>
        <p:spPr>
          <a:xfrm>
            <a:off x="1024128" y="2257506"/>
            <a:ext cx="4389120" cy="3762294"/>
          </a:xfrm>
          <a:prstGeom prst="rect">
            <a:avLst/>
          </a:prstGeom>
          <a:noFill/>
          <a:ln>
            <a:noFill/>
          </a:ln>
        </p:spPr>
        <p:txBody>
          <a:bodyPr spcFirstLastPara="1" wrap="square" lIns="91425" tIns="45700" rIns="91425" bIns="45700" anchor="t" anchorCtr="0">
            <a:normAutofit/>
          </a:bodyPr>
          <a:lstStyle>
            <a:lvl1pPr marL="457200" lvl="0" indent="-228600" algn="l">
              <a:lnSpc>
                <a:spcPct val="108000"/>
              </a:lnSpc>
              <a:spcBef>
                <a:spcPts val="600"/>
              </a:spcBef>
              <a:spcAft>
                <a:spcPts val="0"/>
              </a:spcAft>
              <a:buSzPts val="1600"/>
              <a:buNone/>
              <a:defRPr sz="1600"/>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66" name="Google Shape;66;p60"/>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60"/>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60"/>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9"/>
        <p:cNvGrpSpPr/>
        <p:nvPr/>
      </p:nvGrpSpPr>
      <p:grpSpPr>
        <a:xfrm>
          <a:off x="0" y="0"/>
          <a:ext cx="0" cy="0"/>
          <a:chOff x="0" y="0"/>
          <a:chExt cx="0" cy="0"/>
        </a:xfrm>
      </p:grpSpPr>
      <p:sp>
        <p:nvSpPr>
          <p:cNvPr id="70" name="Google Shape;70;p62"/>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62"/>
          <p:cNvSpPr txBox="1">
            <a:spLocks noGrp="1"/>
          </p:cNvSpPr>
          <p:nvPr>
            <p:ph type="body" idx="1"/>
          </p:nvPr>
        </p:nvSpPr>
        <p:spPr>
          <a:xfrm rot="5400000">
            <a:off x="3872484" y="-562356"/>
            <a:ext cx="4023360" cy="9720073"/>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2" name="Google Shape;72;p62"/>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62"/>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62"/>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75"/>
        <p:cNvGrpSpPr/>
        <p:nvPr/>
      </p:nvGrpSpPr>
      <p:grpSpPr>
        <a:xfrm>
          <a:off x="0" y="0"/>
          <a:ext cx="0" cy="0"/>
          <a:chOff x="0" y="0"/>
          <a:chExt cx="0" cy="0"/>
        </a:xfrm>
      </p:grpSpPr>
      <p:sp>
        <p:nvSpPr>
          <p:cNvPr id="76" name="Google Shape;76;p63"/>
          <p:cNvSpPr txBox="1">
            <a:spLocks noGrp="1"/>
          </p:cNvSpPr>
          <p:nvPr>
            <p:ph type="title"/>
          </p:nvPr>
        </p:nvSpPr>
        <p:spPr>
          <a:xfrm rot="5400000">
            <a:off x="7334251" y="2152650"/>
            <a:ext cx="5410200" cy="2628900"/>
          </a:xfrm>
          <a:prstGeom prst="rect">
            <a:avLst/>
          </a:prstGeom>
          <a:noFill/>
          <a:ln>
            <a:noFill/>
          </a:ln>
        </p:spPr>
        <p:txBody>
          <a:bodyPr spcFirstLastPara="1" wrap="square" lIns="45700" tIns="91425" rIns="45700" bIns="91425" anchor="ctr" anchorCtr="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63"/>
          <p:cNvSpPr txBox="1">
            <a:spLocks noGrp="1"/>
          </p:cNvSpPr>
          <p:nvPr>
            <p:ph type="body" idx="1"/>
          </p:nvPr>
        </p:nvSpPr>
        <p:spPr>
          <a:xfrm rot="5400000">
            <a:off x="2076451" y="-323850"/>
            <a:ext cx="5410200" cy="75819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8" name="Google Shape;78;p63"/>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63"/>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63"/>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cxnSp>
        <p:nvCxnSpPr>
          <p:cNvPr id="81" name="Google Shape;81;p63"/>
          <p:cNvCxnSpPr/>
          <p:nvPr/>
        </p:nvCxnSpPr>
        <p:spPr>
          <a:xfrm rot="10800000">
            <a:off x="10058400" y="59263"/>
            <a:ext cx="0" cy="914400"/>
          </a:xfrm>
          <a:prstGeom prst="straightConnector1">
            <a:avLst/>
          </a:prstGeom>
          <a:noFill/>
          <a:ln w="19050" cap="flat" cmpd="sng">
            <a:solidFill>
              <a:schemeClr val="accent1"/>
            </a:solidFill>
            <a:prstDash val="solid"/>
            <a:round/>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90"/>
        <p:cNvGrpSpPr/>
        <p:nvPr/>
      </p:nvGrpSpPr>
      <p:grpSpPr>
        <a:xfrm>
          <a:off x="0" y="0"/>
          <a:ext cx="0" cy="0"/>
          <a:chOff x="0" y="0"/>
          <a:chExt cx="0" cy="0"/>
        </a:xfrm>
      </p:grpSpPr>
      <p:sp>
        <p:nvSpPr>
          <p:cNvPr id="91" name="Google Shape;91;p41"/>
          <p:cNvSpPr/>
          <p:nvPr/>
        </p:nvSpPr>
        <p:spPr>
          <a:xfrm>
            <a:off x="1" y="0"/>
            <a:ext cx="1440382" cy="6858000"/>
          </a:xfrm>
          <a:prstGeom prst="rect">
            <a:avLst/>
          </a:prstGeom>
          <a:blipFill rotWithShape="1">
            <a:blip r:embed="rId2">
              <a:alphaModFix/>
            </a:blip>
            <a:stretch>
              <a:fillRect/>
            </a:stretch>
          </a:blip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92" name="Google Shape;92;p41"/>
          <p:cNvSpPr/>
          <p:nvPr/>
        </p:nvSpPr>
        <p:spPr>
          <a:xfrm>
            <a:off x="0" y="0"/>
            <a:ext cx="1440382" cy="6858000"/>
          </a:xfrm>
          <a:prstGeom prst="rect">
            <a:avLst/>
          </a:prstGeom>
          <a:solidFill>
            <a:schemeClr val="dk1">
              <a:alpha val="20000"/>
            </a:schemeClr>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93" name="Google Shape;93;p41"/>
          <p:cNvSpPr txBox="1">
            <a:spLocks noGrp="1"/>
          </p:cNvSpPr>
          <p:nvPr>
            <p:ph type="title"/>
          </p:nvPr>
        </p:nvSpPr>
        <p:spPr>
          <a:xfrm>
            <a:off x="521208" y="448056"/>
            <a:ext cx="11311128" cy="640080"/>
          </a:xfrm>
          <a:prstGeom prst="rect">
            <a:avLst/>
          </a:prstGeom>
          <a:solidFill>
            <a:srgbClr val="A22C00"/>
          </a:solid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41"/>
          <p:cNvSpPr txBox="1">
            <a:spLocks noGrp="1"/>
          </p:cNvSpPr>
          <p:nvPr>
            <p:ph type="body" idx="1"/>
          </p:nvPr>
        </p:nvSpPr>
        <p:spPr>
          <a:xfrm>
            <a:off x="1752600" y="1444752"/>
            <a:ext cx="10076688" cy="4389120"/>
          </a:xfrm>
          <a:prstGeom prst="rect">
            <a:avLst/>
          </a:prstGeom>
          <a:noFill/>
          <a:ln>
            <a:noFill/>
          </a:ln>
        </p:spPr>
        <p:txBody>
          <a:bodyPr spcFirstLastPara="1" wrap="square" lIns="91425" tIns="45700" rIns="91425" bIns="45700" anchor="t" anchorCtr="0">
            <a:normAutofit/>
          </a:bodyPr>
          <a:lstStyle>
            <a:lvl1pPr marL="457200" lvl="0" indent="-228600" algn="l">
              <a:lnSpc>
                <a:spcPct val="108000"/>
              </a:lnSpc>
              <a:spcBef>
                <a:spcPts val="0"/>
              </a:spcBef>
              <a:spcAft>
                <a:spcPts val="0"/>
              </a:spcAft>
              <a:buSzPts val="1800"/>
              <a:buNone/>
              <a:defRPr>
                <a:solidFill>
                  <a:srgbClr val="0C0C0C"/>
                </a:solidFill>
                <a:latin typeface="Poppins"/>
                <a:ea typeface="Poppins"/>
                <a:cs typeface="Poppins"/>
                <a:sym typeface="Poppins"/>
              </a:defRPr>
            </a:lvl1pPr>
            <a:lvl2pPr marL="914400" lvl="1" indent="-228600" algn="l">
              <a:lnSpc>
                <a:spcPct val="108000"/>
              </a:lnSpc>
              <a:spcBef>
                <a:spcPts val="800"/>
              </a:spcBef>
              <a:spcAft>
                <a:spcPts val="0"/>
              </a:spcAft>
              <a:buSzPts val="1800"/>
              <a:buNone/>
              <a:defRPr/>
            </a:lvl2pPr>
            <a:lvl3pPr marL="1371600" lvl="2" indent="-228600" algn="l">
              <a:lnSpc>
                <a:spcPct val="108000"/>
              </a:lnSpc>
              <a:spcBef>
                <a:spcPts val="800"/>
              </a:spcBef>
              <a:spcAft>
                <a:spcPts val="0"/>
              </a:spcAft>
              <a:buSzPts val="1800"/>
              <a:buNone/>
              <a:defRPr/>
            </a:lvl3pPr>
            <a:lvl4pPr marL="1828800" lvl="3" indent="-228600" algn="l">
              <a:lnSpc>
                <a:spcPct val="108000"/>
              </a:lnSpc>
              <a:spcBef>
                <a:spcPts val="800"/>
              </a:spcBef>
              <a:spcAft>
                <a:spcPts val="0"/>
              </a:spcAft>
              <a:buSzPts val="1800"/>
              <a:buNone/>
              <a:defRPr/>
            </a:lvl4pPr>
            <a:lvl5pPr marL="2286000" lvl="4" indent="-228600" algn="l">
              <a:lnSpc>
                <a:spcPct val="108000"/>
              </a:lnSpc>
              <a:spcBef>
                <a:spcPts val="800"/>
              </a:spcBef>
              <a:spcAft>
                <a:spcPts val="0"/>
              </a:spcAft>
              <a:buSzPts val="1800"/>
              <a:buNone/>
              <a:defRPr/>
            </a:lvl5pPr>
            <a:lvl6pPr marL="2743200" lvl="5" indent="-228600" algn="l">
              <a:lnSpc>
                <a:spcPct val="108000"/>
              </a:lnSpc>
              <a:spcBef>
                <a:spcPts val="800"/>
              </a:spcBef>
              <a:spcAft>
                <a:spcPts val="0"/>
              </a:spcAft>
              <a:buSzPts val="1800"/>
              <a:buNone/>
              <a:defRPr/>
            </a:lvl6pPr>
            <a:lvl7pPr marL="3200400" lvl="6" indent="-228600" algn="l">
              <a:lnSpc>
                <a:spcPct val="108000"/>
              </a:lnSpc>
              <a:spcBef>
                <a:spcPts val="800"/>
              </a:spcBef>
              <a:spcAft>
                <a:spcPts val="0"/>
              </a:spcAft>
              <a:buSzPts val="1800"/>
              <a:buNone/>
              <a:defRPr/>
            </a:lvl7pPr>
            <a:lvl8pPr marL="3657600" lvl="7" indent="-228600" algn="l">
              <a:lnSpc>
                <a:spcPct val="108000"/>
              </a:lnSpc>
              <a:spcBef>
                <a:spcPts val="800"/>
              </a:spcBef>
              <a:spcAft>
                <a:spcPts val="0"/>
              </a:spcAft>
              <a:buSzPts val="1800"/>
              <a:buNone/>
              <a:defRPr/>
            </a:lvl8pPr>
            <a:lvl9pPr marL="4114800" lvl="8" indent="-228600" algn="l">
              <a:lnSpc>
                <a:spcPct val="90000"/>
              </a:lnSpc>
              <a:spcBef>
                <a:spcPts val="800"/>
              </a:spcBef>
              <a:spcAft>
                <a:spcPts val="0"/>
              </a:spcAft>
              <a:buSzPts val="1800"/>
              <a:buNone/>
              <a:defRPr/>
            </a:lvl9pPr>
          </a:lstStyle>
          <a:p>
            <a:endParaRPr/>
          </a:p>
        </p:txBody>
      </p:sp>
      <p:sp>
        <p:nvSpPr>
          <p:cNvPr id="95" name="Google Shape;95;p41"/>
          <p:cNvSpPr txBox="1">
            <a:spLocks noGrp="1"/>
          </p:cNvSpPr>
          <p:nvPr>
            <p:ph type="dt" idx="10"/>
          </p:nvPr>
        </p:nvSpPr>
        <p:spPr>
          <a:xfrm>
            <a:off x="1755648" y="6356352"/>
            <a:ext cx="3276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41"/>
          <p:cNvSpPr txBox="1">
            <a:spLocks noGrp="1"/>
          </p:cNvSpPr>
          <p:nvPr>
            <p:ph type="ftr" idx="11"/>
          </p:nvPr>
        </p:nvSpPr>
        <p:spPr>
          <a:xfrm>
            <a:off x="5346192" y="6356352"/>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41"/>
          <p:cNvSpPr txBox="1">
            <a:spLocks noGrp="1"/>
          </p:cNvSpPr>
          <p:nvPr>
            <p:ph type="sldNum" idx="12"/>
          </p:nvPr>
        </p:nvSpPr>
        <p:spPr>
          <a:xfrm>
            <a:off x="8555736" y="6356352"/>
            <a:ext cx="3276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pic>
        <p:nvPicPr>
          <p:cNvPr id="98" name="Google Shape;98;p41"/>
          <p:cNvPicPr preferRelativeResize="0"/>
          <p:nvPr/>
        </p:nvPicPr>
        <p:blipFill rotWithShape="1">
          <a:blip r:embed="rId3">
            <a:alphaModFix/>
          </a:blip>
          <a:srcRect/>
          <a:stretch/>
        </p:blipFill>
        <p:spPr>
          <a:xfrm>
            <a:off x="269978" y="6168167"/>
            <a:ext cx="900426" cy="576857"/>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9"/>
        <p:cNvGrpSpPr/>
        <p:nvPr/>
      </p:nvGrpSpPr>
      <p:grpSpPr>
        <a:xfrm>
          <a:off x="0" y="0"/>
          <a:ext cx="0" cy="0"/>
          <a:chOff x="0" y="0"/>
          <a:chExt cx="0" cy="0"/>
        </a:xfrm>
      </p:grpSpPr>
      <p:sp>
        <p:nvSpPr>
          <p:cNvPr id="100" name="Google Shape;100;p42"/>
          <p:cNvSpPr txBox="1">
            <a:spLocks noGrp="1"/>
          </p:cNvSpPr>
          <p:nvPr>
            <p:ph type="title"/>
          </p:nvPr>
        </p:nvSpPr>
        <p:spPr>
          <a:xfrm>
            <a:off x="521208" y="448056"/>
            <a:ext cx="11311128" cy="640080"/>
          </a:xfrm>
          <a:prstGeom prst="rect">
            <a:avLst/>
          </a:prstGeom>
          <a:solidFill>
            <a:srgbClr val="A22C00"/>
          </a:solid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42"/>
          <p:cNvSpPr txBox="1">
            <a:spLocks noGrp="1"/>
          </p:cNvSpPr>
          <p:nvPr>
            <p:ph type="dt" idx="10"/>
          </p:nvPr>
        </p:nvSpPr>
        <p:spPr>
          <a:xfrm>
            <a:off x="1755648" y="6356352"/>
            <a:ext cx="3276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42"/>
          <p:cNvSpPr txBox="1">
            <a:spLocks noGrp="1"/>
          </p:cNvSpPr>
          <p:nvPr>
            <p:ph type="ftr" idx="11"/>
          </p:nvPr>
        </p:nvSpPr>
        <p:spPr>
          <a:xfrm>
            <a:off x="5346192" y="6356352"/>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42"/>
          <p:cNvSpPr txBox="1">
            <a:spLocks noGrp="1"/>
          </p:cNvSpPr>
          <p:nvPr>
            <p:ph type="sldNum" idx="12"/>
          </p:nvPr>
        </p:nvSpPr>
        <p:spPr>
          <a:xfrm>
            <a:off x="8555736" y="6356352"/>
            <a:ext cx="3276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0"/>
        <p:cNvGrpSpPr/>
        <p:nvPr/>
      </p:nvGrpSpPr>
      <p:grpSpPr>
        <a:xfrm>
          <a:off x="0" y="0"/>
          <a:ext cx="0" cy="0"/>
          <a:chOff x="0" y="0"/>
          <a:chExt cx="0" cy="0"/>
        </a:xfrm>
      </p:grpSpPr>
      <p:sp>
        <p:nvSpPr>
          <p:cNvPr id="111" name="Google Shape;111;p44" descr="Office desk with laptop in the center surrounded by paper, pen, pencils, and other office items"/>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12" name="Google Shape;112;p44"/>
          <p:cNvSpPr/>
          <p:nvPr/>
        </p:nvSpPr>
        <p:spPr>
          <a:xfrm>
            <a:off x="2718924" y="3394610"/>
            <a:ext cx="9473076" cy="2023285"/>
          </a:xfrm>
          <a:prstGeom prst="rect">
            <a:avLst/>
          </a:prstGeom>
          <a:solidFill>
            <a:srgbClr val="A22C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Quattrocento Sans"/>
              <a:buNone/>
            </a:pPr>
            <a:endParaRPr sz="1800" b="0" i="0" u="none" strike="noStrike" cap="none">
              <a:solidFill>
                <a:schemeClr val="dk1"/>
              </a:solidFill>
              <a:latin typeface="Quattrocento Sans"/>
              <a:ea typeface="Quattrocento Sans"/>
              <a:cs typeface="Quattrocento Sans"/>
              <a:sym typeface="Quattrocento Sans"/>
            </a:endParaRPr>
          </a:p>
        </p:txBody>
      </p:sp>
      <p:sp>
        <p:nvSpPr>
          <p:cNvPr id="113" name="Google Shape;113;p44"/>
          <p:cNvSpPr txBox="1">
            <a:spLocks noGrp="1"/>
          </p:cNvSpPr>
          <p:nvPr>
            <p:ph type="title"/>
          </p:nvPr>
        </p:nvSpPr>
        <p:spPr>
          <a:xfrm>
            <a:off x="4539632" y="3850504"/>
            <a:ext cx="7611908" cy="111149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4400"/>
              <a:buFont typeface="Cambria"/>
              <a:buNone/>
              <a:defRPr sz="4400">
                <a:solidFill>
                  <a:schemeClr val="lt1"/>
                </a:solidFill>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14" name="Google Shape;114;p44"/>
          <p:cNvPicPr preferRelativeResize="0"/>
          <p:nvPr/>
        </p:nvPicPr>
        <p:blipFill rotWithShape="1">
          <a:blip r:embed="rId3">
            <a:alphaModFix/>
          </a:blip>
          <a:srcRect/>
          <a:stretch/>
        </p:blipFill>
        <p:spPr>
          <a:xfrm>
            <a:off x="269978" y="6168167"/>
            <a:ext cx="900426" cy="57685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5"/>
        <p:cNvGrpSpPr/>
        <p:nvPr/>
      </p:nvGrpSpPr>
      <p:grpSpPr>
        <a:xfrm>
          <a:off x="0" y="0"/>
          <a:ext cx="0" cy="0"/>
          <a:chOff x="0" y="0"/>
          <a:chExt cx="0" cy="0"/>
        </a:xfrm>
      </p:grpSpPr>
      <p:sp>
        <p:nvSpPr>
          <p:cNvPr id="116" name="Google Shape;116;p45"/>
          <p:cNvSpPr txBox="1">
            <a:spLocks noGrp="1"/>
          </p:cNvSpPr>
          <p:nvPr>
            <p:ph type="title"/>
          </p:nvPr>
        </p:nvSpPr>
        <p:spPr>
          <a:xfrm>
            <a:off x="521208" y="448056"/>
            <a:ext cx="11311128" cy="640080"/>
          </a:xfrm>
          <a:prstGeom prst="rect">
            <a:avLst/>
          </a:prstGeom>
          <a:solidFill>
            <a:srgbClr val="A22C00"/>
          </a:solid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45"/>
          <p:cNvSpPr txBox="1">
            <a:spLocks noGrp="1"/>
          </p:cNvSpPr>
          <p:nvPr>
            <p:ph type="body" idx="1"/>
          </p:nvPr>
        </p:nvSpPr>
        <p:spPr>
          <a:xfrm>
            <a:off x="1752600" y="1501775"/>
            <a:ext cx="4743450" cy="4351338"/>
          </a:xfrm>
          <a:prstGeom prst="rect">
            <a:avLst/>
          </a:prstGeom>
          <a:noFill/>
          <a:ln>
            <a:noFill/>
          </a:ln>
        </p:spPr>
        <p:txBody>
          <a:bodyPr spcFirstLastPara="1" wrap="square" lIns="91425" tIns="45700" rIns="91425" bIns="45700" anchor="t" anchorCtr="0">
            <a:normAutofit/>
          </a:bodyPr>
          <a:lstStyle>
            <a:lvl1pPr marL="457200" lvl="0" indent="-228600" algn="l">
              <a:lnSpc>
                <a:spcPct val="108000"/>
              </a:lnSpc>
              <a:spcBef>
                <a:spcPts val="0"/>
              </a:spcBef>
              <a:spcAft>
                <a:spcPts val="0"/>
              </a:spcAft>
              <a:buSzPts val="1800"/>
              <a:buNone/>
              <a:defRPr>
                <a:solidFill>
                  <a:srgbClr val="0C0C0C"/>
                </a:solidFill>
                <a:latin typeface="Poppins"/>
                <a:ea typeface="Poppins"/>
                <a:cs typeface="Poppins"/>
                <a:sym typeface="Poppins"/>
              </a:defRPr>
            </a:lvl1pPr>
            <a:lvl2pPr marL="914400" lvl="1" indent="-228600" algn="l">
              <a:lnSpc>
                <a:spcPct val="108000"/>
              </a:lnSpc>
              <a:spcBef>
                <a:spcPts val="800"/>
              </a:spcBef>
              <a:spcAft>
                <a:spcPts val="0"/>
              </a:spcAft>
              <a:buSzPts val="1800"/>
              <a:buNone/>
              <a:defRPr/>
            </a:lvl2pPr>
            <a:lvl3pPr marL="1371600" lvl="2" indent="-228600" algn="l">
              <a:lnSpc>
                <a:spcPct val="108000"/>
              </a:lnSpc>
              <a:spcBef>
                <a:spcPts val="800"/>
              </a:spcBef>
              <a:spcAft>
                <a:spcPts val="0"/>
              </a:spcAft>
              <a:buSzPts val="1800"/>
              <a:buNone/>
              <a:defRPr/>
            </a:lvl3pPr>
            <a:lvl4pPr marL="1828800" lvl="3" indent="-228600" algn="l">
              <a:lnSpc>
                <a:spcPct val="108000"/>
              </a:lnSpc>
              <a:spcBef>
                <a:spcPts val="800"/>
              </a:spcBef>
              <a:spcAft>
                <a:spcPts val="0"/>
              </a:spcAft>
              <a:buSzPts val="1800"/>
              <a:buNone/>
              <a:defRPr/>
            </a:lvl4pPr>
            <a:lvl5pPr marL="2286000" lvl="4" indent="-228600" algn="l">
              <a:lnSpc>
                <a:spcPct val="108000"/>
              </a:lnSpc>
              <a:spcBef>
                <a:spcPts val="800"/>
              </a:spcBef>
              <a:spcAft>
                <a:spcPts val="0"/>
              </a:spcAft>
              <a:buSzPts val="1800"/>
              <a:buNone/>
              <a:defRPr/>
            </a:lvl5pPr>
            <a:lvl6pPr marL="2743200" lvl="5" indent="-228600" algn="l">
              <a:lnSpc>
                <a:spcPct val="108000"/>
              </a:lnSpc>
              <a:spcBef>
                <a:spcPts val="800"/>
              </a:spcBef>
              <a:spcAft>
                <a:spcPts val="0"/>
              </a:spcAft>
              <a:buSzPts val="1800"/>
              <a:buNone/>
              <a:defRPr/>
            </a:lvl6pPr>
            <a:lvl7pPr marL="3200400" lvl="6" indent="-228600" algn="l">
              <a:lnSpc>
                <a:spcPct val="108000"/>
              </a:lnSpc>
              <a:spcBef>
                <a:spcPts val="800"/>
              </a:spcBef>
              <a:spcAft>
                <a:spcPts val="0"/>
              </a:spcAft>
              <a:buSzPts val="1800"/>
              <a:buNone/>
              <a:defRPr/>
            </a:lvl7pPr>
            <a:lvl8pPr marL="3657600" lvl="7" indent="-228600" algn="l">
              <a:lnSpc>
                <a:spcPct val="108000"/>
              </a:lnSpc>
              <a:spcBef>
                <a:spcPts val="800"/>
              </a:spcBef>
              <a:spcAft>
                <a:spcPts val="0"/>
              </a:spcAft>
              <a:buSzPts val="1800"/>
              <a:buNone/>
              <a:defRPr/>
            </a:lvl8pPr>
            <a:lvl9pPr marL="4114800" lvl="8" indent="-228600" algn="l">
              <a:lnSpc>
                <a:spcPct val="90000"/>
              </a:lnSpc>
              <a:spcBef>
                <a:spcPts val="800"/>
              </a:spcBef>
              <a:spcAft>
                <a:spcPts val="0"/>
              </a:spcAft>
              <a:buSzPts val="1800"/>
              <a:buNone/>
              <a:defRPr/>
            </a:lvl9pPr>
          </a:lstStyle>
          <a:p>
            <a:endParaRPr/>
          </a:p>
        </p:txBody>
      </p:sp>
      <p:sp>
        <p:nvSpPr>
          <p:cNvPr id="118" name="Google Shape;118;p45"/>
          <p:cNvSpPr txBox="1">
            <a:spLocks noGrp="1"/>
          </p:cNvSpPr>
          <p:nvPr>
            <p:ph type="body" idx="2"/>
          </p:nvPr>
        </p:nvSpPr>
        <p:spPr>
          <a:xfrm>
            <a:off x="7086600" y="1501775"/>
            <a:ext cx="4743450" cy="4351338"/>
          </a:xfrm>
          <a:prstGeom prst="rect">
            <a:avLst/>
          </a:prstGeom>
          <a:noFill/>
          <a:ln>
            <a:noFill/>
          </a:ln>
        </p:spPr>
        <p:txBody>
          <a:bodyPr spcFirstLastPara="1" wrap="square" lIns="91425" tIns="45700" rIns="91425" bIns="45700" anchor="t" anchorCtr="0">
            <a:normAutofit/>
          </a:bodyPr>
          <a:lstStyle>
            <a:lvl1pPr marL="457200" lvl="0" indent="-228600" algn="l">
              <a:lnSpc>
                <a:spcPct val="108000"/>
              </a:lnSpc>
              <a:spcBef>
                <a:spcPts val="0"/>
              </a:spcBef>
              <a:spcAft>
                <a:spcPts val="0"/>
              </a:spcAft>
              <a:buSzPts val="1800"/>
              <a:buNone/>
              <a:defRPr>
                <a:solidFill>
                  <a:srgbClr val="0C0C0C"/>
                </a:solidFill>
                <a:latin typeface="Poppins"/>
                <a:ea typeface="Poppins"/>
                <a:cs typeface="Poppins"/>
                <a:sym typeface="Poppins"/>
              </a:defRPr>
            </a:lvl1pPr>
            <a:lvl2pPr marL="914400" lvl="1" indent="-228600" algn="l">
              <a:lnSpc>
                <a:spcPct val="108000"/>
              </a:lnSpc>
              <a:spcBef>
                <a:spcPts val="800"/>
              </a:spcBef>
              <a:spcAft>
                <a:spcPts val="0"/>
              </a:spcAft>
              <a:buSzPts val="1800"/>
              <a:buNone/>
              <a:defRPr/>
            </a:lvl2pPr>
            <a:lvl3pPr marL="1371600" lvl="2" indent="-228600" algn="l">
              <a:lnSpc>
                <a:spcPct val="108000"/>
              </a:lnSpc>
              <a:spcBef>
                <a:spcPts val="800"/>
              </a:spcBef>
              <a:spcAft>
                <a:spcPts val="0"/>
              </a:spcAft>
              <a:buSzPts val="1800"/>
              <a:buNone/>
              <a:defRPr/>
            </a:lvl3pPr>
            <a:lvl4pPr marL="1828800" lvl="3" indent="-228600" algn="l">
              <a:lnSpc>
                <a:spcPct val="108000"/>
              </a:lnSpc>
              <a:spcBef>
                <a:spcPts val="800"/>
              </a:spcBef>
              <a:spcAft>
                <a:spcPts val="0"/>
              </a:spcAft>
              <a:buSzPts val="1800"/>
              <a:buNone/>
              <a:defRPr/>
            </a:lvl4pPr>
            <a:lvl5pPr marL="2286000" lvl="4" indent="-228600" algn="l">
              <a:lnSpc>
                <a:spcPct val="108000"/>
              </a:lnSpc>
              <a:spcBef>
                <a:spcPts val="800"/>
              </a:spcBef>
              <a:spcAft>
                <a:spcPts val="0"/>
              </a:spcAft>
              <a:buSzPts val="1800"/>
              <a:buNone/>
              <a:defRPr/>
            </a:lvl5pPr>
            <a:lvl6pPr marL="2743200" lvl="5" indent="-228600" algn="l">
              <a:lnSpc>
                <a:spcPct val="108000"/>
              </a:lnSpc>
              <a:spcBef>
                <a:spcPts val="800"/>
              </a:spcBef>
              <a:spcAft>
                <a:spcPts val="0"/>
              </a:spcAft>
              <a:buSzPts val="1800"/>
              <a:buNone/>
              <a:defRPr/>
            </a:lvl6pPr>
            <a:lvl7pPr marL="3200400" lvl="6" indent="-228600" algn="l">
              <a:lnSpc>
                <a:spcPct val="108000"/>
              </a:lnSpc>
              <a:spcBef>
                <a:spcPts val="800"/>
              </a:spcBef>
              <a:spcAft>
                <a:spcPts val="0"/>
              </a:spcAft>
              <a:buSzPts val="1800"/>
              <a:buNone/>
              <a:defRPr/>
            </a:lvl7pPr>
            <a:lvl8pPr marL="3657600" lvl="7" indent="-228600" algn="l">
              <a:lnSpc>
                <a:spcPct val="108000"/>
              </a:lnSpc>
              <a:spcBef>
                <a:spcPts val="800"/>
              </a:spcBef>
              <a:spcAft>
                <a:spcPts val="0"/>
              </a:spcAft>
              <a:buSzPts val="1800"/>
              <a:buNone/>
              <a:defRPr/>
            </a:lvl8pPr>
            <a:lvl9pPr marL="4114800" lvl="8" indent="-228600" algn="l">
              <a:lnSpc>
                <a:spcPct val="90000"/>
              </a:lnSpc>
              <a:spcBef>
                <a:spcPts val="800"/>
              </a:spcBef>
              <a:spcAft>
                <a:spcPts val="0"/>
              </a:spcAft>
              <a:buSzPts val="1800"/>
              <a:buNone/>
              <a:defRPr/>
            </a:lvl9pPr>
          </a:lstStyle>
          <a:p>
            <a:endParaRPr/>
          </a:p>
        </p:txBody>
      </p:sp>
      <p:sp>
        <p:nvSpPr>
          <p:cNvPr id="119" name="Google Shape;119;p45"/>
          <p:cNvSpPr txBox="1">
            <a:spLocks noGrp="1"/>
          </p:cNvSpPr>
          <p:nvPr>
            <p:ph type="dt" idx="10"/>
          </p:nvPr>
        </p:nvSpPr>
        <p:spPr>
          <a:xfrm>
            <a:off x="1755648" y="6356352"/>
            <a:ext cx="3276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45"/>
          <p:cNvSpPr txBox="1">
            <a:spLocks noGrp="1"/>
          </p:cNvSpPr>
          <p:nvPr>
            <p:ph type="ftr" idx="11"/>
          </p:nvPr>
        </p:nvSpPr>
        <p:spPr>
          <a:xfrm>
            <a:off x="5346192" y="6356352"/>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45"/>
          <p:cNvSpPr txBox="1">
            <a:spLocks noGrp="1"/>
          </p:cNvSpPr>
          <p:nvPr>
            <p:ph type="sldNum" idx="12"/>
          </p:nvPr>
        </p:nvSpPr>
        <p:spPr>
          <a:xfrm>
            <a:off x="8555736" y="6356352"/>
            <a:ext cx="3276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22"/>
        <p:cNvGrpSpPr/>
        <p:nvPr/>
      </p:nvGrpSpPr>
      <p:grpSpPr>
        <a:xfrm>
          <a:off x="0" y="0"/>
          <a:ext cx="0" cy="0"/>
          <a:chOff x="0" y="0"/>
          <a:chExt cx="0" cy="0"/>
        </a:xfrm>
      </p:grpSpPr>
      <p:sp>
        <p:nvSpPr>
          <p:cNvPr id="123" name="Google Shape;123;p46"/>
          <p:cNvSpPr txBox="1">
            <a:spLocks noGrp="1"/>
          </p:cNvSpPr>
          <p:nvPr>
            <p:ph type="body" idx="1"/>
          </p:nvPr>
        </p:nvSpPr>
        <p:spPr>
          <a:xfrm>
            <a:off x="1752600" y="1414463"/>
            <a:ext cx="4702175"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08000"/>
              </a:lnSpc>
              <a:spcBef>
                <a:spcPts val="0"/>
              </a:spcBef>
              <a:spcAft>
                <a:spcPts val="0"/>
              </a:spcAft>
              <a:buSzPts val="2400"/>
              <a:buFont typeface="Quattrocento Sans"/>
              <a:buNone/>
              <a:defRPr sz="2400" b="1">
                <a:solidFill>
                  <a:srgbClr val="0C0C0C"/>
                </a:solidFill>
                <a:latin typeface="Poppins"/>
                <a:ea typeface="Poppins"/>
                <a:cs typeface="Poppins"/>
                <a:sym typeface="Poppins"/>
              </a:defRPr>
            </a:lvl1pPr>
            <a:lvl2pPr marL="914400" lvl="1" indent="-228600" algn="l">
              <a:lnSpc>
                <a:spcPct val="108000"/>
              </a:lnSpc>
              <a:spcBef>
                <a:spcPts val="800"/>
              </a:spcBef>
              <a:spcAft>
                <a:spcPts val="0"/>
              </a:spcAft>
              <a:buSzPts val="2000"/>
              <a:buFont typeface="Quattrocento Sans"/>
              <a:buNone/>
              <a:defRPr sz="2000" b="1"/>
            </a:lvl2pPr>
            <a:lvl3pPr marL="1371600" lvl="2" indent="-228600" algn="l">
              <a:lnSpc>
                <a:spcPct val="108000"/>
              </a:lnSpc>
              <a:spcBef>
                <a:spcPts val="800"/>
              </a:spcBef>
              <a:spcAft>
                <a:spcPts val="0"/>
              </a:spcAft>
              <a:buSzPts val="1800"/>
              <a:buFont typeface="Quattrocento Sans"/>
              <a:buNone/>
              <a:defRPr sz="1800" b="1"/>
            </a:lvl3pPr>
            <a:lvl4pPr marL="1828800" lvl="3" indent="-228600" algn="l">
              <a:lnSpc>
                <a:spcPct val="108000"/>
              </a:lnSpc>
              <a:spcBef>
                <a:spcPts val="800"/>
              </a:spcBef>
              <a:spcAft>
                <a:spcPts val="0"/>
              </a:spcAft>
              <a:buSzPts val="1600"/>
              <a:buFont typeface="Quattrocento Sans"/>
              <a:buNone/>
              <a:defRPr sz="1600" b="1"/>
            </a:lvl4pPr>
            <a:lvl5pPr marL="2286000" lvl="4" indent="-228600" algn="l">
              <a:lnSpc>
                <a:spcPct val="108000"/>
              </a:lnSpc>
              <a:spcBef>
                <a:spcPts val="800"/>
              </a:spcBef>
              <a:spcAft>
                <a:spcPts val="0"/>
              </a:spcAft>
              <a:buSzPts val="1600"/>
              <a:buFont typeface="Quattrocento Sans"/>
              <a:buNone/>
              <a:defRPr sz="1600" b="1"/>
            </a:lvl5pPr>
            <a:lvl6pPr marL="2743200" lvl="5" indent="-228600" algn="l">
              <a:lnSpc>
                <a:spcPct val="108000"/>
              </a:lnSpc>
              <a:spcBef>
                <a:spcPts val="800"/>
              </a:spcBef>
              <a:spcAft>
                <a:spcPts val="0"/>
              </a:spcAft>
              <a:buSzPts val="1600"/>
              <a:buFont typeface="Quattrocento Sans"/>
              <a:buNone/>
              <a:defRPr sz="1600" b="1"/>
            </a:lvl6pPr>
            <a:lvl7pPr marL="3200400" lvl="6" indent="-228600" algn="l">
              <a:lnSpc>
                <a:spcPct val="108000"/>
              </a:lnSpc>
              <a:spcBef>
                <a:spcPts val="800"/>
              </a:spcBef>
              <a:spcAft>
                <a:spcPts val="0"/>
              </a:spcAft>
              <a:buSzPts val="1600"/>
              <a:buFont typeface="Quattrocento Sans"/>
              <a:buNone/>
              <a:defRPr sz="1600" b="1"/>
            </a:lvl7pPr>
            <a:lvl8pPr marL="3657600" lvl="7" indent="-228600" algn="l">
              <a:lnSpc>
                <a:spcPct val="108000"/>
              </a:lnSpc>
              <a:spcBef>
                <a:spcPts val="800"/>
              </a:spcBef>
              <a:spcAft>
                <a:spcPts val="0"/>
              </a:spcAft>
              <a:buSzPts val="1600"/>
              <a:buFont typeface="Quattrocento Sans"/>
              <a:buNone/>
              <a:defRPr sz="1600" b="1"/>
            </a:lvl8pPr>
            <a:lvl9pPr marL="4114800" lvl="8" indent="-228600" algn="l">
              <a:lnSpc>
                <a:spcPct val="90000"/>
              </a:lnSpc>
              <a:spcBef>
                <a:spcPts val="800"/>
              </a:spcBef>
              <a:spcAft>
                <a:spcPts val="0"/>
              </a:spcAft>
              <a:buSzPts val="1600"/>
              <a:buNone/>
              <a:defRPr sz="1600" b="1"/>
            </a:lvl9pPr>
          </a:lstStyle>
          <a:p>
            <a:endParaRPr/>
          </a:p>
        </p:txBody>
      </p:sp>
      <p:sp>
        <p:nvSpPr>
          <p:cNvPr id="124" name="Google Shape;124;p46"/>
          <p:cNvSpPr txBox="1">
            <a:spLocks noGrp="1"/>
          </p:cNvSpPr>
          <p:nvPr>
            <p:ph type="body" idx="2"/>
          </p:nvPr>
        </p:nvSpPr>
        <p:spPr>
          <a:xfrm>
            <a:off x="1752600" y="2238375"/>
            <a:ext cx="4702175" cy="3684588"/>
          </a:xfrm>
          <a:prstGeom prst="rect">
            <a:avLst/>
          </a:prstGeom>
          <a:noFill/>
          <a:ln>
            <a:noFill/>
          </a:ln>
        </p:spPr>
        <p:txBody>
          <a:bodyPr spcFirstLastPara="1" wrap="square" lIns="91425" tIns="45700" rIns="91425" bIns="45700" anchor="t" anchorCtr="0">
            <a:normAutofit/>
          </a:bodyPr>
          <a:lstStyle>
            <a:lvl1pPr marL="457200" lvl="0" indent="-228600" algn="l">
              <a:lnSpc>
                <a:spcPct val="108000"/>
              </a:lnSpc>
              <a:spcBef>
                <a:spcPts val="0"/>
              </a:spcBef>
              <a:spcAft>
                <a:spcPts val="0"/>
              </a:spcAft>
              <a:buSzPts val="1800"/>
              <a:buNone/>
              <a:defRPr>
                <a:solidFill>
                  <a:srgbClr val="0C0C0C"/>
                </a:solidFill>
                <a:latin typeface="Poppins"/>
                <a:ea typeface="Poppins"/>
                <a:cs typeface="Poppins"/>
                <a:sym typeface="Poppins"/>
              </a:defRPr>
            </a:lvl1pPr>
            <a:lvl2pPr marL="914400" lvl="1" indent="-228600" algn="l">
              <a:lnSpc>
                <a:spcPct val="108000"/>
              </a:lnSpc>
              <a:spcBef>
                <a:spcPts val="800"/>
              </a:spcBef>
              <a:spcAft>
                <a:spcPts val="0"/>
              </a:spcAft>
              <a:buSzPts val="1800"/>
              <a:buNone/>
              <a:defRPr/>
            </a:lvl2pPr>
            <a:lvl3pPr marL="1371600" lvl="2" indent="-228600" algn="l">
              <a:lnSpc>
                <a:spcPct val="108000"/>
              </a:lnSpc>
              <a:spcBef>
                <a:spcPts val="800"/>
              </a:spcBef>
              <a:spcAft>
                <a:spcPts val="0"/>
              </a:spcAft>
              <a:buSzPts val="1800"/>
              <a:buNone/>
              <a:defRPr/>
            </a:lvl3pPr>
            <a:lvl4pPr marL="1828800" lvl="3" indent="-228600" algn="l">
              <a:lnSpc>
                <a:spcPct val="108000"/>
              </a:lnSpc>
              <a:spcBef>
                <a:spcPts val="800"/>
              </a:spcBef>
              <a:spcAft>
                <a:spcPts val="0"/>
              </a:spcAft>
              <a:buSzPts val="1800"/>
              <a:buNone/>
              <a:defRPr/>
            </a:lvl4pPr>
            <a:lvl5pPr marL="2286000" lvl="4" indent="-228600" algn="l">
              <a:lnSpc>
                <a:spcPct val="108000"/>
              </a:lnSpc>
              <a:spcBef>
                <a:spcPts val="800"/>
              </a:spcBef>
              <a:spcAft>
                <a:spcPts val="0"/>
              </a:spcAft>
              <a:buSzPts val="1800"/>
              <a:buNone/>
              <a:defRPr/>
            </a:lvl5pPr>
            <a:lvl6pPr marL="2743200" lvl="5" indent="-228600" algn="l">
              <a:lnSpc>
                <a:spcPct val="108000"/>
              </a:lnSpc>
              <a:spcBef>
                <a:spcPts val="800"/>
              </a:spcBef>
              <a:spcAft>
                <a:spcPts val="0"/>
              </a:spcAft>
              <a:buSzPts val="1800"/>
              <a:buNone/>
              <a:defRPr/>
            </a:lvl6pPr>
            <a:lvl7pPr marL="3200400" lvl="6" indent="-228600" algn="l">
              <a:lnSpc>
                <a:spcPct val="108000"/>
              </a:lnSpc>
              <a:spcBef>
                <a:spcPts val="800"/>
              </a:spcBef>
              <a:spcAft>
                <a:spcPts val="0"/>
              </a:spcAft>
              <a:buSzPts val="1800"/>
              <a:buNone/>
              <a:defRPr/>
            </a:lvl7pPr>
            <a:lvl8pPr marL="3657600" lvl="7" indent="-228600" algn="l">
              <a:lnSpc>
                <a:spcPct val="108000"/>
              </a:lnSpc>
              <a:spcBef>
                <a:spcPts val="800"/>
              </a:spcBef>
              <a:spcAft>
                <a:spcPts val="0"/>
              </a:spcAft>
              <a:buSzPts val="1800"/>
              <a:buNone/>
              <a:defRPr/>
            </a:lvl8pPr>
            <a:lvl9pPr marL="4114800" lvl="8" indent="-228600" algn="l">
              <a:lnSpc>
                <a:spcPct val="90000"/>
              </a:lnSpc>
              <a:spcBef>
                <a:spcPts val="800"/>
              </a:spcBef>
              <a:spcAft>
                <a:spcPts val="0"/>
              </a:spcAft>
              <a:buSzPts val="1800"/>
              <a:buNone/>
              <a:defRPr/>
            </a:lvl9pPr>
          </a:lstStyle>
          <a:p>
            <a:endParaRPr/>
          </a:p>
        </p:txBody>
      </p:sp>
      <p:sp>
        <p:nvSpPr>
          <p:cNvPr id="125" name="Google Shape;125;p46"/>
          <p:cNvSpPr txBox="1">
            <a:spLocks noGrp="1"/>
          </p:cNvSpPr>
          <p:nvPr>
            <p:ph type="body" idx="3"/>
          </p:nvPr>
        </p:nvSpPr>
        <p:spPr>
          <a:xfrm>
            <a:off x="7107004" y="1414463"/>
            <a:ext cx="4725332"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08000"/>
              </a:lnSpc>
              <a:spcBef>
                <a:spcPts val="0"/>
              </a:spcBef>
              <a:spcAft>
                <a:spcPts val="0"/>
              </a:spcAft>
              <a:buSzPts val="2400"/>
              <a:buFont typeface="Quattrocento Sans"/>
              <a:buNone/>
              <a:defRPr sz="2400" b="1">
                <a:solidFill>
                  <a:srgbClr val="0C0C0C"/>
                </a:solidFill>
                <a:latin typeface="Poppins"/>
                <a:ea typeface="Poppins"/>
                <a:cs typeface="Poppins"/>
                <a:sym typeface="Poppins"/>
              </a:defRPr>
            </a:lvl1pPr>
            <a:lvl2pPr marL="914400" lvl="1" indent="-228600" algn="l">
              <a:lnSpc>
                <a:spcPct val="108000"/>
              </a:lnSpc>
              <a:spcBef>
                <a:spcPts val="800"/>
              </a:spcBef>
              <a:spcAft>
                <a:spcPts val="0"/>
              </a:spcAft>
              <a:buSzPts val="2000"/>
              <a:buFont typeface="Quattrocento Sans"/>
              <a:buNone/>
              <a:defRPr sz="2000" b="1"/>
            </a:lvl2pPr>
            <a:lvl3pPr marL="1371600" lvl="2" indent="-228600" algn="l">
              <a:lnSpc>
                <a:spcPct val="108000"/>
              </a:lnSpc>
              <a:spcBef>
                <a:spcPts val="800"/>
              </a:spcBef>
              <a:spcAft>
                <a:spcPts val="0"/>
              </a:spcAft>
              <a:buSzPts val="1800"/>
              <a:buFont typeface="Quattrocento Sans"/>
              <a:buNone/>
              <a:defRPr sz="1800" b="1"/>
            </a:lvl3pPr>
            <a:lvl4pPr marL="1828800" lvl="3" indent="-228600" algn="l">
              <a:lnSpc>
                <a:spcPct val="108000"/>
              </a:lnSpc>
              <a:spcBef>
                <a:spcPts val="800"/>
              </a:spcBef>
              <a:spcAft>
                <a:spcPts val="0"/>
              </a:spcAft>
              <a:buSzPts val="1600"/>
              <a:buFont typeface="Quattrocento Sans"/>
              <a:buNone/>
              <a:defRPr sz="1600" b="1"/>
            </a:lvl4pPr>
            <a:lvl5pPr marL="2286000" lvl="4" indent="-228600" algn="l">
              <a:lnSpc>
                <a:spcPct val="108000"/>
              </a:lnSpc>
              <a:spcBef>
                <a:spcPts val="800"/>
              </a:spcBef>
              <a:spcAft>
                <a:spcPts val="0"/>
              </a:spcAft>
              <a:buSzPts val="1600"/>
              <a:buFont typeface="Quattrocento Sans"/>
              <a:buNone/>
              <a:defRPr sz="1600" b="1"/>
            </a:lvl5pPr>
            <a:lvl6pPr marL="2743200" lvl="5" indent="-228600" algn="l">
              <a:lnSpc>
                <a:spcPct val="108000"/>
              </a:lnSpc>
              <a:spcBef>
                <a:spcPts val="800"/>
              </a:spcBef>
              <a:spcAft>
                <a:spcPts val="0"/>
              </a:spcAft>
              <a:buSzPts val="1600"/>
              <a:buFont typeface="Quattrocento Sans"/>
              <a:buNone/>
              <a:defRPr sz="1600" b="1"/>
            </a:lvl6pPr>
            <a:lvl7pPr marL="3200400" lvl="6" indent="-228600" algn="l">
              <a:lnSpc>
                <a:spcPct val="108000"/>
              </a:lnSpc>
              <a:spcBef>
                <a:spcPts val="800"/>
              </a:spcBef>
              <a:spcAft>
                <a:spcPts val="0"/>
              </a:spcAft>
              <a:buSzPts val="1600"/>
              <a:buFont typeface="Quattrocento Sans"/>
              <a:buNone/>
              <a:defRPr sz="1600" b="1"/>
            </a:lvl7pPr>
            <a:lvl8pPr marL="3657600" lvl="7" indent="-228600" algn="l">
              <a:lnSpc>
                <a:spcPct val="108000"/>
              </a:lnSpc>
              <a:spcBef>
                <a:spcPts val="800"/>
              </a:spcBef>
              <a:spcAft>
                <a:spcPts val="0"/>
              </a:spcAft>
              <a:buSzPts val="1600"/>
              <a:buFont typeface="Quattrocento Sans"/>
              <a:buNone/>
              <a:defRPr sz="1600" b="1"/>
            </a:lvl8pPr>
            <a:lvl9pPr marL="4114800" lvl="8" indent="-228600" algn="l">
              <a:lnSpc>
                <a:spcPct val="90000"/>
              </a:lnSpc>
              <a:spcBef>
                <a:spcPts val="800"/>
              </a:spcBef>
              <a:spcAft>
                <a:spcPts val="0"/>
              </a:spcAft>
              <a:buSzPts val="1600"/>
              <a:buNone/>
              <a:defRPr sz="1600" b="1"/>
            </a:lvl9pPr>
          </a:lstStyle>
          <a:p>
            <a:endParaRPr/>
          </a:p>
        </p:txBody>
      </p:sp>
      <p:sp>
        <p:nvSpPr>
          <p:cNvPr id="126" name="Google Shape;126;p46"/>
          <p:cNvSpPr txBox="1">
            <a:spLocks noGrp="1"/>
          </p:cNvSpPr>
          <p:nvPr>
            <p:ph type="body" idx="4"/>
          </p:nvPr>
        </p:nvSpPr>
        <p:spPr>
          <a:xfrm>
            <a:off x="7107004" y="2238375"/>
            <a:ext cx="4725332" cy="3684588"/>
          </a:xfrm>
          <a:prstGeom prst="rect">
            <a:avLst/>
          </a:prstGeom>
          <a:noFill/>
          <a:ln>
            <a:noFill/>
          </a:ln>
        </p:spPr>
        <p:txBody>
          <a:bodyPr spcFirstLastPara="1" wrap="square" lIns="91425" tIns="45700" rIns="91425" bIns="45700" anchor="t" anchorCtr="0">
            <a:normAutofit/>
          </a:bodyPr>
          <a:lstStyle>
            <a:lvl1pPr marL="457200" lvl="0" indent="-228600" algn="l">
              <a:lnSpc>
                <a:spcPct val="108000"/>
              </a:lnSpc>
              <a:spcBef>
                <a:spcPts val="0"/>
              </a:spcBef>
              <a:spcAft>
                <a:spcPts val="0"/>
              </a:spcAft>
              <a:buSzPts val="1800"/>
              <a:buNone/>
              <a:defRPr>
                <a:solidFill>
                  <a:srgbClr val="0C0C0C"/>
                </a:solidFill>
                <a:latin typeface="Poppins"/>
                <a:ea typeface="Poppins"/>
                <a:cs typeface="Poppins"/>
                <a:sym typeface="Poppins"/>
              </a:defRPr>
            </a:lvl1pPr>
            <a:lvl2pPr marL="914400" lvl="1" indent="-228600" algn="l">
              <a:lnSpc>
                <a:spcPct val="108000"/>
              </a:lnSpc>
              <a:spcBef>
                <a:spcPts val="800"/>
              </a:spcBef>
              <a:spcAft>
                <a:spcPts val="0"/>
              </a:spcAft>
              <a:buSzPts val="1800"/>
              <a:buNone/>
              <a:defRPr/>
            </a:lvl2pPr>
            <a:lvl3pPr marL="1371600" lvl="2" indent="-228600" algn="l">
              <a:lnSpc>
                <a:spcPct val="108000"/>
              </a:lnSpc>
              <a:spcBef>
                <a:spcPts val="800"/>
              </a:spcBef>
              <a:spcAft>
                <a:spcPts val="0"/>
              </a:spcAft>
              <a:buSzPts val="1800"/>
              <a:buNone/>
              <a:defRPr/>
            </a:lvl3pPr>
            <a:lvl4pPr marL="1828800" lvl="3" indent="-228600" algn="l">
              <a:lnSpc>
                <a:spcPct val="108000"/>
              </a:lnSpc>
              <a:spcBef>
                <a:spcPts val="800"/>
              </a:spcBef>
              <a:spcAft>
                <a:spcPts val="0"/>
              </a:spcAft>
              <a:buSzPts val="1800"/>
              <a:buNone/>
              <a:defRPr/>
            </a:lvl4pPr>
            <a:lvl5pPr marL="2286000" lvl="4" indent="-228600" algn="l">
              <a:lnSpc>
                <a:spcPct val="108000"/>
              </a:lnSpc>
              <a:spcBef>
                <a:spcPts val="800"/>
              </a:spcBef>
              <a:spcAft>
                <a:spcPts val="0"/>
              </a:spcAft>
              <a:buSzPts val="1800"/>
              <a:buNone/>
              <a:defRPr/>
            </a:lvl5pPr>
            <a:lvl6pPr marL="2743200" lvl="5" indent="-228600" algn="l">
              <a:lnSpc>
                <a:spcPct val="108000"/>
              </a:lnSpc>
              <a:spcBef>
                <a:spcPts val="800"/>
              </a:spcBef>
              <a:spcAft>
                <a:spcPts val="0"/>
              </a:spcAft>
              <a:buSzPts val="1800"/>
              <a:buNone/>
              <a:defRPr/>
            </a:lvl6pPr>
            <a:lvl7pPr marL="3200400" lvl="6" indent="-228600" algn="l">
              <a:lnSpc>
                <a:spcPct val="108000"/>
              </a:lnSpc>
              <a:spcBef>
                <a:spcPts val="800"/>
              </a:spcBef>
              <a:spcAft>
                <a:spcPts val="0"/>
              </a:spcAft>
              <a:buSzPts val="1800"/>
              <a:buNone/>
              <a:defRPr/>
            </a:lvl7pPr>
            <a:lvl8pPr marL="3657600" lvl="7" indent="-228600" algn="l">
              <a:lnSpc>
                <a:spcPct val="108000"/>
              </a:lnSpc>
              <a:spcBef>
                <a:spcPts val="800"/>
              </a:spcBef>
              <a:spcAft>
                <a:spcPts val="0"/>
              </a:spcAft>
              <a:buSzPts val="1800"/>
              <a:buNone/>
              <a:defRPr/>
            </a:lvl8pPr>
            <a:lvl9pPr marL="4114800" lvl="8" indent="-228600" algn="l">
              <a:lnSpc>
                <a:spcPct val="90000"/>
              </a:lnSpc>
              <a:spcBef>
                <a:spcPts val="800"/>
              </a:spcBef>
              <a:spcAft>
                <a:spcPts val="0"/>
              </a:spcAft>
              <a:buSzPts val="1800"/>
              <a:buNone/>
              <a:defRPr/>
            </a:lvl9pPr>
          </a:lstStyle>
          <a:p>
            <a:endParaRPr/>
          </a:p>
        </p:txBody>
      </p:sp>
      <p:sp>
        <p:nvSpPr>
          <p:cNvPr id="127" name="Google Shape;127;p46"/>
          <p:cNvSpPr txBox="1">
            <a:spLocks noGrp="1"/>
          </p:cNvSpPr>
          <p:nvPr>
            <p:ph type="dt" idx="10"/>
          </p:nvPr>
        </p:nvSpPr>
        <p:spPr>
          <a:xfrm>
            <a:off x="1755648" y="6356352"/>
            <a:ext cx="3276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46"/>
          <p:cNvSpPr txBox="1">
            <a:spLocks noGrp="1"/>
          </p:cNvSpPr>
          <p:nvPr>
            <p:ph type="ftr" idx="11"/>
          </p:nvPr>
        </p:nvSpPr>
        <p:spPr>
          <a:xfrm>
            <a:off x="5346192" y="6356352"/>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46"/>
          <p:cNvSpPr txBox="1">
            <a:spLocks noGrp="1"/>
          </p:cNvSpPr>
          <p:nvPr>
            <p:ph type="sldNum" idx="12"/>
          </p:nvPr>
        </p:nvSpPr>
        <p:spPr>
          <a:xfrm>
            <a:off x="8555736" y="6356352"/>
            <a:ext cx="3276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
        <p:nvSpPr>
          <p:cNvPr id="130" name="Google Shape;130;p46"/>
          <p:cNvSpPr txBox="1">
            <a:spLocks noGrp="1"/>
          </p:cNvSpPr>
          <p:nvPr>
            <p:ph type="title"/>
          </p:nvPr>
        </p:nvSpPr>
        <p:spPr>
          <a:xfrm>
            <a:off x="521208" y="448056"/>
            <a:ext cx="11311128" cy="640080"/>
          </a:xfrm>
          <a:prstGeom prst="rect">
            <a:avLst/>
          </a:prstGeom>
          <a:solidFill>
            <a:srgbClr val="A22C00"/>
          </a:solid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5"/>
        <p:cNvGrpSpPr/>
        <p:nvPr/>
      </p:nvGrpSpPr>
      <p:grpSpPr>
        <a:xfrm>
          <a:off x="0" y="0"/>
          <a:ext cx="0" cy="0"/>
          <a:chOff x="0" y="0"/>
          <a:chExt cx="0" cy="0"/>
        </a:xfrm>
      </p:grpSpPr>
      <p:sp>
        <p:nvSpPr>
          <p:cNvPr id="136" name="Google Shape;136;p48"/>
          <p:cNvSpPr txBox="1">
            <a:spLocks noGrp="1"/>
          </p:cNvSpPr>
          <p:nvPr>
            <p:ph type="title"/>
          </p:nvPr>
        </p:nvSpPr>
        <p:spPr>
          <a:xfrm>
            <a:off x="1771650" y="457200"/>
            <a:ext cx="3943350" cy="1600200"/>
          </a:xfrm>
          <a:prstGeom prst="rect">
            <a:avLst/>
          </a:prstGeom>
          <a:solidFill>
            <a:srgbClr val="A22C00"/>
          </a:solid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Cambria"/>
              <a:buNone/>
              <a:defRPr sz="3200">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p48"/>
          <p:cNvSpPr txBox="1">
            <a:spLocks noGrp="1"/>
          </p:cNvSpPr>
          <p:nvPr>
            <p:ph type="body" idx="1"/>
          </p:nvPr>
        </p:nvSpPr>
        <p:spPr>
          <a:xfrm>
            <a:off x="6210300" y="987425"/>
            <a:ext cx="5622035"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108000"/>
              </a:lnSpc>
              <a:spcBef>
                <a:spcPts val="0"/>
              </a:spcBef>
              <a:spcAft>
                <a:spcPts val="0"/>
              </a:spcAft>
              <a:buSzPts val="3200"/>
              <a:buFont typeface="Quattrocento Sans"/>
              <a:buNone/>
              <a:defRPr sz="3200">
                <a:solidFill>
                  <a:srgbClr val="0C0C0C"/>
                </a:solidFill>
                <a:latin typeface="Poppins"/>
                <a:ea typeface="Poppins"/>
                <a:cs typeface="Poppins"/>
                <a:sym typeface="Poppins"/>
              </a:defRPr>
            </a:lvl1pPr>
            <a:lvl2pPr marL="914400" lvl="1" indent="-228600" algn="l">
              <a:lnSpc>
                <a:spcPct val="108000"/>
              </a:lnSpc>
              <a:spcBef>
                <a:spcPts val="800"/>
              </a:spcBef>
              <a:spcAft>
                <a:spcPts val="0"/>
              </a:spcAft>
              <a:buSzPts val="2800"/>
              <a:buFont typeface="Quattrocento Sans"/>
              <a:buNone/>
              <a:defRPr sz="2800"/>
            </a:lvl2pPr>
            <a:lvl3pPr marL="1371600" lvl="2" indent="-228600" algn="l">
              <a:lnSpc>
                <a:spcPct val="108000"/>
              </a:lnSpc>
              <a:spcBef>
                <a:spcPts val="800"/>
              </a:spcBef>
              <a:spcAft>
                <a:spcPts val="0"/>
              </a:spcAft>
              <a:buSzPts val="2400"/>
              <a:buFont typeface="Quattrocento Sans"/>
              <a:buNone/>
              <a:defRPr sz="2400"/>
            </a:lvl3pPr>
            <a:lvl4pPr marL="1828800" lvl="3" indent="-228600" algn="l">
              <a:lnSpc>
                <a:spcPct val="108000"/>
              </a:lnSpc>
              <a:spcBef>
                <a:spcPts val="800"/>
              </a:spcBef>
              <a:spcAft>
                <a:spcPts val="0"/>
              </a:spcAft>
              <a:buSzPts val="2000"/>
              <a:buFont typeface="Quattrocento Sans"/>
              <a:buNone/>
              <a:defRPr sz="2000"/>
            </a:lvl4pPr>
            <a:lvl5pPr marL="2286000" lvl="4" indent="-228600" algn="l">
              <a:lnSpc>
                <a:spcPct val="108000"/>
              </a:lnSpc>
              <a:spcBef>
                <a:spcPts val="800"/>
              </a:spcBef>
              <a:spcAft>
                <a:spcPts val="0"/>
              </a:spcAft>
              <a:buSzPts val="2000"/>
              <a:buFont typeface="Quattrocento Sans"/>
              <a:buNone/>
              <a:defRPr sz="2000"/>
            </a:lvl5pPr>
            <a:lvl6pPr marL="2743200" lvl="5" indent="-228600" algn="l">
              <a:lnSpc>
                <a:spcPct val="108000"/>
              </a:lnSpc>
              <a:spcBef>
                <a:spcPts val="800"/>
              </a:spcBef>
              <a:spcAft>
                <a:spcPts val="0"/>
              </a:spcAft>
              <a:buSzPts val="2000"/>
              <a:buFont typeface="Quattrocento Sans"/>
              <a:buNone/>
              <a:defRPr sz="2000"/>
            </a:lvl6pPr>
            <a:lvl7pPr marL="3200400" lvl="6" indent="-228600" algn="l">
              <a:lnSpc>
                <a:spcPct val="108000"/>
              </a:lnSpc>
              <a:spcBef>
                <a:spcPts val="800"/>
              </a:spcBef>
              <a:spcAft>
                <a:spcPts val="0"/>
              </a:spcAft>
              <a:buSzPts val="2000"/>
              <a:buFont typeface="Quattrocento Sans"/>
              <a:buNone/>
              <a:defRPr sz="2000"/>
            </a:lvl7pPr>
            <a:lvl8pPr marL="3657600" lvl="7" indent="-228600" algn="l">
              <a:lnSpc>
                <a:spcPct val="108000"/>
              </a:lnSpc>
              <a:spcBef>
                <a:spcPts val="800"/>
              </a:spcBef>
              <a:spcAft>
                <a:spcPts val="0"/>
              </a:spcAft>
              <a:buSzPts val="2000"/>
              <a:buFont typeface="Quattrocento Sans"/>
              <a:buNone/>
              <a:defRPr sz="2000"/>
            </a:lvl8pPr>
            <a:lvl9pPr marL="4114800" lvl="8" indent="-228600" algn="l">
              <a:lnSpc>
                <a:spcPct val="90000"/>
              </a:lnSpc>
              <a:spcBef>
                <a:spcPts val="800"/>
              </a:spcBef>
              <a:spcAft>
                <a:spcPts val="0"/>
              </a:spcAft>
              <a:buSzPts val="2000"/>
              <a:buNone/>
              <a:defRPr sz="2000"/>
            </a:lvl9pPr>
          </a:lstStyle>
          <a:p>
            <a:endParaRPr/>
          </a:p>
        </p:txBody>
      </p:sp>
      <p:sp>
        <p:nvSpPr>
          <p:cNvPr id="138" name="Google Shape;138;p48"/>
          <p:cNvSpPr txBox="1">
            <a:spLocks noGrp="1"/>
          </p:cNvSpPr>
          <p:nvPr>
            <p:ph type="body" idx="2"/>
          </p:nvPr>
        </p:nvSpPr>
        <p:spPr>
          <a:xfrm>
            <a:off x="1771650" y="2171700"/>
            <a:ext cx="3943350" cy="3697288"/>
          </a:xfrm>
          <a:prstGeom prst="rect">
            <a:avLst/>
          </a:prstGeom>
          <a:noFill/>
          <a:ln>
            <a:noFill/>
          </a:ln>
        </p:spPr>
        <p:txBody>
          <a:bodyPr spcFirstLastPara="1" wrap="square" lIns="91425" tIns="45700" rIns="91425" bIns="45700" anchor="t" anchorCtr="0">
            <a:normAutofit/>
          </a:bodyPr>
          <a:lstStyle>
            <a:lvl1pPr marL="457200" lvl="0" indent="-228600" algn="l">
              <a:lnSpc>
                <a:spcPct val="108000"/>
              </a:lnSpc>
              <a:spcBef>
                <a:spcPts val="0"/>
              </a:spcBef>
              <a:spcAft>
                <a:spcPts val="0"/>
              </a:spcAft>
              <a:buSzPts val="1600"/>
              <a:buFont typeface="Quattrocento Sans"/>
              <a:buNone/>
              <a:defRPr sz="1600">
                <a:solidFill>
                  <a:srgbClr val="0C0C0C"/>
                </a:solidFill>
                <a:latin typeface="Poppins"/>
                <a:ea typeface="Poppins"/>
                <a:cs typeface="Poppins"/>
                <a:sym typeface="Poppins"/>
              </a:defRPr>
            </a:lvl1pPr>
            <a:lvl2pPr marL="914400" lvl="1" indent="-228600" algn="l">
              <a:lnSpc>
                <a:spcPct val="108000"/>
              </a:lnSpc>
              <a:spcBef>
                <a:spcPts val="800"/>
              </a:spcBef>
              <a:spcAft>
                <a:spcPts val="0"/>
              </a:spcAft>
              <a:buSzPts val="1400"/>
              <a:buFont typeface="Quattrocento Sans"/>
              <a:buNone/>
              <a:defRPr sz="1400"/>
            </a:lvl2pPr>
            <a:lvl3pPr marL="1371600" lvl="2" indent="-228600" algn="l">
              <a:lnSpc>
                <a:spcPct val="108000"/>
              </a:lnSpc>
              <a:spcBef>
                <a:spcPts val="800"/>
              </a:spcBef>
              <a:spcAft>
                <a:spcPts val="0"/>
              </a:spcAft>
              <a:buSzPts val="1200"/>
              <a:buFont typeface="Quattrocento Sans"/>
              <a:buNone/>
              <a:defRPr sz="1200"/>
            </a:lvl3pPr>
            <a:lvl4pPr marL="1828800" lvl="3" indent="-228600" algn="l">
              <a:lnSpc>
                <a:spcPct val="108000"/>
              </a:lnSpc>
              <a:spcBef>
                <a:spcPts val="800"/>
              </a:spcBef>
              <a:spcAft>
                <a:spcPts val="0"/>
              </a:spcAft>
              <a:buSzPts val="1000"/>
              <a:buFont typeface="Quattrocento Sans"/>
              <a:buNone/>
              <a:defRPr sz="1000"/>
            </a:lvl4pPr>
            <a:lvl5pPr marL="2286000" lvl="4" indent="-228600" algn="l">
              <a:lnSpc>
                <a:spcPct val="108000"/>
              </a:lnSpc>
              <a:spcBef>
                <a:spcPts val="800"/>
              </a:spcBef>
              <a:spcAft>
                <a:spcPts val="0"/>
              </a:spcAft>
              <a:buSzPts val="1000"/>
              <a:buFont typeface="Quattrocento Sans"/>
              <a:buNone/>
              <a:defRPr sz="1000"/>
            </a:lvl5pPr>
            <a:lvl6pPr marL="2743200" lvl="5" indent="-228600" algn="l">
              <a:lnSpc>
                <a:spcPct val="108000"/>
              </a:lnSpc>
              <a:spcBef>
                <a:spcPts val="800"/>
              </a:spcBef>
              <a:spcAft>
                <a:spcPts val="0"/>
              </a:spcAft>
              <a:buSzPts val="1000"/>
              <a:buFont typeface="Quattrocento Sans"/>
              <a:buNone/>
              <a:defRPr sz="1000"/>
            </a:lvl6pPr>
            <a:lvl7pPr marL="3200400" lvl="6" indent="-228600" algn="l">
              <a:lnSpc>
                <a:spcPct val="108000"/>
              </a:lnSpc>
              <a:spcBef>
                <a:spcPts val="800"/>
              </a:spcBef>
              <a:spcAft>
                <a:spcPts val="0"/>
              </a:spcAft>
              <a:buSzPts val="1000"/>
              <a:buFont typeface="Quattrocento Sans"/>
              <a:buNone/>
              <a:defRPr sz="1000"/>
            </a:lvl7pPr>
            <a:lvl8pPr marL="3657600" lvl="7" indent="-228600" algn="l">
              <a:lnSpc>
                <a:spcPct val="108000"/>
              </a:lnSpc>
              <a:spcBef>
                <a:spcPts val="800"/>
              </a:spcBef>
              <a:spcAft>
                <a:spcPts val="0"/>
              </a:spcAft>
              <a:buSzPts val="1000"/>
              <a:buFont typeface="Quattrocento Sans"/>
              <a:buNone/>
              <a:defRPr sz="1000"/>
            </a:lvl8pPr>
            <a:lvl9pPr marL="4114800" lvl="8" indent="-228600" algn="l">
              <a:lnSpc>
                <a:spcPct val="90000"/>
              </a:lnSpc>
              <a:spcBef>
                <a:spcPts val="800"/>
              </a:spcBef>
              <a:spcAft>
                <a:spcPts val="0"/>
              </a:spcAft>
              <a:buSzPts val="1000"/>
              <a:buNone/>
              <a:defRPr sz="1000"/>
            </a:lvl9pPr>
          </a:lstStyle>
          <a:p>
            <a:endParaRPr/>
          </a:p>
        </p:txBody>
      </p:sp>
      <p:sp>
        <p:nvSpPr>
          <p:cNvPr id="139" name="Google Shape;139;p48"/>
          <p:cNvSpPr txBox="1">
            <a:spLocks noGrp="1"/>
          </p:cNvSpPr>
          <p:nvPr>
            <p:ph type="dt" idx="10"/>
          </p:nvPr>
        </p:nvSpPr>
        <p:spPr>
          <a:xfrm>
            <a:off x="1755648" y="6356352"/>
            <a:ext cx="3276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48"/>
          <p:cNvSpPr txBox="1">
            <a:spLocks noGrp="1"/>
          </p:cNvSpPr>
          <p:nvPr>
            <p:ph type="ftr" idx="11"/>
          </p:nvPr>
        </p:nvSpPr>
        <p:spPr>
          <a:xfrm>
            <a:off x="5346192" y="6356352"/>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p48"/>
          <p:cNvSpPr txBox="1">
            <a:spLocks noGrp="1"/>
          </p:cNvSpPr>
          <p:nvPr>
            <p:ph type="sldNum" idx="12"/>
          </p:nvPr>
        </p:nvSpPr>
        <p:spPr>
          <a:xfrm>
            <a:off x="8555736" y="6356352"/>
            <a:ext cx="3276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2"/>
        <p:cNvGrpSpPr/>
        <p:nvPr/>
      </p:nvGrpSpPr>
      <p:grpSpPr>
        <a:xfrm>
          <a:off x="0" y="0"/>
          <a:ext cx="0" cy="0"/>
          <a:chOff x="0" y="0"/>
          <a:chExt cx="0" cy="0"/>
        </a:xfrm>
      </p:grpSpPr>
      <p:sp>
        <p:nvSpPr>
          <p:cNvPr id="143" name="Google Shape;143;p49"/>
          <p:cNvSpPr txBox="1">
            <a:spLocks noGrp="1"/>
          </p:cNvSpPr>
          <p:nvPr>
            <p:ph type="title"/>
          </p:nvPr>
        </p:nvSpPr>
        <p:spPr>
          <a:xfrm>
            <a:off x="1773936" y="457200"/>
            <a:ext cx="3941064" cy="1600200"/>
          </a:xfrm>
          <a:prstGeom prst="rect">
            <a:avLst/>
          </a:prstGeom>
          <a:solidFill>
            <a:srgbClr val="A22C00"/>
          </a:solid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Cambria"/>
              <a:buNone/>
              <a:defRPr sz="3200">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4" name="Google Shape;144;p49" descr="An empty placeholder to add an image. Click on the placeholder and select the image that you wish to add"/>
          <p:cNvSpPr>
            <a:spLocks noGrp="1"/>
          </p:cNvSpPr>
          <p:nvPr>
            <p:ph type="pic" idx="2"/>
          </p:nvPr>
        </p:nvSpPr>
        <p:spPr>
          <a:xfrm>
            <a:off x="6208776" y="987425"/>
            <a:ext cx="5623560" cy="4873625"/>
          </a:xfrm>
          <a:prstGeom prst="rect">
            <a:avLst/>
          </a:prstGeom>
          <a:noFill/>
          <a:ln>
            <a:noFill/>
          </a:ln>
        </p:spPr>
        <p:txBody>
          <a:bodyPr/>
          <a:lstStyle/>
          <a:p>
            <a:endParaRPr lang="en-PH"/>
          </a:p>
        </p:txBody>
      </p:sp>
      <p:sp>
        <p:nvSpPr>
          <p:cNvPr id="145" name="Google Shape;145;p49"/>
          <p:cNvSpPr txBox="1">
            <a:spLocks noGrp="1"/>
          </p:cNvSpPr>
          <p:nvPr>
            <p:ph type="body" idx="1"/>
          </p:nvPr>
        </p:nvSpPr>
        <p:spPr>
          <a:xfrm>
            <a:off x="1773936" y="2176272"/>
            <a:ext cx="3941064" cy="3694176"/>
          </a:xfrm>
          <a:prstGeom prst="rect">
            <a:avLst/>
          </a:prstGeom>
          <a:noFill/>
          <a:ln>
            <a:noFill/>
          </a:ln>
        </p:spPr>
        <p:txBody>
          <a:bodyPr spcFirstLastPara="1" wrap="square" lIns="91425" tIns="45700" rIns="91425" bIns="45700" anchor="t" anchorCtr="0">
            <a:normAutofit/>
          </a:bodyPr>
          <a:lstStyle>
            <a:lvl1pPr marL="457200" lvl="0" indent="-228600" algn="l">
              <a:lnSpc>
                <a:spcPct val="108000"/>
              </a:lnSpc>
              <a:spcBef>
                <a:spcPts val="0"/>
              </a:spcBef>
              <a:spcAft>
                <a:spcPts val="0"/>
              </a:spcAft>
              <a:buSzPts val="1600"/>
              <a:buFont typeface="Quattrocento Sans"/>
              <a:buNone/>
              <a:defRPr sz="1600">
                <a:latin typeface="Poppins"/>
                <a:ea typeface="Poppins"/>
                <a:cs typeface="Poppins"/>
                <a:sym typeface="Poppins"/>
              </a:defRPr>
            </a:lvl1pPr>
            <a:lvl2pPr marL="914400" lvl="1" indent="-228600" algn="l">
              <a:lnSpc>
                <a:spcPct val="108000"/>
              </a:lnSpc>
              <a:spcBef>
                <a:spcPts val="800"/>
              </a:spcBef>
              <a:spcAft>
                <a:spcPts val="0"/>
              </a:spcAft>
              <a:buSzPts val="1400"/>
              <a:buFont typeface="Quattrocento Sans"/>
              <a:buNone/>
              <a:defRPr sz="1400"/>
            </a:lvl2pPr>
            <a:lvl3pPr marL="1371600" lvl="2" indent="-228600" algn="l">
              <a:lnSpc>
                <a:spcPct val="108000"/>
              </a:lnSpc>
              <a:spcBef>
                <a:spcPts val="800"/>
              </a:spcBef>
              <a:spcAft>
                <a:spcPts val="0"/>
              </a:spcAft>
              <a:buSzPts val="1200"/>
              <a:buFont typeface="Quattrocento Sans"/>
              <a:buNone/>
              <a:defRPr sz="1200"/>
            </a:lvl3pPr>
            <a:lvl4pPr marL="1828800" lvl="3" indent="-228600" algn="l">
              <a:lnSpc>
                <a:spcPct val="108000"/>
              </a:lnSpc>
              <a:spcBef>
                <a:spcPts val="800"/>
              </a:spcBef>
              <a:spcAft>
                <a:spcPts val="0"/>
              </a:spcAft>
              <a:buSzPts val="1000"/>
              <a:buFont typeface="Quattrocento Sans"/>
              <a:buNone/>
              <a:defRPr sz="1000"/>
            </a:lvl4pPr>
            <a:lvl5pPr marL="2286000" lvl="4" indent="-228600" algn="l">
              <a:lnSpc>
                <a:spcPct val="108000"/>
              </a:lnSpc>
              <a:spcBef>
                <a:spcPts val="800"/>
              </a:spcBef>
              <a:spcAft>
                <a:spcPts val="0"/>
              </a:spcAft>
              <a:buSzPts val="1000"/>
              <a:buFont typeface="Quattrocento Sans"/>
              <a:buNone/>
              <a:defRPr sz="1000"/>
            </a:lvl5pPr>
            <a:lvl6pPr marL="2743200" lvl="5" indent="-228600" algn="l">
              <a:lnSpc>
                <a:spcPct val="108000"/>
              </a:lnSpc>
              <a:spcBef>
                <a:spcPts val="800"/>
              </a:spcBef>
              <a:spcAft>
                <a:spcPts val="0"/>
              </a:spcAft>
              <a:buSzPts val="1000"/>
              <a:buFont typeface="Quattrocento Sans"/>
              <a:buNone/>
              <a:defRPr sz="1000"/>
            </a:lvl6pPr>
            <a:lvl7pPr marL="3200400" lvl="6" indent="-228600" algn="l">
              <a:lnSpc>
                <a:spcPct val="108000"/>
              </a:lnSpc>
              <a:spcBef>
                <a:spcPts val="800"/>
              </a:spcBef>
              <a:spcAft>
                <a:spcPts val="0"/>
              </a:spcAft>
              <a:buSzPts val="1000"/>
              <a:buFont typeface="Quattrocento Sans"/>
              <a:buNone/>
              <a:defRPr sz="1000"/>
            </a:lvl7pPr>
            <a:lvl8pPr marL="3657600" lvl="7" indent="-228600" algn="l">
              <a:lnSpc>
                <a:spcPct val="108000"/>
              </a:lnSpc>
              <a:spcBef>
                <a:spcPts val="800"/>
              </a:spcBef>
              <a:spcAft>
                <a:spcPts val="0"/>
              </a:spcAft>
              <a:buSzPts val="1000"/>
              <a:buFont typeface="Quattrocento Sans"/>
              <a:buNone/>
              <a:defRPr sz="1000"/>
            </a:lvl8pPr>
            <a:lvl9pPr marL="4114800" lvl="8" indent="-228600" algn="l">
              <a:lnSpc>
                <a:spcPct val="90000"/>
              </a:lnSpc>
              <a:spcBef>
                <a:spcPts val="800"/>
              </a:spcBef>
              <a:spcAft>
                <a:spcPts val="0"/>
              </a:spcAft>
              <a:buSzPts val="1000"/>
              <a:buNone/>
              <a:defRPr sz="1000"/>
            </a:lvl9pPr>
          </a:lstStyle>
          <a:p>
            <a:endParaRPr/>
          </a:p>
        </p:txBody>
      </p:sp>
      <p:sp>
        <p:nvSpPr>
          <p:cNvPr id="146" name="Google Shape;146;p49"/>
          <p:cNvSpPr txBox="1">
            <a:spLocks noGrp="1"/>
          </p:cNvSpPr>
          <p:nvPr>
            <p:ph type="dt" idx="10"/>
          </p:nvPr>
        </p:nvSpPr>
        <p:spPr>
          <a:xfrm>
            <a:off x="1755648" y="6356352"/>
            <a:ext cx="3276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49"/>
          <p:cNvSpPr txBox="1">
            <a:spLocks noGrp="1"/>
          </p:cNvSpPr>
          <p:nvPr>
            <p:ph type="ftr" idx="11"/>
          </p:nvPr>
        </p:nvSpPr>
        <p:spPr>
          <a:xfrm>
            <a:off x="5346192" y="6356352"/>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p49"/>
          <p:cNvSpPr txBox="1">
            <a:spLocks noGrp="1"/>
          </p:cNvSpPr>
          <p:nvPr>
            <p:ph type="sldNum" idx="12"/>
          </p:nvPr>
        </p:nvSpPr>
        <p:spPr>
          <a:xfrm>
            <a:off x="8555736" y="6356352"/>
            <a:ext cx="3276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9"/>
        <p:cNvGrpSpPr/>
        <p:nvPr/>
      </p:nvGrpSpPr>
      <p:grpSpPr>
        <a:xfrm>
          <a:off x="0" y="0"/>
          <a:ext cx="0" cy="0"/>
          <a:chOff x="0" y="0"/>
          <a:chExt cx="0" cy="0"/>
        </a:xfrm>
      </p:grpSpPr>
      <p:sp>
        <p:nvSpPr>
          <p:cNvPr id="150" name="Google Shape;150;p50"/>
          <p:cNvSpPr txBox="1">
            <a:spLocks noGrp="1"/>
          </p:cNvSpPr>
          <p:nvPr>
            <p:ph type="title"/>
          </p:nvPr>
        </p:nvSpPr>
        <p:spPr>
          <a:xfrm>
            <a:off x="521208" y="448056"/>
            <a:ext cx="11311128" cy="640080"/>
          </a:xfrm>
          <a:prstGeom prst="rect">
            <a:avLst/>
          </a:prstGeom>
          <a:solidFill>
            <a:srgbClr val="A22C00"/>
          </a:solid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p50"/>
          <p:cNvSpPr txBox="1">
            <a:spLocks noGrp="1"/>
          </p:cNvSpPr>
          <p:nvPr>
            <p:ph type="body" idx="1"/>
          </p:nvPr>
        </p:nvSpPr>
        <p:spPr>
          <a:xfrm rot="5400000">
            <a:off x="4600956" y="-1397508"/>
            <a:ext cx="4386072" cy="10076688"/>
          </a:xfrm>
          <a:prstGeom prst="rect">
            <a:avLst/>
          </a:prstGeom>
          <a:noFill/>
          <a:ln>
            <a:noFill/>
          </a:ln>
        </p:spPr>
        <p:txBody>
          <a:bodyPr spcFirstLastPara="1" wrap="square" lIns="91425" tIns="45700" rIns="91425" bIns="45700" anchor="t" anchorCtr="0">
            <a:normAutofit/>
          </a:bodyPr>
          <a:lstStyle>
            <a:lvl1pPr marL="457200" lvl="0" indent="-228600" algn="l">
              <a:lnSpc>
                <a:spcPct val="108000"/>
              </a:lnSpc>
              <a:spcBef>
                <a:spcPts val="0"/>
              </a:spcBef>
              <a:spcAft>
                <a:spcPts val="0"/>
              </a:spcAft>
              <a:buSzPts val="1800"/>
              <a:buNone/>
              <a:defRPr>
                <a:solidFill>
                  <a:srgbClr val="0C0C0C"/>
                </a:solidFill>
                <a:latin typeface="Poppins"/>
                <a:ea typeface="Poppins"/>
                <a:cs typeface="Poppins"/>
                <a:sym typeface="Poppins"/>
              </a:defRPr>
            </a:lvl1pPr>
            <a:lvl2pPr marL="914400" lvl="1" indent="-228600" algn="l">
              <a:lnSpc>
                <a:spcPct val="108000"/>
              </a:lnSpc>
              <a:spcBef>
                <a:spcPts val="800"/>
              </a:spcBef>
              <a:spcAft>
                <a:spcPts val="0"/>
              </a:spcAft>
              <a:buSzPts val="1800"/>
              <a:buNone/>
              <a:defRPr/>
            </a:lvl2pPr>
            <a:lvl3pPr marL="1371600" lvl="2" indent="-228600" algn="l">
              <a:lnSpc>
                <a:spcPct val="108000"/>
              </a:lnSpc>
              <a:spcBef>
                <a:spcPts val="800"/>
              </a:spcBef>
              <a:spcAft>
                <a:spcPts val="0"/>
              </a:spcAft>
              <a:buSzPts val="1800"/>
              <a:buNone/>
              <a:defRPr/>
            </a:lvl3pPr>
            <a:lvl4pPr marL="1828800" lvl="3" indent="-228600" algn="l">
              <a:lnSpc>
                <a:spcPct val="108000"/>
              </a:lnSpc>
              <a:spcBef>
                <a:spcPts val="800"/>
              </a:spcBef>
              <a:spcAft>
                <a:spcPts val="0"/>
              </a:spcAft>
              <a:buSzPts val="1800"/>
              <a:buNone/>
              <a:defRPr/>
            </a:lvl4pPr>
            <a:lvl5pPr marL="2286000" lvl="4" indent="-228600" algn="l">
              <a:lnSpc>
                <a:spcPct val="108000"/>
              </a:lnSpc>
              <a:spcBef>
                <a:spcPts val="800"/>
              </a:spcBef>
              <a:spcAft>
                <a:spcPts val="0"/>
              </a:spcAft>
              <a:buSzPts val="1800"/>
              <a:buNone/>
              <a:defRPr/>
            </a:lvl5pPr>
            <a:lvl6pPr marL="2743200" lvl="5" indent="-228600" algn="l">
              <a:lnSpc>
                <a:spcPct val="108000"/>
              </a:lnSpc>
              <a:spcBef>
                <a:spcPts val="800"/>
              </a:spcBef>
              <a:spcAft>
                <a:spcPts val="0"/>
              </a:spcAft>
              <a:buSzPts val="1800"/>
              <a:buNone/>
              <a:defRPr/>
            </a:lvl6pPr>
            <a:lvl7pPr marL="3200400" lvl="6" indent="-228600" algn="l">
              <a:lnSpc>
                <a:spcPct val="108000"/>
              </a:lnSpc>
              <a:spcBef>
                <a:spcPts val="800"/>
              </a:spcBef>
              <a:spcAft>
                <a:spcPts val="0"/>
              </a:spcAft>
              <a:buSzPts val="1800"/>
              <a:buNone/>
              <a:defRPr/>
            </a:lvl7pPr>
            <a:lvl8pPr marL="3657600" lvl="7" indent="-228600" algn="l">
              <a:lnSpc>
                <a:spcPct val="108000"/>
              </a:lnSpc>
              <a:spcBef>
                <a:spcPts val="800"/>
              </a:spcBef>
              <a:spcAft>
                <a:spcPts val="0"/>
              </a:spcAft>
              <a:buSzPts val="1800"/>
              <a:buNone/>
              <a:defRPr/>
            </a:lvl8pPr>
            <a:lvl9pPr marL="4114800" lvl="8" indent="-228600" algn="l">
              <a:lnSpc>
                <a:spcPct val="90000"/>
              </a:lnSpc>
              <a:spcBef>
                <a:spcPts val="800"/>
              </a:spcBef>
              <a:spcAft>
                <a:spcPts val="0"/>
              </a:spcAft>
              <a:buSzPts val="1800"/>
              <a:buNone/>
              <a:defRPr/>
            </a:lvl9pPr>
          </a:lstStyle>
          <a:p>
            <a:endParaRPr/>
          </a:p>
        </p:txBody>
      </p:sp>
      <p:sp>
        <p:nvSpPr>
          <p:cNvPr id="152" name="Google Shape;152;p50"/>
          <p:cNvSpPr txBox="1">
            <a:spLocks noGrp="1"/>
          </p:cNvSpPr>
          <p:nvPr>
            <p:ph type="dt" idx="10"/>
          </p:nvPr>
        </p:nvSpPr>
        <p:spPr>
          <a:xfrm>
            <a:off x="1755648" y="6356352"/>
            <a:ext cx="3276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50"/>
          <p:cNvSpPr txBox="1">
            <a:spLocks noGrp="1"/>
          </p:cNvSpPr>
          <p:nvPr>
            <p:ph type="ftr" idx="11"/>
          </p:nvPr>
        </p:nvSpPr>
        <p:spPr>
          <a:xfrm>
            <a:off x="5346192" y="6356352"/>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50"/>
          <p:cNvSpPr txBox="1">
            <a:spLocks noGrp="1"/>
          </p:cNvSpPr>
          <p:nvPr>
            <p:ph type="sldNum" idx="12"/>
          </p:nvPr>
        </p:nvSpPr>
        <p:spPr>
          <a:xfrm>
            <a:off x="8555736" y="6356352"/>
            <a:ext cx="3276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5"/>
        <p:cNvGrpSpPr/>
        <p:nvPr/>
      </p:nvGrpSpPr>
      <p:grpSpPr>
        <a:xfrm>
          <a:off x="0" y="0"/>
          <a:ext cx="0" cy="0"/>
          <a:chOff x="0" y="0"/>
          <a:chExt cx="0" cy="0"/>
        </a:xfrm>
      </p:grpSpPr>
      <p:sp>
        <p:nvSpPr>
          <p:cNvPr id="156" name="Google Shape;156;p51"/>
          <p:cNvSpPr txBox="1">
            <a:spLocks noGrp="1"/>
          </p:cNvSpPr>
          <p:nvPr>
            <p:ph type="title"/>
          </p:nvPr>
        </p:nvSpPr>
        <p:spPr>
          <a:xfrm rot="5400000">
            <a:off x="8606377" y="2951004"/>
            <a:ext cx="5811838" cy="640080"/>
          </a:xfrm>
          <a:prstGeom prst="rect">
            <a:avLst/>
          </a:prstGeom>
          <a:solidFill>
            <a:srgbClr val="A22C00"/>
          </a:solid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7" name="Google Shape;157;p51"/>
          <p:cNvSpPr txBox="1">
            <a:spLocks noGrp="1"/>
          </p:cNvSpPr>
          <p:nvPr>
            <p:ph type="body" idx="1"/>
          </p:nvPr>
        </p:nvSpPr>
        <p:spPr>
          <a:xfrm rot="5400000">
            <a:off x="3428206" y="-1310481"/>
            <a:ext cx="5811838" cy="9163050"/>
          </a:xfrm>
          <a:prstGeom prst="rect">
            <a:avLst/>
          </a:prstGeom>
          <a:noFill/>
          <a:ln>
            <a:noFill/>
          </a:ln>
        </p:spPr>
        <p:txBody>
          <a:bodyPr spcFirstLastPara="1" wrap="square" lIns="91425" tIns="45700" rIns="91425" bIns="45700" anchor="t" anchorCtr="0">
            <a:normAutofit/>
          </a:bodyPr>
          <a:lstStyle>
            <a:lvl1pPr marL="457200" lvl="0" indent="-228600" algn="l">
              <a:lnSpc>
                <a:spcPct val="108000"/>
              </a:lnSpc>
              <a:spcBef>
                <a:spcPts val="0"/>
              </a:spcBef>
              <a:spcAft>
                <a:spcPts val="0"/>
              </a:spcAft>
              <a:buSzPts val="1800"/>
              <a:buNone/>
              <a:defRPr>
                <a:solidFill>
                  <a:srgbClr val="0C0C0C"/>
                </a:solidFill>
                <a:latin typeface="Poppins"/>
                <a:ea typeface="Poppins"/>
                <a:cs typeface="Poppins"/>
                <a:sym typeface="Poppins"/>
              </a:defRPr>
            </a:lvl1pPr>
            <a:lvl2pPr marL="914400" lvl="1" indent="-228600" algn="l">
              <a:lnSpc>
                <a:spcPct val="108000"/>
              </a:lnSpc>
              <a:spcBef>
                <a:spcPts val="800"/>
              </a:spcBef>
              <a:spcAft>
                <a:spcPts val="0"/>
              </a:spcAft>
              <a:buSzPts val="1800"/>
              <a:buNone/>
              <a:defRPr/>
            </a:lvl2pPr>
            <a:lvl3pPr marL="1371600" lvl="2" indent="-228600" algn="l">
              <a:lnSpc>
                <a:spcPct val="108000"/>
              </a:lnSpc>
              <a:spcBef>
                <a:spcPts val="800"/>
              </a:spcBef>
              <a:spcAft>
                <a:spcPts val="0"/>
              </a:spcAft>
              <a:buSzPts val="1800"/>
              <a:buNone/>
              <a:defRPr/>
            </a:lvl3pPr>
            <a:lvl4pPr marL="1828800" lvl="3" indent="-228600" algn="l">
              <a:lnSpc>
                <a:spcPct val="108000"/>
              </a:lnSpc>
              <a:spcBef>
                <a:spcPts val="800"/>
              </a:spcBef>
              <a:spcAft>
                <a:spcPts val="0"/>
              </a:spcAft>
              <a:buSzPts val="1800"/>
              <a:buNone/>
              <a:defRPr/>
            </a:lvl4pPr>
            <a:lvl5pPr marL="2286000" lvl="4" indent="-228600" algn="l">
              <a:lnSpc>
                <a:spcPct val="108000"/>
              </a:lnSpc>
              <a:spcBef>
                <a:spcPts val="800"/>
              </a:spcBef>
              <a:spcAft>
                <a:spcPts val="0"/>
              </a:spcAft>
              <a:buSzPts val="1800"/>
              <a:buNone/>
              <a:defRPr/>
            </a:lvl5pPr>
            <a:lvl6pPr marL="2743200" lvl="5" indent="-228600" algn="l">
              <a:lnSpc>
                <a:spcPct val="108000"/>
              </a:lnSpc>
              <a:spcBef>
                <a:spcPts val="800"/>
              </a:spcBef>
              <a:spcAft>
                <a:spcPts val="0"/>
              </a:spcAft>
              <a:buSzPts val="1800"/>
              <a:buNone/>
              <a:defRPr/>
            </a:lvl6pPr>
            <a:lvl7pPr marL="3200400" lvl="6" indent="-228600" algn="l">
              <a:lnSpc>
                <a:spcPct val="108000"/>
              </a:lnSpc>
              <a:spcBef>
                <a:spcPts val="800"/>
              </a:spcBef>
              <a:spcAft>
                <a:spcPts val="0"/>
              </a:spcAft>
              <a:buSzPts val="1800"/>
              <a:buNone/>
              <a:defRPr/>
            </a:lvl7pPr>
            <a:lvl8pPr marL="3657600" lvl="7" indent="-228600" algn="l">
              <a:lnSpc>
                <a:spcPct val="108000"/>
              </a:lnSpc>
              <a:spcBef>
                <a:spcPts val="800"/>
              </a:spcBef>
              <a:spcAft>
                <a:spcPts val="0"/>
              </a:spcAft>
              <a:buSzPts val="1800"/>
              <a:buNone/>
              <a:defRPr/>
            </a:lvl8pPr>
            <a:lvl9pPr marL="4114800" lvl="8" indent="-228600" algn="l">
              <a:lnSpc>
                <a:spcPct val="90000"/>
              </a:lnSpc>
              <a:spcBef>
                <a:spcPts val="800"/>
              </a:spcBef>
              <a:spcAft>
                <a:spcPts val="0"/>
              </a:spcAft>
              <a:buSzPts val="1800"/>
              <a:buNone/>
              <a:defRPr/>
            </a:lvl9pPr>
          </a:lstStyle>
          <a:p>
            <a:endParaRPr/>
          </a:p>
        </p:txBody>
      </p:sp>
      <p:sp>
        <p:nvSpPr>
          <p:cNvPr id="158" name="Google Shape;158;p51"/>
          <p:cNvSpPr txBox="1">
            <a:spLocks noGrp="1"/>
          </p:cNvSpPr>
          <p:nvPr>
            <p:ph type="dt" idx="10"/>
          </p:nvPr>
        </p:nvSpPr>
        <p:spPr>
          <a:xfrm>
            <a:off x="1755648" y="6356352"/>
            <a:ext cx="3276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51"/>
          <p:cNvSpPr txBox="1">
            <a:spLocks noGrp="1"/>
          </p:cNvSpPr>
          <p:nvPr>
            <p:ph type="ftr" idx="11"/>
          </p:nvPr>
        </p:nvSpPr>
        <p:spPr>
          <a:xfrm>
            <a:off x="5346192" y="6356352"/>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51"/>
          <p:cNvSpPr txBox="1">
            <a:spLocks noGrp="1"/>
          </p:cNvSpPr>
          <p:nvPr>
            <p:ph type="sldNum" idx="12"/>
          </p:nvPr>
        </p:nvSpPr>
        <p:spPr>
          <a:xfrm>
            <a:off x="8555736" y="6356352"/>
            <a:ext cx="3276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61"/>
        <p:cNvGrpSpPr/>
        <p:nvPr/>
      </p:nvGrpSpPr>
      <p:grpSpPr>
        <a:xfrm>
          <a:off x="0" y="0"/>
          <a:ext cx="0" cy="0"/>
          <a:chOff x="0" y="0"/>
          <a:chExt cx="0" cy="0"/>
        </a:xfrm>
      </p:grpSpPr>
      <p:sp>
        <p:nvSpPr>
          <p:cNvPr id="162" name="Google Shape;162;p52" descr="Office desk with laptop in the center surrounded by paper, pen, pencils, and other office items"/>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63" name="Google Shape;163;p52"/>
          <p:cNvSpPr/>
          <p:nvPr/>
        </p:nvSpPr>
        <p:spPr>
          <a:xfrm>
            <a:off x="2718924" y="3394610"/>
            <a:ext cx="9473076" cy="2023285"/>
          </a:xfrm>
          <a:prstGeom prst="rect">
            <a:avLst/>
          </a:prstGeom>
          <a:solidFill>
            <a:srgbClr val="A22C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Quattrocento Sans"/>
              <a:buNone/>
            </a:pPr>
            <a:endParaRPr sz="1800" b="0" i="0" u="none" strike="noStrike" cap="none">
              <a:solidFill>
                <a:schemeClr val="dk1"/>
              </a:solidFill>
              <a:latin typeface="Quattrocento Sans"/>
              <a:ea typeface="Quattrocento Sans"/>
              <a:cs typeface="Quattrocento Sans"/>
              <a:sym typeface="Quattrocento Sans"/>
            </a:endParaRPr>
          </a:p>
        </p:txBody>
      </p:sp>
      <p:sp>
        <p:nvSpPr>
          <p:cNvPr id="164" name="Google Shape;164;p52"/>
          <p:cNvSpPr txBox="1">
            <a:spLocks noGrp="1"/>
          </p:cNvSpPr>
          <p:nvPr>
            <p:ph type="title"/>
          </p:nvPr>
        </p:nvSpPr>
        <p:spPr>
          <a:xfrm>
            <a:off x="4539632" y="3850504"/>
            <a:ext cx="7611908" cy="111149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4400"/>
              <a:buFont typeface="Cambria"/>
              <a:buNone/>
              <a:defRPr sz="4400">
                <a:solidFill>
                  <a:schemeClr val="lt1"/>
                </a:solidFill>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65" name="Google Shape;165;p52"/>
          <p:cNvPicPr preferRelativeResize="0"/>
          <p:nvPr/>
        </p:nvPicPr>
        <p:blipFill rotWithShape="1">
          <a:blip r:embed="rId3">
            <a:alphaModFix/>
          </a:blip>
          <a:srcRect/>
          <a:stretch/>
        </p:blipFill>
        <p:spPr>
          <a:xfrm>
            <a:off x="269978" y="6168167"/>
            <a:ext cx="900426" cy="57685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lvl1pPr marR="0" lvl="0" algn="l" rtl="0">
              <a:lnSpc>
                <a:spcPct val="80000"/>
              </a:lnSpc>
              <a:spcBef>
                <a:spcPts val="0"/>
              </a:spcBef>
              <a:spcAft>
                <a:spcPts val="0"/>
              </a:spcAft>
              <a:buClr>
                <a:srgbClr val="0C0C0C"/>
              </a:buClr>
              <a:buSzPts val="5000"/>
              <a:buFont typeface="Twentieth Century"/>
              <a:buNone/>
              <a:defRPr sz="5000" b="0" i="0" u="none" strike="noStrike" cap="none">
                <a:solidFill>
                  <a:srgbClr val="0C0C0C"/>
                </a:solidFill>
                <a:latin typeface="Twentieth Century"/>
                <a:ea typeface="Twentieth Century"/>
                <a:cs typeface="Twentieth Century"/>
                <a:sym typeface="Twentieth Centur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8"/>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lvl1pPr marL="457200" marR="0" lvl="0" indent="-368300" algn="l" rtl="0">
              <a:lnSpc>
                <a:spcPct val="90000"/>
              </a:lnSpc>
              <a:spcBef>
                <a:spcPts val="1200"/>
              </a:spcBef>
              <a:spcAft>
                <a:spcPts val="0"/>
              </a:spcAft>
              <a:buClr>
                <a:schemeClr val="accent1"/>
              </a:buClr>
              <a:buSzPts val="2200"/>
              <a:buFont typeface="Twentieth Century"/>
              <a:buChar char=" "/>
              <a:defRPr sz="2200" b="0" i="0" u="none" strike="noStrike" cap="none">
                <a:solidFill>
                  <a:schemeClr val="dk1"/>
                </a:solidFill>
                <a:latin typeface="Twentieth Century"/>
                <a:ea typeface="Twentieth Century"/>
                <a:cs typeface="Twentieth Century"/>
                <a:sym typeface="Twentieth Century"/>
              </a:defRPr>
            </a:lvl1pPr>
            <a:lvl2pPr marL="914400" marR="0" lvl="1" indent="-342900" algn="l" rtl="0">
              <a:lnSpc>
                <a:spcPct val="90000"/>
              </a:lnSpc>
              <a:spcBef>
                <a:spcPts val="200"/>
              </a:spcBef>
              <a:spcAft>
                <a:spcPts val="0"/>
              </a:spcAft>
              <a:buClr>
                <a:schemeClr val="accent1"/>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2pPr>
            <a:lvl3pPr marL="1371600" marR="0" lvl="2"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3pPr>
            <a:lvl4pPr marL="1828800" marR="0" lvl="3"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4pPr>
            <a:lvl5pPr marL="2286000" marR="0" lvl="4"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5pPr>
            <a:lvl6pPr marL="2743200" marR="0" lvl="5"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6pPr>
            <a:lvl7pPr marL="3200400" marR="0" lvl="6"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7pPr>
            <a:lvl8pPr marL="3657600" marR="0" lvl="7"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8pPr>
            <a:lvl9pPr marL="4114800" marR="0" lvl="8" indent="-317500" algn="l" rtl="0">
              <a:lnSpc>
                <a:spcPct val="90000"/>
              </a:lnSpc>
              <a:spcBef>
                <a:spcPts val="400"/>
              </a:spcBef>
              <a:spcAft>
                <a:spcPts val="40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2" name="Google Shape;12;p38"/>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rgbClr val="0C0C0C"/>
                </a:solidFill>
                <a:latin typeface="Twentieth Century"/>
                <a:ea typeface="Twentieth Century"/>
                <a:cs typeface="Twentieth Century"/>
                <a:sym typeface="Twentieth Centur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3" name="Google Shape;13;p38"/>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00" b="0" i="0" u="none" strike="noStrike" cap="none">
                <a:solidFill>
                  <a:srgbClr val="0C0C0C"/>
                </a:solidFill>
                <a:latin typeface="Twentieth Century"/>
                <a:ea typeface="Twentieth Century"/>
                <a:cs typeface="Twentieth Century"/>
                <a:sym typeface="Twentieth Centur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4" name="Google Shape;14;p38"/>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cxnSp>
        <p:nvCxnSpPr>
          <p:cNvPr id="15" name="Google Shape;15;p38"/>
          <p:cNvCxnSpPr/>
          <p:nvPr/>
        </p:nvCxnSpPr>
        <p:spPr>
          <a:xfrm rot="10800000">
            <a:off x="762000" y="826324"/>
            <a:ext cx="0" cy="914400"/>
          </a:xfrm>
          <a:prstGeom prst="straightConnector1">
            <a:avLst/>
          </a:prstGeom>
          <a:noFill/>
          <a:ln w="19050" cap="flat" cmpd="sng">
            <a:solidFill>
              <a:schemeClr val="accent1"/>
            </a:solidFill>
            <a:prstDash val="solid"/>
            <a:round/>
            <a:headEnd type="none" w="sm" len="sm"/>
            <a:tailEnd type="none" w="sm" len="sm"/>
          </a:ln>
        </p:spPr>
      </p:cxnSp>
      <p:sp>
        <p:nvSpPr>
          <p:cNvPr id="16" name="Google Shape;16;p38"/>
          <p:cNvSpPr/>
          <p:nvPr/>
        </p:nvSpPr>
        <p:spPr>
          <a:xfrm>
            <a:off x="0" y="0"/>
            <a:ext cx="1440382" cy="6858000"/>
          </a:xfrm>
          <a:prstGeom prst="rect">
            <a:avLst/>
          </a:prstGeom>
          <a:solidFill>
            <a:srgbClr val="D8D8D8"/>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pic>
        <p:nvPicPr>
          <p:cNvPr id="17" name="Google Shape;17;p38"/>
          <p:cNvPicPr preferRelativeResize="0"/>
          <p:nvPr/>
        </p:nvPicPr>
        <p:blipFill rotWithShape="1">
          <a:blip r:embed="rId12">
            <a:alphaModFix/>
          </a:blip>
          <a:srcRect/>
          <a:stretch/>
        </p:blipFill>
        <p:spPr>
          <a:xfrm>
            <a:off x="269978" y="6168167"/>
            <a:ext cx="900426" cy="576857"/>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2"/>
        <p:cNvGrpSpPr/>
        <p:nvPr/>
      </p:nvGrpSpPr>
      <p:grpSpPr>
        <a:xfrm>
          <a:off x="0" y="0"/>
          <a:ext cx="0" cy="0"/>
          <a:chOff x="0" y="0"/>
          <a:chExt cx="0" cy="0"/>
        </a:xfrm>
      </p:grpSpPr>
      <p:sp>
        <p:nvSpPr>
          <p:cNvPr id="83" name="Google Shape;83;p40"/>
          <p:cNvSpPr/>
          <p:nvPr/>
        </p:nvSpPr>
        <p:spPr>
          <a:xfrm>
            <a:off x="0" y="0"/>
            <a:ext cx="1440382" cy="6858000"/>
          </a:xfrm>
          <a:prstGeom prst="rect">
            <a:avLst/>
          </a:prstGeom>
          <a:solidFill>
            <a:srgbClr val="D8D8D8"/>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84" name="Google Shape;84;p40"/>
          <p:cNvSpPr txBox="1">
            <a:spLocks noGrp="1"/>
          </p:cNvSpPr>
          <p:nvPr>
            <p:ph type="title"/>
          </p:nvPr>
        </p:nvSpPr>
        <p:spPr>
          <a:xfrm>
            <a:off x="521208" y="448056"/>
            <a:ext cx="11311128" cy="640080"/>
          </a:xfrm>
          <a:prstGeom prst="rect">
            <a:avLst/>
          </a:prstGeom>
          <a:solidFill>
            <a:srgbClr val="A22C00"/>
          </a:solid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chemeClr val="lt1"/>
              </a:buClr>
              <a:buSzPts val="2800"/>
              <a:buFont typeface="Cambria"/>
              <a:buNone/>
              <a:defRPr sz="2800" b="0" i="0" u="none" strike="noStrike" cap="none">
                <a:solidFill>
                  <a:schemeClr val="lt1"/>
                </a:solidFill>
                <a:latin typeface="Cambria"/>
                <a:ea typeface="Cambria"/>
                <a:cs typeface="Cambria"/>
                <a:sym typeface="Cambr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5" name="Google Shape;85;p40"/>
          <p:cNvSpPr txBox="1">
            <a:spLocks noGrp="1"/>
          </p:cNvSpPr>
          <p:nvPr>
            <p:ph type="body" idx="1"/>
          </p:nvPr>
        </p:nvSpPr>
        <p:spPr>
          <a:xfrm>
            <a:off x="1755648" y="1447800"/>
            <a:ext cx="10076688" cy="4386072"/>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8000"/>
              </a:lnSpc>
              <a:spcBef>
                <a:spcPts val="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1pPr>
            <a:lvl2pPr marL="914400" marR="0" lvl="1"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2pPr>
            <a:lvl3pPr marL="1371600" marR="0" lvl="2"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3pPr>
            <a:lvl4pPr marL="1828800" marR="0" lvl="3"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4pPr>
            <a:lvl5pPr marL="2286000" marR="0" lvl="4"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5pPr>
            <a:lvl6pPr marL="2743200" marR="0" lvl="5"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6pPr>
            <a:lvl7pPr marL="3200400" marR="0" lvl="6"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7pPr>
            <a:lvl8pPr marL="3657600" marR="0" lvl="7"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8pPr>
            <a:lvl9pPr marL="4114800" marR="0" lvl="8" indent="-228600" algn="l" rtl="0">
              <a:lnSpc>
                <a:spcPct val="90000"/>
              </a:lnSpc>
              <a:spcBef>
                <a:spcPts val="800"/>
              </a:spcBef>
              <a:spcAft>
                <a:spcPts val="0"/>
              </a:spcAft>
              <a:buClr>
                <a:srgbClr val="3F3F3F"/>
              </a:buClr>
              <a:buSzPts val="1800"/>
              <a:buFont typeface="Arial"/>
              <a:buNone/>
              <a:defRPr sz="1800" b="0" i="0" u="none" strike="noStrike" cap="none">
                <a:solidFill>
                  <a:srgbClr val="3F3F3F"/>
                </a:solidFill>
                <a:latin typeface="Quattrocento Sans"/>
                <a:ea typeface="Quattrocento Sans"/>
                <a:cs typeface="Quattrocento Sans"/>
                <a:sym typeface="Quattrocento Sans"/>
              </a:defRPr>
            </a:lvl9pPr>
          </a:lstStyle>
          <a:p>
            <a:endParaRPr/>
          </a:p>
        </p:txBody>
      </p:sp>
      <p:sp>
        <p:nvSpPr>
          <p:cNvPr id="86" name="Google Shape;86;p40"/>
          <p:cNvSpPr txBox="1">
            <a:spLocks noGrp="1"/>
          </p:cNvSpPr>
          <p:nvPr>
            <p:ph type="dt" idx="10"/>
          </p:nvPr>
        </p:nvSpPr>
        <p:spPr>
          <a:xfrm>
            <a:off x="1755648" y="6356352"/>
            <a:ext cx="3276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87" name="Google Shape;87;p40"/>
          <p:cNvSpPr txBox="1">
            <a:spLocks noGrp="1"/>
          </p:cNvSpPr>
          <p:nvPr>
            <p:ph type="ftr" idx="11"/>
          </p:nvPr>
        </p:nvSpPr>
        <p:spPr>
          <a:xfrm>
            <a:off x="5346192" y="6356352"/>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88" name="Google Shape;88;p40"/>
          <p:cNvSpPr txBox="1">
            <a:spLocks noGrp="1"/>
          </p:cNvSpPr>
          <p:nvPr>
            <p:ph type="sldNum" idx="12"/>
          </p:nvPr>
        </p:nvSpPr>
        <p:spPr>
          <a:xfrm>
            <a:off x="8555736" y="6356352"/>
            <a:ext cx="3276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1pPr>
            <a:lvl2pPr marL="0" marR="0" lvl="1" indent="0" algn="r"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2pPr>
            <a:lvl3pPr marL="0" marR="0" lvl="2" indent="0" algn="r"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3pPr>
            <a:lvl4pPr marL="0" marR="0" lvl="3" indent="0" algn="r"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4pPr>
            <a:lvl5pPr marL="0" marR="0" lvl="4" indent="0" algn="r"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5pPr>
            <a:lvl6pPr marL="0" marR="0" lvl="5" indent="0" algn="r"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6pPr>
            <a:lvl7pPr marL="0" marR="0" lvl="6" indent="0" algn="r"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7pPr>
            <a:lvl8pPr marL="0" marR="0" lvl="7" indent="0" algn="r"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8pPr>
            <a:lvl9pPr marL="0" marR="0" lvl="8" indent="0" algn="r" rtl="0">
              <a:lnSpc>
                <a:spcPct val="100000"/>
              </a:lnSpc>
              <a:spcBef>
                <a:spcPts val="0"/>
              </a:spcBef>
              <a:spcAft>
                <a:spcPts val="0"/>
              </a:spcAft>
              <a:buClr>
                <a:srgbClr val="000000"/>
              </a:buClr>
              <a:buSzPts val="1100"/>
              <a:buFont typeface="Arial"/>
              <a:buNone/>
              <a:defRPr sz="1100" b="0" i="0" u="none" strike="noStrike" cap="none">
                <a:solidFill>
                  <a:schemeClr val="dk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pic>
        <p:nvPicPr>
          <p:cNvPr id="89" name="Google Shape;89;p40"/>
          <p:cNvPicPr preferRelativeResize="0"/>
          <p:nvPr/>
        </p:nvPicPr>
        <p:blipFill rotWithShape="1">
          <a:blip r:embed="rId12">
            <a:alphaModFix/>
          </a:blip>
          <a:srcRect/>
          <a:stretch/>
        </p:blipFill>
        <p:spPr>
          <a:xfrm>
            <a:off x="269978" y="6168167"/>
            <a:ext cx="900426" cy="576857"/>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0" r:id="rId1"/>
    <p:sldLayoutId id="2147483661" r:id="rId2"/>
    <p:sldLayoutId id="2147483663" r:id="rId3"/>
    <p:sldLayoutId id="2147483664" r:id="rId4"/>
    <p:sldLayoutId id="2147483665" r:id="rId5"/>
    <p:sldLayoutId id="2147483667" r:id="rId6"/>
    <p:sldLayoutId id="2147483668" r:id="rId7"/>
    <p:sldLayoutId id="2147483669" r:id="rId8"/>
    <p:sldLayoutId id="2147483670" r:id="rId9"/>
    <p:sldLayoutId id="214748367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slide" Target="slide27.xml"/><Relationship Id="rId3" Type="http://schemas.openxmlformats.org/officeDocument/2006/relationships/slide" Target="slide1.xml"/><Relationship Id="rId7" Type="http://schemas.openxmlformats.org/officeDocument/2006/relationships/slide" Target="slide14.xml"/><Relationship Id="rId12" Type="http://schemas.openxmlformats.org/officeDocument/2006/relationships/slide" Target="slide24.xml"/><Relationship Id="rId17" Type="http://schemas.openxmlformats.org/officeDocument/2006/relationships/slide" Target="slide47.xml"/><Relationship Id="rId2" Type="http://schemas.openxmlformats.org/officeDocument/2006/relationships/notesSlide" Target="../notesSlides/notesSlide2.xml"/><Relationship Id="rId16" Type="http://schemas.openxmlformats.org/officeDocument/2006/relationships/slide" Target="slide41.xml"/><Relationship Id="rId1" Type="http://schemas.openxmlformats.org/officeDocument/2006/relationships/slideLayout" Target="../slideLayouts/slideLayout11.xml"/><Relationship Id="rId6" Type="http://schemas.openxmlformats.org/officeDocument/2006/relationships/slide" Target="slide8.xml"/><Relationship Id="rId11" Type="http://schemas.openxmlformats.org/officeDocument/2006/relationships/slide" Target="slide25.xml"/><Relationship Id="rId5" Type="http://schemas.openxmlformats.org/officeDocument/2006/relationships/slide" Target="slide7.xml"/><Relationship Id="rId15" Type="http://schemas.openxmlformats.org/officeDocument/2006/relationships/slide" Target="slide35.xml"/><Relationship Id="rId10" Type="http://schemas.openxmlformats.org/officeDocument/2006/relationships/slide" Target="slide19.xml"/><Relationship Id="rId4" Type="http://schemas.openxmlformats.org/officeDocument/2006/relationships/slide" Target="slide2.xml"/><Relationship Id="rId9" Type="http://schemas.openxmlformats.org/officeDocument/2006/relationships/slide" Target="slide18.xml"/><Relationship Id="rId14" Type="http://schemas.openxmlformats.org/officeDocument/2006/relationships/slide" Target="slide3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2_0.xml"/><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slide" Target="slide17.xml"/><Relationship Id="rId4" Type="http://schemas.openxmlformats.org/officeDocument/2006/relationships/slide" Target="slide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345_8EE073F1.xml"/><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slide" Target="slide2.xml"/></Relationships>
</file>

<file path=ppt/slides/_rels/slide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1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2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35.xml.rels><?xml version="1.0" encoding="UTF-8" standalone="yes"?>
<Relationships xmlns="http://schemas.openxmlformats.org/package/2006/relationships"><Relationship Id="rId3" Type="http://schemas.microsoft.com/office/2018/10/relationships/comments" Target="../comments/modernComment_31B_ADBA0759.xml"/><Relationship Id="rId2" Type="http://schemas.openxmlformats.org/officeDocument/2006/relationships/notesSlide" Target="../notesSlides/notesSlide35.xml"/><Relationship Id="rId1" Type="http://schemas.openxmlformats.org/officeDocument/2006/relationships/slideLayout" Target="../slideLayouts/slideLayout12.xml"/><Relationship Id="rId5" Type="http://schemas.openxmlformats.org/officeDocument/2006/relationships/slide" Target="slide2.xml"/><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3.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5.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6.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8.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9.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0.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1.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5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2.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3.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4.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5.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5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6.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5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7.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5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8.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5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9.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6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0.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6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1.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6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2.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6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3.xml"/><Relationship Id="rId1" Type="http://schemas.openxmlformats.org/officeDocument/2006/relationships/slideLayout" Target="../slideLayouts/slideLayout12.xml"/><Relationship Id="rId4" Type="http://schemas.openxmlformats.org/officeDocument/2006/relationships/slide" Target="slide2.xml"/></Relationships>
</file>

<file path=ppt/slides/_rels/slide6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4.xml"/><Relationship Id="rId1" Type="http://schemas.openxmlformats.org/officeDocument/2006/relationships/slideLayout" Target="../slideLayouts/slideLayout12.xml"/><Relationship Id="rId4"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2" name="Rectangle 1">
            <a:extLst>
              <a:ext uri="{FF2B5EF4-FFF2-40B4-BE49-F238E27FC236}">
                <a16:creationId xmlns:a16="http://schemas.microsoft.com/office/drawing/2014/main" id="{0DA35D54-D540-07AF-8EFF-D103C02FDACA}"/>
              </a:ext>
            </a:extLst>
          </p:cNvPr>
          <p:cNvSpPr/>
          <p:nvPr/>
        </p:nvSpPr>
        <p:spPr>
          <a:xfrm>
            <a:off x="2719388" y="3386138"/>
            <a:ext cx="9472612" cy="2045398"/>
          </a:xfrm>
          <a:prstGeom prst="rect">
            <a:avLst/>
          </a:prstGeom>
          <a:solidFill>
            <a:srgbClr val="901A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171" name="Google Shape;171;p1"/>
          <p:cNvSpPr/>
          <p:nvPr/>
        </p:nvSpPr>
        <p:spPr>
          <a:xfrm>
            <a:off x="2897945" y="3545058"/>
            <a:ext cx="2855741" cy="168812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172" name="Google Shape;172;p1"/>
          <p:cNvSpPr txBox="1">
            <a:spLocks noGrp="1"/>
          </p:cNvSpPr>
          <p:nvPr>
            <p:ph type="title"/>
          </p:nvPr>
        </p:nvSpPr>
        <p:spPr>
          <a:xfrm>
            <a:off x="5943028" y="3823855"/>
            <a:ext cx="6229042" cy="1080654"/>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chemeClr val="lt1"/>
              </a:buClr>
              <a:buSzPts val="4800"/>
              <a:buFont typeface="Twentieth Century"/>
              <a:buNone/>
            </a:pPr>
            <a:r>
              <a:rPr lang="en-US" sz="3200" cap="none" dirty="0">
                <a:latin typeface="Poppins"/>
                <a:ea typeface="Poppins"/>
                <a:cs typeface="Poppins"/>
                <a:sym typeface="Poppins"/>
              </a:rPr>
              <a:t>IMPRINT User Guide</a:t>
            </a:r>
            <a:endParaRPr sz="3200" cap="none" dirty="0">
              <a:solidFill>
                <a:schemeClr val="lt1"/>
              </a:solidFill>
              <a:latin typeface="Poppins"/>
              <a:ea typeface="Poppins"/>
              <a:cs typeface="Poppins"/>
              <a:sym typeface="Poppins"/>
            </a:endParaRPr>
          </a:p>
        </p:txBody>
      </p:sp>
      <p:pic>
        <p:nvPicPr>
          <p:cNvPr id="173" name="Google Shape;173;p1"/>
          <p:cNvPicPr preferRelativeResize="0"/>
          <p:nvPr/>
        </p:nvPicPr>
        <p:blipFill rotWithShape="1">
          <a:blip r:embed="rId3">
            <a:alphaModFix/>
          </a:blip>
          <a:srcRect/>
          <a:stretch/>
        </p:blipFill>
        <p:spPr>
          <a:xfrm>
            <a:off x="3209544" y="3712510"/>
            <a:ext cx="2112264" cy="1353220"/>
          </a:xfrm>
          <a:prstGeom prst="rect">
            <a:avLst/>
          </a:prstGeom>
          <a:noFill/>
          <a:ln>
            <a:noFill/>
          </a:ln>
        </p:spPr>
      </p:pic>
      <p:sp>
        <p:nvSpPr>
          <p:cNvPr id="5" name="Google Shape;167;p1">
            <a:extLst>
              <a:ext uri="{FF2B5EF4-FFF2-40B4-BE49-F238E27FC236}">
                <a16:creationId xmlns:a16="http://schemas.microsoft.com/office/drawing/2014/main" id="{40A4CAB7-C1C3-9C66-6A9B-4AA406A150E0}"/>
              </a:ext>
            </a:extLst>
          </p:cNvPr>
          <p:cNvSpPr txBox="1"/>
          <p:nvPr/>
        </p:nvSpPr>
        <p:spPr>
          <a:xfrm>
            <a:off x="5943028" y="4527942"/>
            <a:ext cx="609447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chemeClr val="lt1"/>
                </a:solidFill>
                <a:latin typeface="Poppins"/>
                <a:ea typeface="Poppins"/>
                <a:cs typeface="Poppins"/>
                <a:sym typeface="Poppins"/>
              </a:rPr>
              <a:t>Version No. 3 </a:t>
            </a:r>
            <a:r>
              <a:rPr lang="en-US" dirty="0">
                <a:solidFill>
                  <a:schemeClr val="lt1"/>
                </a:solidFill>
                <a:latin typeface="Poppins"/>
                <a:ea typeface="Poppins"/>
                <a:cs typeface="Poppins"/>
                <a:sym typeface="Poppins"/>
              </a:rPr>
              <a:t>– 12</a:t>
            </a:r>
            <a:r>
              <a:rPr lang="en-US" baseline="30000" dirty="0">
                <a:solidFill>
                  <a:schemeClr val="lt1"/>
                </a:solidFill>
                <a:latin typeface="Poppins"/>
                <a:ea typeface="Poppins"/>
                <a:cs typeface="Poppins"/>
                <a:sym typeface="Poppins"/>
              </a:rPr>
              <a:t>th</a:t>
            </a:r>
            <a:r>
              <a:rPr lang="en-US" dirty="0">
                <a:solidFill>
                  <a:schemeClr val="lt1"/>
                </a:solidFill>
                <a:latin typeface="Poppins"/>
                <a:ea typeface="Poppins"/>
                <a:cs typeface="Poppins"/>
                <a:sym typeface="Poppins"/>
              </a:rPr>
              <a:t> of August 2026</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2800"/>
              <a:buFont typeface="Cambria"/>
              <a:buNone/>
            </a:pPr>
            <a:r>
              <a:rPr lang="en-US" dirty="0">
                <a:latin typeface="Poppins"/>
                <a:ea typeface="Poppins"/>
                <a:cs typeface="Poppins"/>
                <a:sym typeface="Poppins"/>
              </a:rPr>
              <a:t>Table of Contents</a:t>
            </a:r>
            <a:endParaRPr dirty="0"/>
          </a:p>
        </p:txBody>
      </p:sp>
      <p:sp>
        <p:nvSpPr>
          <p:cNvPr id="2" name="Google Shape;192;p2">
            <a:extLst>
              <a:ext uri="{FF2B5EF4-FFF2-40B4-BE49-F238E27FC236}">
                <a16:creationId xmlns:a16="http://schemas.microsoft.com/office/drawing/2014/main" id="{649CBFAB-5E99-E288-5819-9D50D848C5D6}"/>
              </a:ext>
            </a:extLst>
          </p:cNvPr>
          <p:cNvSpPr txBox="1">
            <a:spLocks/>
          </p:cNvSpPr>
          <p:nvPr/>
        </p:nvSpPr>
        <p:spPr>
          <a:xfrm>
            <a:off x="1755648" y="1137388"/>
            <a:ext cx="10074908" cy="51996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108000"/>
              </a:lnSpc>
              <a:spcBef>
                <a:spcPts val="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1pPr>
            <a:lvl2pPr marL="914400" marR="0" lvl="1"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2pPr>
            <a:lvl3pPr marL="1371600" marR="0" lvl="2"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3pPr>
            <a:lvl4pPr marL="1828800" marR="0" lvl="3"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4pPr>
            <a:lvl5pPr marL="2286000" marR="0" lvl="4"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5pPr>
            <a:lvl6pPr marL="2743200" marR="0" lvl="5"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6pPr>
            <a:lvl7pPr marL="3200400" marR="0" lvl="6"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7pPr>
            <a:lvl8pPr marL="3657600" marR="0" lvl="7"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8pPr>
            <a:lvl9pPr marL="4114800" marR="0" lvl="8" indent="-228600" algn="l" rtl="0">
              <a:lnSpc>
                <a:spcPct val="90000"/>
              </a:lnSpc>
              <a:spcBef>
                <a:spcPts val="800"/>
              </a:spcBef>
              <a:spcAft>
                <a:spcPts val="0"/>
              </a:spcAft>
              <a:buClr>
                <a:srgbClr val="3F3F3F"/>
              </a:buClr>
              <a:buSzPts val="1800"/>
              <a:buFont typeface="Arial"/>
              <a:buNone/>
              <a:defRPr sz="1800" b="0" i="0" u="none" strike="noStrike" cap="none">
                <a:solidFill>
                  <a:srgbClr val="3F3F3F"/>
                </a:solidFill>
                <a:latin typeface="Quattrocento Sans"/>
                <a:ea typeface="Quattrocento Sans"/>
                <a:cs typeface="Quattrocento Sans"/>
                <a:sym typeface="Quattrocento Sans"/>
              </a:defRPr>
            </a:lvl9pPr>
          </a:lstStyle>
          <a:p>
            <a:pPr marL="0" indent="0">
              <a:buSzPts val="1400"/>
            </a:pPr>
            <a:r>
              <a:rPr lang="en-US" sz="1100" b="1" dirty="0">
                <a:solidFill>
                  <a:schemeClr val="tx1"/>
                </a:solidFill>
                <a:latin typeface="Poppins"/>
                <a:ea typeface="Poppins"/>
                <a:cs typeface="Poppins"/>
                <a:sym typeface="Poppins"/>
              </a:rPr>
              <a:t>The Imprint User Guide </a:t>
            </a:r>
            <a:r>
              <a:rPr lang="en-US" sz="1100" dirty="0">
                <a:solidFill>
                  <a:schemeClr val="tx1"/>
                </a:solidFill>
                <a:latin typeface="Poppins"/>
                <a:ea typeface="Poppins"/>
                <a:cs typeface="Poppins"/>
                <a:sym typeface="Poppins"/>
              </a:rPr>
              <a:t>is designed to be used as a step-by-step guide in creating your own survey questions. Check out the </a:t>
            </a:r>
            <a:r>
              <a:rPr lang="en-US" sz="1100" b="1" dirty="0">
                <a:solidFill>
                  <a:schemeClr val="tx1"/>
                </a:solidFill>
                <a:latin typeface="Poppins"/>
                <a:ea typeface="Poppins"/>
                <a:cs typeface="Poppins"/>
                <a:sym typeface="Poppins"/>
              </a:rPr>
              <a:t>Learn more </a:t>
            </a:r>
            <a:r>
              <a:rPr lang="en-US" sz="1100" dirty="0">
                <a:solidFill>
                  <a:schemeClr val="tx1"/>
                </a:solidFill>
                <a:latin typeface="Poppins"/>
                <a:ea typeface="Poppins"/>
                <a:cs typeface="Poppins"/>
                <a:sym typeface="Poppins"/>
              </a:rPr>
              <a:t>text guide on each page for more information. Contents of this guide are listed below:</a:t>
            </a:r>
          </a:p>
          <a:p>
            <a:pPr marL="0" indent="0">
              <a:spcBef>
                <a:spcPts val="800"/>
              </a:spcBef>
              <a:buSzPts val="1400"/>
            </a:pPr>
            <a:endParaRPr lang="en-US" sz="1400" dirty="0">
              <a:solidFill>
                <a:schemeClr val="tx1"/>
              </a:solidFill>
              <a:latin typeface="Poppins"/>
              <a:ea typeface="Poppins"/>
              <a:cs typeface="Poppins"/>
              <a:sym typeface="Poppins"/>
            </a:endParaRPr>
          </a:p>
          <a:p>
            <a:pPr marL="0" indent="0">
              <a:spcBef>
                <a:spcPts val="800"/>
              </a:spcBef>
              <a:buSzPts val="1400"/>
            </a:pPr>
            <a:endParaRPr lang="en-US" sz="1400" dirty="0">
              <a:solidFill>
                <a:schemeClr val="tx1"/>
              </a:solidFill>
              <a:latin typeface="Poppins"/>
              <a:ea typeface="Poppins"/>
              <a:cs typeface="Poppins"/>
              <a:sym typeface="Poppins"/>
            </a:endParaRPr>
          </a:p>
          <a:p>
            <a:pPr marL="0" indent="0">
              <a:spcBef>
                <a:spcPts val="800"/>
              </a:spcBef>
              <a:buSzPts val="1400"/>
            </a:pPr>
            <a:endParaRPr lang="en-US" sz="1400" dirty="0">
              <a:solidFill>
                <a:schemeClr val="tx1"/>
              </a:solidFill>
              <a:latin typeface="Poppins"/>
              <a:ea typeface="Poppins"/>
              <a:cs typeface="Poppins"/>
              <a:sym typeface="Poppins"/>
            </a:endParaRPr>
          </a:p>
          <a:p>
            <a:pPr marL="0" indent="0">
              <a:spcBef>
                <a:spcPts val="800"/>
              </a:spcBef>
              <a:buSzPts val="1400"/>
            </a:pPr>
            <a:endParaRPr lang="en-US" sz="1400" dirty="0">
              <a:solidFill>
                <a:schemeClr val="tx1"/>
              </a:solidFill>
              <a:latin typeface="Poppins"/>
              <a:ea typeface="Poppins"/>
              <a:cs typeface="Poppins"/>
              <a:sym typeface="Poppins"/>
            </a:endParaRPr>
          </a:p>
        </p:txBody>
      </p:sp>
      <p:sp>
        <p:nvSpPr>
          <p:cNvPr id="3" name="Google Shape;193;p2">
            <a:extLst>
              <a:ext uri="{FF2B5EF4-FFF2-40B4-BE49-F238E27FC236}">
                <a16:creationId xmlns:a16="http://schemas.microsoft.com/office/drawing/2014/main" id="{80A3E2BC-6AE6-C791-F6D3-27D29255753C}"/>
              </a:ext>
            </a:extLst>
          </p:cNvPr>
          <p:cNvSpPr txBox="1"/>
          <p:nvPr/>
        </p:nvSpPr>
        <p:spPr>
          <a:xfrm>
            <a:off x="1739900" y="1675970"/>
            <a:ext cx="5076825" cy="5170606"/>
          </a:xfrm>
          <a:prstGeom prst="rect">
            <a:avLst/>
          </a:prstGeom>
          <a:noFill/>
          <a:ln>
            <a:noFill/>
          </a:ln>
        </p:spPr>
        <p:txBody>
          <a:bodyPr spcFirstLastPara="1" wrap="square" lIns="91425" tIns="45700" rIns="91425" bIns="45700" anchor="t" anchorCtr="0">
            <a:spAutoFit/>
          </a:bodyPr>
          <a:lstStyle/>
          <a:p>
            <a:pPr marL="228600" marR="0" lvl="0" indent="-228600" algn="l" rtl="0">
              <a:lnSpc>
                <a:spcPct val="200000"/>
              </a:lnSpc>
              <a:spcBef>
                <a:spcPts val="0"/>
              </a:spcBef>
              <a:spcAft>
                <a:spcPts val="0"/>
              </a:spcAft>
              <a:buClr>
                <a:schemeClr val="dk1"/>
              </a:buClr>
              <a:buSzPts val="1200"/>
              <a:buFont typeface="Cambria"/>
              <a:buAutoNum type="arabicPeriod"/>
            </a:pPr>
            <a:r>
              <a:rPr lang="en-US" sz="1100" b="0" i="0" u="sng" strike="noStrike" cap="none" dirty="0">
                <a:solidFill>
                  <a:schemeClr val="tx1"/>
                </a:solidFill>
                <a:latin typeface="Poppins"/>
                <a:ea typeface="Poppins"/>
                <a:cs typeface="Poppins"/>
                <a:sym typeface="Poppins"/>
                <a:hlinkClick r:id="rId3" action="ppaction://hlinksldjump">
                  <a:extLst>
                    <a:ext uri="{A12FA001-AC4F-418D-AE19-62706E023703}">
                      <ahyp:hlinkClr xmlns:ahyp="http://schemas.microsoft.com/office/drawing/2018/hyperlinkcolor" val="tx"/>
                    </a:ext>
                  </a:extLst>
                </a:hlinkClick>
              </a:rPr>
              <a:t>Cover page</a:t>
            </a:r>
            <a:endParaRPr sz="1100" b="0" i="0" u="none"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Cambria"/>
              <a:buAutoNum type="arabicPeriod"/>
            </a:pPr>
            <a:r>
              <a:rPr lang="en-US" sz="1100" b="0" i="0" u="sng" strike="noStrike" cap="none" dirty="0">
                <a:solidFill>
                  <a:schemeClr val="tx1"/>
                </a:solidFill>
                <a:latin typeface="Poppins"/>
                <a:ea typeface="Poppins"/>
                <a:cs typeface="Poppins"/>
                <a:sym typeface="Poppins"/>
                <a:hlinkClick r:id="rId4" action="ppaction://hlinksldjump">
                  <a:extLst>
                    <a:ext uri="{A12FA001-AC4F-418D-AE19-62706E023703}">
                      <ahyp:hlinkClr xmlns:ahyp="http://schemas.microsoft.com/office/drawing/2018/hyperlinkcolor" val="tx"/>
                    </a:ext>
                  </a:extLst>
                </a:hlinkClick>
              </a:rPr>
              <a:t>Table of Contents</a:t>
            </a:r>
            <a:endParaRPr sz="1100" b="0" i="0" u="none"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Cambria"/>
              <a:buAutoNum type="arabicPeriod"/>
            </a:pPr>
            <a:r>
              <a:rPr lang="en-US" sz="1100" b="0" i="0" u="sng" strike="noStrike" cap="none" dirty="0">
                <a:solidFill>
                  <a:schemeClr val="tx1"/>
                </a:solidFill>
                <a:latin typeface="Poppins"/>
                <a:ea typeface="Poppins"/>
                <a:cs typeface="Poppins"/>
                <a:sym typeface="Poppins"/>
                <a:hlinkClick r:id="rId5" action="ppaction://hlinksldjump">
                  <a:extLst>
                    <a:ext uri="{A12FA001-AC4F-418D-AE19-62706E023703}">
                      <ahyp:hlinkClr xmlns:ahyp="http://schemas.microsoft.com/office/drawing/2018/hyperlinkcolor" val="tx"/>
                    </a:ext>
                  </a:extLst>
                </a:hlinkClick>
              </a:rPr>
              <a:t>Introduction</a:t>
            </a:r>
            <a:endParaRPr sz="1100" b="0" i="0" u="none"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Cambria"/>
              <a:buAutoNum type="arabicPeriod"/>
            </a:pPr>
            <a:r>
              <a:rPr lang="en-US" sz="1100" b="0" i="0" u="sng" strike="noStrike" cap="none" dirty="0">
                <a:solidFill>
                  <a:schemeClr val="tx1"/>
                </a:solidFill>
                <a:latin typeface="Poppins"/>
                <a:ea typeface="Poppins"/>
                <a:cs typeface="Poppins"/>
                <a:sym typeface="Poppins"/>
                <a:hlinkClick r:id="rId6" action="ppaction://hlinksldjump">
                  <a:extLst>
                    <a:ext uri="{A12FA001-AC4F-418D-AE19-62706E023703}">
                      <ahyp:hlinkClr xmlns:ahyp="http://schemas.microsoft.com/office/drawing/2018/hyperlinkcolor" val="tx"/>
                    </a:ext>
                  </a:extLst>
                </a:hlinkClick>
              </a:rPr>
              <a:t>How do I Add an IMPRINT Component to a Survey?</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Cambria"/>
              <a:buAutoNum type="arabicPeriod"/>
            </a:pPr>
            <a:r>
              <a:rPr lang="en-US" sz="1100" b="0" i="0" u="sng" strike="noStrike" cap="none" dirty="0">
                <a:solidFill>
                  <a:schemeClr val="tx1"/>
                </a:solidFill>
                <a:latin typeface="Poppins"/>
                <a:ea typeface="Poppins"/>
                <a:cs typeface="Poppins"/>
                <a:sym typeface="Poppins"/>
                <a:hlinkClick r:id="rId7" action="ppaction://hlinksldjump">
                  <a:extLst>
                    <a:ext uri="{A12FA001-AC4F-418D-AE19-62706E023703}">
                      <ahyp:hlinkClr xmlns:ahyp="http://schemas.microsoft.com/office/drawing/2018/hyperlinkcolor" val="tx"/>
                    </a:ext>
                  </a:extLst>
                </a:hlinkClick>
              </a:rPr>
              <a:t>Understanding the IMPRINT Live Editor</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Cambria"/>
              <a:buAutoNum type="arabicPeriod"/>
            </a:pPr>
            <a:r>
              <a:rPr lang="en-US" sz="1100" u="sng" dirty="0">
                <a:solidFill>
                  <a:schemeClr val="tx1"/>
                </a:solidFill>
                <a:latin typeface="Poppins"/>
                <a:ea typeface="Poppins"/>
                <a:cs typeface="Poppins"/>
                <a:sym typeface="Poppins"/>
                <a:hlinkClick r:id="rId8" action="ppaction://hlinksldjump">
                  <a:extLst>
                    <a:ext uri="{A12FA001-AC4F-418D-AE19-62706E023703}">
                      <ahyp:hlinkClr xmlns:ahyp="http://schemas.microsoft.com/office/drawing/2018/hyperlinkcolor" val="tx"/>
                    </a:ext>
                  </a:extLst>
                </a:hlinkClick>
              </a:rPr>
              <a:t>Understanding the Products Side Panel (Main Round)</a:t>
            </a:r>
            <a:endParaRPr lang="en-US" sz="1100" u="sng"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Cambria"/>
              <a:buAutoNum type="arabicPeriod"/>
            </a:pPr>
            <a:r>
              <a:rPr lang="en-US" sz="1100" u="sng" dirty="0">
                <a:solidFill>
                  <a:schemeClr val="tx1"/>
                </a:solidFill>
                <a:latin typeface="Poppins"/>
                <a:ea typeface="Poppins"/>
                <a:cs typeface="Poppins"/>
                <a:sym typeface="Poppins"/>
                <a:hlinkClick r:id="rId9" action="ppaction://hlinksldjump">
                  <a:extLst>
                    <a:ext uri="{A12FA001-AC4F-418D-AE19-62706E023703}">
                      <ahyp:hlinkClr xmlns:ahyp="http://schemas.microsoft.com/office/drawing/2018/hyperlinkcolor" val="tx"/>
                    </a:ext>
                  </a:extLst>
                </a:hlinkClick>
              </a:rPr>
              <a:t>Understanding the Products Side Panel (Practice Round)</a:t>
            </a:r>
            <a:endParaRPr lang="en-US" sz="1100" u="sng" dirty="0">
              <a:solidFill>
                <a:schemeClr val="tx1"/>
              </a:solidFill>
              <a:latin typeface="Poppins"/>
              <a:ea typeface="Poppins"/>
              <a:cs typeface="Poppins"/>
              <a:sym typeface="Poppins"/>
              <a:hlinkClick r:id="rId10" action="ppaction://hlinksldjump">
                <a:extLst>
                  <a:ext uri="{A12FA001-AC4F-418D-AE19-62706E023703}">
                    <ahyp:hlinkClr xmlns:ahyp="http://schemas.microsoft.com/office/drawing/2018/hyperlinkcolor" val="tx"/>
                  </a:ext>
                </a:extLst>
              </a:hlinkClick>
            </a:endParaRPr>
          </a:p>
          <a:p>
            <a:pPr marL="228600" marR="0" lvl="0" indent="-228600" algn="l" rtl="0">
              <a:lnSpc>
                <a:spcPct val="200000"/>
              </a:lnSpc>
              <a:spcBef>
                <a:spcPts val="0"/>
              </a:spcBef>
              <a:spcAft>
                <a:spcPts val="0"/>
              </a:spcAft>
              <a:buClr>
                <a:schemeClr val="dk1"/>
              </a:buClr>
              <a:buSzPts val="1200"/>
              <a:buFont typeface="Cambria"/>
              <a:buAutoNum type="arabicPeriod"/>
            </a:pPr>
            <a:r>
              <a:rPr lang="en-US" sz="1100" u="sng" dirty="0">
                <a:solidFill>
                  <a:schemeClr val="tx1"/>
                </a:solidFill>
                <a:latin typeface="Poppins"/>
                <a:ea typeface="Poppins"/>
                <a:cs typeface="Poppins"/>
                <a:sym typeface="Poppins"/>
                <a:hlinkClick r:id="rId10" action="ppaction://hlinksldjump">
                  <a:extLst>
                    <a:ext uri="{A12FA001-AC4F-418D-AE19-62706E023703}">
                      <ahyp:hlinkClr xmlns:ahyp="http://schemas.microsoft.com/office/drawing/2018/hyperlinkcolor" val="tx"/>
                    </a:ext>
                  </a:extLst>
                </a:hlinkClick>
              </a:rPr>
              <a:t>Understanding the New Product pop-up modal </a:t>
            </a:r>
            <a:endParaRPr lang="en-US" sz="1100" u="sng"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Cambria"/>
              <a:buAutoNum type="arabicPeriod"/>
            </a:pPr>
            <a:r>
              <a:rPr lang="en-US" sz="1100" u="sng" dirty="0">
                <a:solidFill>
                  <a:schemeClr val="tx1"/>
                </a:solidFill>
                <a:latin typeface="Poppins"/>
                <a:ea typeface="Poppins"/>
                <a:cs typeface="Poppins"/>
                <a:sym typeface="Poppins"/>
                <a:hlinkClick r:id="rId11" action="ppaction://hlinksldjump">
                  <a:extLst>
                    <a:ext uri="{A12FA001-AC4F-418D-AE19-62706E023703}">
                      <ahyp:hlinkClr xmlns:ahyp="http://schemas.microsoft.com/office/drawing/2018/hyperlinkcolor" val="tx"/>
                    </a:ext>
                  </a:extLst>
                </a:hlinkClick>
              </a:rPr>
              <a:t>Understanding the Select Category pop-up modal </a:t>
            </a:r>
            <a:endParaRPr lang="en-US" sz="1100" u="sng"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Cambria"/>
              <a:buAutoNum type="arabicPeriod"/>
            </a:pPr>
            <a:r>
              <a:rPr lang="en-US" sz="1100" u="sng" dirty="0">
                <a:solidFill>
                  <a:schemeClr val="tx1"/>
                </a:solidFill>
                <a:latin typeface="Poppins"/>
                <a:ea typeface="Poppins"/>
                <a:cs typeface="Poppins"/>
                <a:sym typeface="Poppins"/>
                <a:hlinkClick r:id="rId12" action="ppaction://hlinksldjump">
                  <a:extLst>
                    <a:ext uri="{A12FA001-AC4F-418D-AE19-62706E023703}">
                      <ahyp:hlinkClr xmlns:ahyp="http://schemas.microsoft.com/office/drawing/2018/hyperlinkcolor" val="tx"/>
                    </a:ext>
                  </a:extLst>
                </a:hlinkClick>
              </a:rPr>
              <a:t>Understanding the Edit pop-up modal</a:t>
            </a:r>
            <a:endParaRPr lang="en-US" sz="1100" u="sng"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Cambria"/>
              <a:buAutoNum type="arabicPeriod"/>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Add a Product in the Main Round using Single Upload option?</a:t>
            </a:r>
            <a:endParaRPr lang="en-US" sz="1100" u="sng"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Cambria"/>
              <a:buAutoNum type="arabicPeriod"/>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Product Card</a:t>
            </a:r>
            <a:endParaRPr lang="en-US" sz="1100" u="sng"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Cambria"/>
              <a:buAutoNum type="arabicPeriod"/>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Add Products in the Main Round using Multi Upload option?</a:t>
            </a:r>
            <a:endParaRPr lang="en-US" sz="1100" u="sng" dirty="0">
              <a:solidFill>
                <a:schemeClr val="tx1"/>
              </a:solidFill>
              <a:latin typeface="Poppins"/>
              <a:ea typeface="Poppins"/>
              <a:cs typeface="Poppins"/>
              <a:sym typeface="Poppins"/>
            </a:endParaRPr>
          </a:p>
        </p:txBody>
      </p:sp>
      <p:sp>
        <p:nvSpPr>
          <p:cNvPr id="4" name="Google Shape;194;p2">
            <a:extLst>
              <a:ext uri="{FF2B5EF4-FFF2-40B4-BE49-F238E27FC236}">
                <a16:creationId xmlns:a16="http://schemas.microsoft.com/office/drawing/2014/main" id="{BEDCC1CF-DD2C-AF9B-4292-B270DC4CD1E9}"/>
              </a:ext>
            </a:extLst>
          </p:cNvPr>
          <p:cNvSpPr txBox="1"/>
          <p:nvPr/>
        </p:nvSpPr>
        <p:spPr>
          <a:xfrm>
            <a:off x="6816725" y="1675970"/>
            <a:ext cx="5013831" cy="5170606"/>
          </a:xfrm>
          <a:prstGeom prst="rect">
            <a:avLst/>
          </a:prstGeom>
          <a:noFill/>
          <a:ln>
            <a:noFill/>
          </a:ln>
        </p:spPr>
        <p:txBody>
          <a:bodyPr spcFirstLastPara="1" wrap="square" lIns="91425" tIns="45700" rIns="91425" bIns="45700" anchor="t" anchorCtr="0">
            <a:spAutoFit/>
          </a:bodyPr>
          <a:lstStyle/>
          <a:p>
            <a:pPr marL="228600" marR="0" lvl="0" indent="-228600" algn="l" rtl="0">
              <a:lnSpc>
                <a:spcPct val="200000"/>
              </a:lnSpc>
              <a:spcBef>
                <a:spcPts val="0"/>
              </a:spcBef>
              <a:spcAft>
                <a:spcPts val="0"/>
              </a:spcAft>
              <a:buClr>
                <a:schemeClr val="dk1"/>
              </a:buClr>
              <a:buSzPts val="1200"/>
              <a:buFont typeface="+mj-lt"/>
              <a:buAutoNum type="arabicPeriod" startAt="14"/>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Remove the Image Background in the Main Round Product(s)?</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14"/>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Crop the Image in the Main Round Product(s)?</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14"/>
            </a:pPr>
            <a:r>
              <a:rPr lang="en-US" sz="1100" b="0" i="0" u="sng" strike="noStrike" cap="none" dirty="0">
                <a:solidFill>
                  <a:schemeClr val="tx1"/>
                </a:solidFill>
                <a:latin typeface="Poppins"/>
                <a:ea typeface="Poppins"/>
                <a:cs typeface="Poppins"/>
                <a:sym typeface="Poppins"/>
                <a:hlinkClick r:id="rId11" action="ppaction://hlinksldjump">
                  <a:extLst>
                    <a:ext uri="{A12FA001-AC4F-418D-AE19-62706E023703}">
                      <ahyp:hlinkClr xmlns:ahyp="http://schemas.microsoft.com/office/drawing/2018/hyperlinkcolor" val="tx"/>
                    </a:ext>
                  </a:extLst>
                </a:hlinkClick>
              </a:rPr>
              <a:t>Understanding the Select Category pop-up Modal</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14"/>
            </a:pPr>
            <a:r>
              <a:rPr lang="en-US" sz="1100" b="0" i="0" u="sng" strike="noStrike" cap="none" dirty="0">
                <a:solidFill>
                  <a:schemeClr val="tx1"/>
                </a:solidFill>
                <a:latin typeface="Poppins"/>
                <a:ea typeface="Poppins"/>
                <a:cs typeface="Poppins"/>
                <a:sym typeface="Poppins"/>
                <a:hlinkClick r:id="rId13" action="ppaction://hlinksldjump">
                  <a:extLst>
                    <a:ext uri="{A12FA001-AC4F-418D-AE19-62706E023703}">
                      <ahyp:hlinkClr xmlns:ahyp="http://schemas.microsoft.com/office/drawing/2018/hyperlinkcolor" val="tx"/>
                    </a:ext>
                  </a:extLst>
                </a:hlinkClick>
              </a:rPr>
              <a:t>How do I Add a New Category in the Main Round Product(s)?</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14"/>
            </a:pPr>
            <a:r>
              <a:rPr lang="en-US" sz="1100" b="0" i="0" u="sng" strike="noStrike" cap="none" dirty="0">
                <a:solidFill>
                  <a:schemeClr val="tx1"/>
                </a:solidFill>
                <a:latin typeface="Poppins"/>
                <a:ea typeface="Poppins"/>
                <a:cs typeface="Poppins"/>
                <a:sym typeface="Poppins"/>
                <a:hlinkClick r:id="rId14" action="ppaction://hlinksldjump">
                  <a:extLst>
                    <a:ext uri="{A12FA001-AC4F-418D-AE19-62706E023703}">
                      <ahyp:hlinkClr xmlns:ahyp="http://schemas.microsoft.com/office/drawing/2018/hyperlinkcolor" val="tx"/>
                    </a:ext>
                  </a:extLst>
                </a:hlinkClick>
              </a:rPr>
              <a:t>How do I Select a Category for the Main Round Product(s)?</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14"/>
            </a:pPr>
            <a:r>
              <a:rPr lang="en-US" sz="1100" b="0" i="0" u="sng" strike="noStrike" cap="none" dirty="0">
                <a:solidFill>
                  <a:schemeClr val="tx1"/>
                </a:solidFill>
                <a:latin typeface="Poppins"/>
                <a:ea typeface="Poppins"/>
                <a:cs typeface="Poppins"/>
                <a:sym typeface="Poppins"/>
                <a:hlinkClick r:id="rId15" action="ppaction://hlinksldjump">
                  <a:extLst>
                    <a:ext uri="{A12FA001-AC4F-418D-AE19-62706E023703}">
                      <ahyp:hlinkClr xmlns:ahyp="http://schemas.microsoft.com/office/drawing/2018/hyperlinkcolor" val="tx"/>
                    </a:ext>
                  </a:extLst>
                </a:hlinkClick>
              </a:rPr>
              <a:t>How do I Edit / Update a Category in the Main Round Product(s)?</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14"/>
            </a:pPr>
            <a:r>
              <a:rPr lang="en-US" sz="1100" b="0" i="0" u="sng" strike="noStrike" cap="none" dirty="0">
                <a:solidFill>
                  <a:schemeClr val="tx1"/>
                </a:solidFill>
                <a:latin typeface="Poppins"/>
                <a:ea typeface="Poppins"/>
                <a:cs typeface="Poppins"/>
                <a:sym typeface="Poppins"/>
                <a:hlinkClick r:id="rId16" action="ppaction://hlinksldjump">
                  <a:extLst>
                    <a:ext uri="{A12FA001-AC4F-418D-AE19-62706E023703}">
                      <ahyp:hlinkClr xmlns:ahyp="http://schemas.microsoft.com/office/drawing/2018/hyperlinkcolor" val="tx"/>
                    </a:ext>
                  </a:extLst>
                </a:hlinkClick>
              </a:rPr>
              <a:t>How do I Delete / Remove a Category in the Main Round Product(s)?</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14"/>
            </a:pPr>
            <a:r>
              <a:rPr lang="en-US" sz="1100" b="0" i="0" u="sng" strike="noStrike" cap="none" dirty="0">
                <a:solidFill>
                  <a:schemeClr val="tx1"/>
                </a:solidFill>
                <a:latin typeface="Poppins"/>
                <a:ea typeface="Poppins"/>
                <a:cs typeface="Poppins"/>
                <a:sym typeface="Poppins"/>
                <a:hlinkClick r:id="rId17" action="ppaction://hlinksldjump">
                  <a:extLst>
                    <a:ext uri="{A12FA001-AC4F-418D-AE19-62706E023703}">
                      <ahyp:hlinkClr xmlns:ahyp="http://schemas.microsoft.com/office/drawing/2018/hyperlinkcolor" val="tx"/>
                    </a:ext>
                  </a:extLst>
                </a:hlinkClick>
              </a:rPr>
              <a:t>Understanding the Products More Options Dropdown Menu in the Main Round</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14"/>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Delete a Product(s) in the Main Round?</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14"/>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Delete all Products in the Main Round?</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14"/>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Copy Product(s) from Main to Practice Round?</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14"/>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Copy all Products from Main to Practice Round?</a:t>
            </a:r>
            <a:endParaRPr lang="en-US" sz="1100" b="0" i="0" u="sng" strike="noStrike" cap="none" dirty="0">
              <a:solidFill>
                <a:schemeClr val="tx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6B09D7D3-3B0F-C7A2-89C8-7E5A0DE57B89}"/>
            </a:ext>
          </a:extLst>
        </p:cNvPr>
        <p:cNvGrpSpPr/>
        <p:nvPr/>
      </p:nvGrpSpPr>
      <p:grpSpPr>
        <a:xfrm>
          <a:off x="0" y="0"/>
          <a:ext cx="0" cy="0"/>
          <a:chOff x="0" y="0"/>
          <a:chExt cx="0" cy="0"/>
        </a:xfrm>
      </p:grpSpPr>
      <p:sp>
        <p:nvSpPr>
          <p:cNvPr id="191" name="Google Shape;191;p2">
            <a:extLst>
              <a:ext uri="{FF2B5EF4-FFF2-40B4-BE49-F238E27FC236}">
                <a16:creationId xmlns:a16="http://schemas.microsoft.com/office/drawing/2014/main" id="{873A4F85-B4B9-3B28-48EA-DEE98D6F2104}"/>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2800"/>
              <a:buFont typeface="Cambria"/>
              <a:buNone/>
            </a:pPr>
            <a:r>
              <a:rPr lang="en-US" dirty="0">
                <a:latin typeface="Poppins"/>
                <a:ea typeface="Poppins"/>
                <a:cs typeface="Poppins"/>
                <a:sym typeface="Poppins"/>
              </a:rPr>
              <a:t>Table of Contents</a:t>
            </a:r>
            <a:endParaRPr dirty="0"/>
          </a:p>
        </p:txBody>
      </p:sp>
      <p:sp>
        <p:nvSpPr>
          <p:cNvPr id="2" name="Google Shape;192;p2">
            <a:extLst>
              <a:ext uri="{FF2B5EF4-FFF2-40B4-BE49-F238E27FC236}">
                <a16:creationId xmlns:a16="http://schemas.microsoft.com/office/drawing/2014/main" id="{AB4940E5-6519-87A3-0F77-32CA3F10D485}"/>
              </a:ext>
            </a:extLst>
          </p:cNvPr>
          <p:cNvSpPr txBox="1">
            <a:spLocks/>
          </p:cNvSpPr>
          <p:nvPr/>
        </p:nvSpPr>
        <p:spPr>
          <a:xfrm>
            <a:off x="1755648" y="1137388"/>
            <a:ext cx="10074908" cy="51996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108000"/>
              </a:lnSpc>
              <a:spcBef>
                <a:spcPts val="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1pPr>
            <a:lvl2pPr marL="914400" marR="0" lvl="1"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2pPr>
            <a:lvl3pPr marL="1371600" marR="0" lvl="2"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3pPr>
            <a:lvl4pPr marL="1828800" marR="0" lvl="3"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4pPr>
            <a:lvl5pPr marL="2286000" marR="0" lvl="4"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5pPr>
            <a:lvl6pPr marL="2743200" marR="0" lvl="5"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6pPr>
            <a:lvl7pPr marL="3200400" marR="0" lvl="6"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7pPr>
            <a:lvl8pPr marL="3657600" marR="0" lvl="7"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8pPr>
            <a:lvl9pPr marL="4114800" marR="0" lvl="8" indent="-228600" algn="l" rtl="0">
              <a:lnSpc>
                <a:spcPct val="90000"/>
              </a:lnSpc>
              <a:spcBef>
                <a:spcPts val="800"/>
              </a:spcBef>
              <a:spcAft>
                <a:spcPts val="0"/>
              </a:spcAft>
              <a:buClr>
                <a:srgbClr val="3F3F3F"/>
              </a:buClr>
              <a:buSzPts val="1800"/>
              <a:buFont typeface="Arial"/>
              <a:buNone/>
              <a:defRPr sz="1800" b="0" i="0" u="none" strike="noStrike" cap="none">
                <a:solidFill>
                  <a:srgbClr val="3F3F3F"/>
                </a:solidFill>
                <a:latin typeface="Quattrocento Sans"/>
                <a:ea typeface="Quattrocento Sans"/>
                <a:cs typeface="Quattrocento Sans"/>
                <a:sym typeface="Quattrocento Sans"/>
              </a:defRPr>
            </a:lvl9pPr>
          </a:lstStyle>
          <a:p>
            <a:pPr marL="0" indent="0">
              <a:buSzPts val="1400"/>
            </a:pPr>
            <a:r>
              <a:rPr lang="en-US" sz="1100" b="1" dirty="0">
                <a:solidFill>
                  <a:schemeClr val="tx1"/>
                </a:solidFill>
                <a:latin typeface="Poppins"/>
                <a:ea typeface="Poppins"/>
                <a:cs typeface="Poppins"/>
                <a:sym typeface="Poppins"/>
              </a:rPr>
              <a:t>The Imprint User Guide </a:t>
            </a:r>
            <a:r>
              <a:rPr lang="en-US" sz="1100" dirty="0">
                <a:solidFill>
                  <a:schemeClr val="tx1"/>
                </a:solidFill>
                <a:latin typeface="Poppins"/>
                <a:ea typeface="Poppins"/>
                <a:cs typeface="Poppins"/>
                <a:sym typeface="Poppins"/>
              </a:rPr>
              <a:t>is designed to be used as a step-by-step guide in creating your own survey questions. Check out the </a:t>
            </a:r>
            <a:r>
              <a:rPr lang="en-US" sz="1100" b="1" dirty="0">
                <a:solidFill>
                  <a:schemeClr val="tx1"/>
                </a:solidFill>
                <a:latin typeface="Poppins"/>
                <a:ea typeface="Poppins"/>
                <a:cs typeface="Poppins"/>
                <a:sym typeface="Poppins"/>
              </a:rPr>
              <a:t>Learn more </a:t>
            </a:r>
            <a:r>
              <a:rPr lang="en-US" sz="1100" dirty="0">
                <a:solidFill>
                  <a:schemeClr val="tx1"/>
                </a:solidFill>
                <a:latin typeface="Poppins"/>
                <a:ea typeface="Poppins"/>
                <a:cs typeface="Poppins"/>
                <a:sym typeface="Poppins"/>
              </a:rPr>
              <a:t>text guide on each page for more information. Contents of this guide are listed below:</a:t>
            </a:r>
          </a:p>
          <a:p>
            <a:pPr marL="0" indent="0">
              <a:spcBef>
                <a:spcPts val="800"/>
              </a:spcBef>
              <a:buSzPts val="1400"/>
            </a:pPr>
            <a:endParaRPr lang="en-US" sz="1400" dirty="0">
              <a:solidFill>
                <a:schemeClr val="tx1"/>
              </a:solidFill>
              <a:latin typeface="Poppins"/>
              <a:ea typeface="Poppins"/>
              <a:cs typeface="Poppins"/>
              <a:sym typeface="Poppins"/>
            </a:endParaRPr>
          </a:p>
          <a:p>
            <a:pPr marL="0" indent="0">
              <a:spcBef>
                <a:spcPts val="800"/>
              </a:spcBef>
              <a:buSzPts val="1400"/>
            </a:pPr>
            <a:endParaRPr lang="en-US" sz="1400" dirty="0">
              <a:solidFill>
                <a:schemeClr val="tx1"/>
              </a:solidFill>
              <a:latin typeface="Poppins"/>
              <a:ea typeface="Poppins"/>
              <a:cs typeface="Poppins"/>
              <a:sym typeface="Poppins"/>
            </a:endParaRPr>
          </a:p>
          <a:p>
            <a:pPr marL="0" indent="0">
              <a:spcBef>
                <a:spcPts val="800"/>
              </a:spcBef>
              <a:buSzPts val="1400"/>
            </a:pPr>
            <a:endParaRPr lang="en-US" sz="1400" dirty="0">
              <a:solidFill>
                <a:schemeClr val="tx1"/>
              </a:solidFill>
              <a:latin typeface="Poppins"/>
              <a:ea typeface="Poppins"/>
              <a:cs typeface="Poppins"/>
              <a:sym typeface="Poppins"/>
            </a:endParaRPr>
          </a:p>
          <a:p>
            <a:pPr marL="0" indent="0">
              <a:spcBef>
                <a:spcPts val="800"/>
              </a:spcBef>
              <a:buSzPts val="1400"/>
            </a:pPr>
            <a:endParaRPr lang="en-US" sz="1400" dirty="0">
              <a:solidFill>
                <a:schemeClr val="tx1"/>
              </a:solidFill>
              <a:latin typeface="Poppins"/>
              <a:ea typeface="Poppins"/>
              <a:cs typeface="Poppins"/>
              <a:sym typeface="Poppins"/>
            </a:endParaRPr>
          </a:p>
        </p:txBody>
      </p:sp>
      <p:sp>
        <p:nvSpPr>
          <p:cNvPr id="3" name="Google Shape;193;p2">
            <a:extLst>
              <a:ext uri="{FF2B5EF4-FFF2-40B4-BE49-F238E27FC236}">
                <a16:creationId xmlns:a16="http://schemas.microsoft.com/office/drawing/2014/main" id="{F22D52B1-A04A-F0CA-AE94-774208B358B3}"/>
              </a:ext>
            </a:extLst>
          </p:cNvPr>
          <p:cNvSpPr txBox="1"/>
          <p:nvPr/>
        </p:nvSpPr>
        <p:spPr>
          <a:xfrm>
            <a:off x="1739900" y="1675970"/>
            <a:ext cx="5076825" cy="5170606"/>
          </a:xfrm>
          <a:prstGeom prst="rect">
            <a:avLst/>
          </a:prstGeom>
          <a:noFill/>
          <a:ln>
            <a:noFill/>
          </a:ln>
        </p:spPr>
        <p:txBody>
          <a:bodyPr spcFirstLastPara="1" wrap="square" lIns="91425" tIns="45700" rIns="91425" bIns="45700" anchor="t" anchorCtr="0">
            <a:spAutoFit/>
          </a:bodyPr>
          <a:lstStyle/>
          <a:p>
            <a:pPr marL="228600" indent="-228600">
              <a:lnSpc>
                <a:spcPct val="200000"/>
              </a:lnSpc>
              <a:buClr>
                <a:schemeClr val="dk1"/>
              </a:buClr>
              <a:buSzPts val="1200"/>
              <a:buFont typeface="+mj-lt"/>
              <a:buAutoNum type="arabicPeriod" startAt="26"/>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Add Product(s) in the Practice Round using Single Upload option?</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26"/>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Add Products in the Practice Round using Multi Upload option?</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26"/>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Remove the Image Background in the Practice Round Product(s)?</a:t>
            </a:r>
            <a:endParaRPr lang="en-US" sz="1100" u="sng" dirty="0">
              <a:solidFill>
                <a:schemeClr val="tx1"/>
              </a:solidFill>
              <a:latin typeface="Poppins"/>
              <a:ea typeface="Poppins"/>
              <a:cs typeface="Poppins"/>
              <a:sym typeface="Poppins"/>
            </a:endParaRPr>
          </a:p>
          <a:p>
            <a:pPr marL="228600" indent="-228600">
              <a:lnSpc>
                <a:spcPct val="200000"/>
              </a:lnSpc>
              <a:buClr>
                <a:schemeClr val="dk1"/>
              </a:buClr>
              <a:buSzPts val="1200"/>
              <a:buFont typeface="+mj-lt"/>
              <a:buAutoNum type="arabicPeriod" startAt="26"/>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Crop the image in the Practice Round Product(s)?</a:t>
            </a:r>
            <a:endParaRPr lang="en-US" sz="1100" u="sng"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26"/>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Add a New Category in the Practice Round Product(s)?</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26"/>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Select a Category for the Practice Round Product(s)?</a:t>
            </a:r>
            <a:endParaRPr lang="en-US" sz="1100" u="sng"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26"/>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Edit / Update a Category in the Practice Round Product(s)?</a:t>
            </a:r>
            <a:endParaRPr lang="en-US" sz="1100" u="sng"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26"/>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Delete / Remove a Category in the Practice Round Product(s)?</a:t>
            </a:r>
            <a:endParaRPr lang="en-US" sz="1100" u="sng"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26"/>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Products More Options Dropdown Menu in the Practice Round</a:t>
            </a:r>
            <a:endParaRPr lang="en-US" sz="1100" u="sng" dirty="0">
              <a:solidFill>
                <a:schemeClr val="tx1"/>
              </a:solidFill>
              <a:latin typeface="Poppins"/>
              <a:ea typeface="Poppins"/>
              <a:cs typeface="Poppins"/>
              <a:sym typeface="Poppins"/>
            </a:endParaRPr>
          </a:p>
        </p:txBody>
      </p:sp>
      <p:sp>
        <p:nvSpPr>
          <p:cNvPr id="4" name="Google Shape;194;p2">
            <a:extLst>
              <a:ext uri="{FF2B5EF4-FFF2-40B4-BE49-F238E27FC236}">
                <a16:creationId xmlns:a16="http://schemas.microsoft.com/office/drawing/2014/main" id="{55761402-32B5-2049-2EC8-FF4E2234D425}"/>
              </a:ext>
            </a:extLst>
          </p:cNvPr>
          <p:cNvSpPr txBox="1"/>
          <p:nvPr/>
        </p:nvSpPr>
        <p:spPr>
          <a:xfrm>
            <a:off x="6816725" y="1675970"/>
            <a:ext cx="5013831" cy="5170606"/>
          </a:xfrm>
          <a:prstGeom prst="rect">
            <a:avLst/>
          </a:prstGeom>
          <a:noFill/>
          <a:ln>
            <a:noFill/>
          </a:ln>
        </p:spPr>
        <p:txBody>
          <a:bodyPr spcFirstLastPara="1" wrap="square" lIns="91425" tIns="45700" rIns="91425" bIns="45700" anchor="t" anchorCtr="0">
            <a:spAutoFit/>
          </a:bodyPr>
          <a:lstStyle/>
          <a:p>
            <a:pPr marL="228600" lvl="0" indent="-228600">
              <a:lnSpc>
                <a:spcPct val="200000"/>
              </a:lnSpc>
              <a:buClr>
                <a:schemeClr val="dk1"/>
              </a:buClr>
              <a:buSzPts val="1200"/>
              <a:buFont typeface="+mj-lt"/>
              <a:buAutoNum type="arabicPeriod" startAt="35"/>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Delete a Product(s) in the Practice Round?</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35"/>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Delete all Products in the Practice Round?</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35"/>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Copy Product(s) from Practice to Main Round?</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35"/>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Copy all Products from Practice to Main Round?</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35"/>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Instructions Side Panel</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35"/>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Welcome Message Instructions</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35"/>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Practice Round Instructions</a:t>
            </a:r>
            <a:endParaRPr lang="en-US" sz="1100" u="sng"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35"/>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Main Round Instructions</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35"/>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Main Round (No Practice) Instructions</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35"/>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Instructions Warning Message (Too Slow)</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35"/>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Instructions Warning Message (Error Selection)</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35"/>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Instructions Screenout Message</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35"/>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Instructions Complete Message</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35"/>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Instructions Others Message</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35"/>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Editor Toolbar</a:t>
            </a:r>
            <a:endParaRPr lang="en-US" sz="1100" b="0" i="0" u="sng" strike="noStrike" cap="none" dirty="0">
              <a:solidFill>
                <a:schemeClr val="tx1"/>
              </a:solidFill>
              <a:latin typeface="Poppins"/>
              <a:ea typeface="Poppins"/>
              <a:cs typeface="Poppins"/>
              <a:sym typeface="Poppins"/>
            </a:endParaRPr>
          </a:p>
        </p:txBody>
      </p:sp>
    </p:spTree>
    <p:extLst>
      <p:ext uri="{BB962C8B-B14F-4D97-AF65-F5344CB8AC3E}">
        <p14:creationId xmlns:p14="http://schemas.microsoft.com/office/powerpoint/2010/main" val="3650398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8CC422DC-0E55-1320-3983-005A7A9C4BC6}"/>
            </a:ext>
          </a:extLst>
        </p:cNvPr>
        <p:cNvGrpSpPr/>
        <p:nvPr/>
      </p:nvGrpSpPr>
      <p:grpSpPr>
        <a:xfrm>
          <a:off x="0" y="0"/>
          <a:ext cx="0" cy="0"/>
          <a:chOff x="0" y="0"/>
          <a:chExt cx="0" cy="0"/>
        </a:xfrm>
      </p:grpSpPr>
      <p:sp>
        <p:nvSpPr>
          <p:cNvPr id="191" name="Google Shape;191;p2">
            <a:extLst>
              <a:ext uri="{FF2B5EF4-FFF2-40B4-BE49-F238E27FC236}">
                <a16:creationId xmlns:a16="http://schemas.microsoft.com/office/drawing/2014/main" id="{EFA88869-4D59-6169-4FD1-DD95112B6CFA}"/>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2800"/>
              <a:buFont typeface="Cambria"/>
              <a:buNone/>
            </a:pPr>
            <a:r>
              <a:rPr lang="en-US" dirty="0">
                <a:latin typeface="Poppins"/>
                <a:ea typeface="Poppins"/>
                <a:cs typeface="Poppins"/>
                <a:sym typeface="Poppins"/>
              </a:rPr>
              <a:t>Table of Contents</a:t>
            </a:r>
            <a:endParaRPr dirty="0"/>
          </a:p>
        </p:txBody>
      </p:sp>
      <p:sp>
        <p:nvSpPr>
          <p:cNvPr id="2" name="Google Shape;192;p2">
            <a:extLst>
              <a:ext uri="{FF2B5EF4-FFF2-40B4-BE49-F238E27FC236}">
                <a16:creationId xmlns:a16="http://schemas.microsoft.com/office/drawing/2014/main" id="{498E51C3-D24B-79BB-AF0B-662361896FDF}"/>
              </a:ext>
            </a:extLst>
          </p:cNvPr>
          <p:cNvSpPr txBox="1">
            <a:spLocks/>
          </p:cNvSpPr>
          <p:nvPr/>
        </p:nvSpPr>
        <p:spPr>
          <a:xfrm>
            <a:off x="1755648" y="1137388"/>
            <a:ext cx="10074908" cy="51996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108000"/>
              </a:lnSpc>
              <a:spcBef>
                <a:spcPts val="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1pPr>
            <a:lvl2pPr marL="914400" marR="0" lvl="1"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2pPr>
            <a:lvl3pPr marL="1371600" marR="0" lvl="2"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3pPr>
            <a:lvl4pPr marL="1828800" marR="0" lvl="3"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4pPr>
            <a:lvl5pPr marL="2286000" marR="0" lvl="4"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5pPr>
            <a:lvl6pPr marL="2743200" marR="0" lvl="5"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6pPr>
            <a:lvl7pPr marL="3200400" marR="0" lvl="6"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7pPr>
            <a:lvl8pPr marL="3657600" marR="0" lvl="7"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8pPr>
            <a:lvl9pPr marL="4114800" marR="0" lvl="8" indent="-228600" algn="l" rtl="0">
              <a:lnSpc>
                <a:spcPct val="90000"/>
              </a:lnSpc>
              <a:spcBef>
                <a:spcPts val="800"/>
              </a:spcBef>
              <a:spcAft>
                <a:spcPts val="0"/>
              </a:spcAft>
              <a:buClr>
                <a:srgbClr val="3F3F3F"/>
              </a:buClr>
              <a:buSzPts val="1800"/>
              <a:buFont typeface="Arial"/>
              <a:buNone/>
              <a:defRPr sz="1800" b="0" i="0" u="none" strike="noStrike" cap="none">
                <a:solidFill>
                  <a:srgbClr val="3F3F3F"/>
                </a:solidFill>
                <a:latin typeface="Quattrocento Sans"/>
                <a:ea typeface="Quattrocento Sans"/>
                <a:cs typeface="Quattrocento Sans"/>
                <a:sym typeface="Quattrocento Sans"/>
              </a:defRPr>
            </a:lvl9pPr>
          </a:lstStyle>
          <a:p>
            <a:pPr marL="0" indent="0">
              <a:buSzPts val="1400"/>
            </a:pPr>
            <a:r>
              <a:rPr lang="en-US" sz="1100" b="1" dirty="0">
                <a:solidFill>
                  <a:schemeClr val="tx1"/>
                </a:solidFill>
                <a:latin typeface="Poppins"/>
                <a:ea typeface="Poppins"/>
                <a:cs typeface="Poppins"/>
                <a:sym typeface="Poppins"/>
              </a:rPr>
              <a:t>The Imprint User Guide </a:t>
            </a:r>
            <a:r>
              <a:rPr lang="en-US" sz="1100" dirty="0">
                <a:solidFill>
                  <a:schemeClr val="tx1"/>
                </a:solidFill>
                <a:latin typeface="Poppins"/>
                <a:ea typeface="Poppins"/>
                <a:cs typeface="Poppins"/>
                <a:sym typeface="Poppins"/>
              </a:rPr>
              <a:t>is designed to be used as a step-by-step guide in creating your own survey questions. Check out the </a:t>
            </a:r>
            <a:r>
              <a:rPr lang="en-US" sz="1100" b="1" dirty="0">
                <a:solidFill>
                  <a:schemeClr val="tx1"/>
                </a:solidFill>
                <a:latin typeface="Poppins"/>
                <a:ea typeface="Poppins"/>
                <a:cs typeface="Poppins"/>
                <a:sym typeface="Poppins"/>
              </a:rPr>
              <a:t>Learn more </a:t>
            </a:r>
            <a:r>
              <a:rPr lang="en-US" sz="1100" dirty="0">
                <a:solidFill>
                  <a:schemeClr val="tx1"/>
                </a:solidFill>
                <a:latin typeface="Poppins"/>
                <a:ea typeface="Poppins"/>
                <a:cs typeface="Poppins"/>
                <a:sym typeface="Poppins"/>
              </a:rPr>
              <a:t>text guide on each page for more information. Contents of this guide are listed below:</a:t>
            </a:r>
          </a:p>
          <a:p>
            <a:pPr marL="0" indent="0">
              <a:spcBef>
                <a:spcPts val="800"/>
              </a:spcBef>
              <a:buSzPts val="1400"/>
            </a:pPr>
            <a:endParaRPr lang="en-US" sz="1400" dirty="0">
              <a:solidFill>
                <a:schemeClr val="tx1"/>
              </a:solidFill>
              <a:latin typeface="Poppins"/>
              <a:ea typeface="Poppins"/>
              <a:cs typeface="Poppins"/>
              <a:sym typeface="Poppins"/>
            </a:endParaRPr>
          </a:p>
          <a:p>
            <a:pPr marL="0" indent="0">
              <a:spcBef>
                <a:spcPts val="800"/>
              </a:spcBef>
              <a:buSzPts val="1400"/>
            </a:pPr>
            <a:endParaRPr lang="en-US" sz="1400" dirty="0">
              <a:solidFill>
                <a:schemeClr val="tx1"/>
              </a:solidFill>
              <a:latin typeface="Poppins"/>
              <a:ea typeface="Poppins"/>
              <a:cs typeface="Poppins"/>
              <a:sym typeface="Poppins"/>
            </a:endParaRPr>
          </a:p>
          <a:p>
            <a:pPr marL="0" indent="0">
              <a:spcBef>
                <a:spcPts val="800"/>
              </a:spcBef>
              <a:buSzPts val="1400"/>
            </a:pPr>
            <a:endParaRPr lang="en-US" sz="1400" dirty="0">
              <a:solidFill>
                <a:schemeClr val="tx1"/>
              </a:solidFill>
              <a:latin typeface="Poppins"/>
              <a:ea typeface="Poppins"/>
              <a:cs typeface="Poppins"/>
              <a:sym typeface="Poppins"/>
            </a:endParaRPr>
          </a:p>
          <a:p>
            <a:pPr marL="0" indent="0">
              <a:spcBef>
                <a:spcPts val="800"/>
              </a:spcBef>
              <a:buSzPts val="1400"/>
            </a:pPr>
            <a:endParaRPr lang="en-US" sz="1400" dirty="0">
              <a:solidFill>
                <a:schemeClr val="tx1"/>
              </a:solidFill>
              <a:latin typeface="Poppins"/>
              <a:ea typeface="Poppins"/>
              <a:cs typeface="Poppins"/>
              <a:sym typeface="Poppins"/>
            </a:endParaRPr>
          </a:p>
        </p:txBody>
      </p:sp>
      <p:sp>
        <p:nvSpPr>
          <p:cNvPr id="3" name="Google Shape;193;p2">
            <a:extLst>
              <a:ext uri="{FF2B5EF4-FFF2-40B4-BE49-F238E27FC236}">
                <a16:creationId xmlns:a16="http://schemas.microsoft.com/office/drawing/2014/main" id="{CF145890-CC0A-65BE-361A-FA76FE53AF08}"/>
              </a:ext>
            </a:extLst>
          </p:cNvPr>
          <p:cNvSpPr txBox="1"/>
          <p:nvPr/>
        </p:nvSpPr>
        <p:spPr>
          <a:xfrm>
            <a:off x="1739900" y="1675970"/>
            <a:ext cx="5076825" cy="5170606"/>
          </a:xfrm>
          <a:prstGeom prst="rect">
            <a:avLst/>
          </a:prstGeom>
          <a:noFill/>
          <a:ln>
            <a:noFill/>
          </a:ln>
        </p:spPr>
        <p:txBody>
          <a:bodyPr spcFirstLastPara="1" wrap="square" lIns="91425" tIns="45700" rIns="91425" bIns="45700" anchor="t" anchorCtr="0">
            <a:spAutoFit/>
          </a:bodyPr>
          <a:lstStyle/>
          <a:p>
            <a:pPr marL="228600" lvl="0" indent="-228600">
              <a:lnSpc>
                <a:spcPct val="200000"/>
              </a:lnSpc>
              <a:buClr>
                <a:schemeClr val="dk1"/>
              </a:buClr>
              <a:buSzPts val="1200"/>
              <a:buFont typeface="+mj-lt"/>
              <a:buAutoNum type="arabicPeriod" startAt="50"/>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Button Text Editor Toolbar</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50"/>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Add / Edit the Welcome Message?</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50"/>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Add / Edit the Practice Round Instruction?</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50"/>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Add / Edit the Main Round Instruction?</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50"/>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Add / Edit the Main Round (No Practice) Instruction?</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50"/>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Add / Edit the Warning Message (Too Slow)?</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50"/>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Add / Edit the Warning Message (Selection Error)?</a:t>
            </a:r>
            <a:endParaRPr lang="en-US" sz="1100" u="sng"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50"/>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Add / Edit the Screenout Message?</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50"/>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Add / Edit the Complete Message?</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50"/>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Questionnaire Side Panel</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50"/>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Add a Question(s)?</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50"/>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Delete a Question(s)?</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50"/>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Delete all Questions?</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50"/>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Themes Side Panel</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50"/>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Theme Card</a:t>
            </a:r>
            <a:endParaRPr lang="en-US" sz="1100" b="0" i="0" u="sng" strike="noStrike" cap="none" dirty="0">
              <a:solidFill>
                <a:schemeClr val="tx1"/>
              </a:solidFill>
              <a:latin typeface="Poppins"/>
              <a:ea typeface="Poppins"/>
              <a:cs typeface="Poppins"/>
              <a:sym typeface="Poppins"/>
            </a:endParaRPr>
          </a:p>
        </p:txBody>
      </p:sp>
      <p:sp>
        <p:nvSpPr>
          <p:cNvPr id="4" name="Google Shape;194;p2">
            <a:extLst>
              <a:ext uri="{FF2B5EF4-FFF2-40B4-BE49-F238E27FC236}">
                <a16:creationId xmlns:a16="http://schemas.microsoft.com/office/drawing/2014/main" id="{6803F96D-1FF8-5ADE-A9AD-BAE0DB7A2259}"/>
              </a:ext>
            </a:extLst>
          </p:cNvPr>
          <p:cNvSpPr txBox="1"/>
          <p:nvPr/>
        </p:nvSpPr>
        <p:spPr>
          <a:xfrm>
            <a:off x="6816725" y="1675970"/>
            <a:ext cx="5013831" cy="5170606"/>
          </a:xfrm>
          <a:prstGeom prst="rect">
            <a:avLst/>
          </a:prstGeom>
          <a:noFill/>
          <a:ln>
            <a:noFill/>
          </a:ln>
        </p:spPr>
        <p:txBody>
          <a:bodyPr spcFirstLastPara="1" wrap="square" lIns="91425" tIns="45700" rIns="91425" bIns="45700" anchor="t" anchorCtr="0">
            <a:spAutoFit/>
          </a:bodyPr>
          <a:lstStyle/>
          <a:p>
            <a:pPr marL="228600" lvl="0" indent="-228600">
              <a:lnSpc>
                <a:spcPct val="200000"/>
              </a:lnSpc>
              <a:buClr>
                <a:schemeClr val="dk1"/>
              </a:buClr>
              <a:buSzPts val="1200"/>
              <a:buFont typeface="+mj-lt"/>
              <a:buAutoNum type="arabicPeriod" startAt="65"/>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Kebab Menu</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65"/>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Save as Theme pop-up modal</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65"/>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Save Themes?</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65"/>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Apply Available Themes?</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65"/>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Delete a Theme?</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65"/>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Style Side Panel</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65"/>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Upload Images pop-up modal</a:t>
            </a:r>
            <a:endParaRPr lang="en-US" sz="1100" u="sng"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65"/>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Modal Background Color Picker</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65"/>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Modal Background Color Picker (More </a:t>
            </a:r>
            <a:r>
              <a:rPr lang="en-US" sz="1100" b="0" i="0" u="sng" strike="noStrike" cap="none" dirty="0" err="1">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Colour</a:t>
            </a: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 Options)</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65"/>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Modal Text Color Picker</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65"/>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Modal Text Color Picker (More </a:t>
            </a:r>
            <a:r>
              <a:rPr lang="en-US" sz="1100" b="0" i="0" u="sng" strike="noStrike" cap="none" dirty="0" err="1">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Colour</a:t>
            </a: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 Options)</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65"/>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Modal Button Background Color Picker</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65"/>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Modal Button Background Color Picker (More </a:t>
            </a:r>
            <a:r>
              <a:rPr lang="en-US" sz="1100" b="0" i="0" u="sng" strike="noStrike" cap="none" dirty="0" err="1">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Colour</a:t>
            </a: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 Options)</a:t>
            </a:r>
            <a:endParaRPr lang="en-US" sz="1100" b="0" i="0" u="sng" strike="noStrike" cap="none" dirty="0">
              <a:solidFill>
                <a:schemeClr val="tx1"/>
              </a:solidFill>
              <a:latin typeface="Poppins"/>
              <a:ea typeface="Poppins"/>
              <a:cs typeface="Poppins"/>
              <a:sym typeface="Poppins"/>
            </a:endParaRPr>
          </a:p>
        </p:txBody>
      </p:sp>
    </p:spTree>
    <p:extLst>
      <p:ext uri="{BB962C8B-B14F-4D97-AF65-F5344CB8AC3E}">
        <p14:creationId xmlns:p14="http://schemas.microsoft.com/office/powerpoint/2010/main" val="3489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B8891B82-8258-34C1-0DBB-A5B33A1A0602}"/>
            </a:ext>
          </a:extLst>
        </p:cNvPr>
        <p:cNvGrpSpPr/>
        <p:nvPr/>
      </p:nvGrpSpPr>
      <p:grpSpPr>
        <a:xfrm>
          <a:off x="0" y="0"/>
          <a:ext cx="0" cy="0"/>
          <a:chOff x="0" y="0"/>
          <a:chExt cx="0" cy="0"/>
        </a:xfrm>
      </p:grpSpPr>
      <p:sp>
        <p:nvSpPr>
          <p:cNvPr id="191" name="Google Shape;191;p2">
            <a:extLst>
              <a:ext uri="{FF2B5EF4-FFF2-40B4-BE49-F238E27FC236}">
                <a16:creationId xmlns:a16="http://schemas.microsoft.com/office/drawing/2014/main" id="{2078A7F6-A1B1-08A6-A896-5A0B7D32A808}"/>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2800"/>
              <a:buFont typeface="Cambria"/>
              <a:buNone/>
            </a:pPr>
            <a:r>
              <a:rPr lang="en-US" dirty="0">
                <a:latin typeface="Poppins"/>
                <a:ea typeface="Poppins"/>
                <a:cs typeface="Poppins"/>
                <a:sym typeface="Poppins"/>
              </a:rPr>
              <a:t>Table of Contents</a:t>
            </a:r>
            <a:endParaRPr dirty="0"/>
          </a:p>
        </p:txBody>
      </p:sp>
      <p:sp>
        <p:nvSpPr>
          <p:cNvPr id="2" name="Google Shape;192;p2">
            <a:extLst>
              <a:ext uri="{FF2B5EF4-FFF2-40B4-BE49-F238E27FC236}">
                <a16:creationId xmlns:a16="http://schemas.microsoft.com/office/drawing/2014/main" id="{2531AADE-E98B-21FE-5FD7-901DC53AB94B}"/>
              </a:ext>
            </a:extLst>
          </p:cNvPr>
          <p:cNvSpPr txBox="1">
            <a:spLocks/>
          </p:cNvSpPr>
          <p:nvPr/>
        </p:nvSpPr>
        <p:spPr>
          <a:xfrm>
            <a:off x="1755648" y="1137388"/>
            <a:ext cx="10074908" cy="51996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108000"/>
              </a:lnSpc>
              <a:spcBef>
                <a:spcPts val="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1pPr>
            <a:lvl2pPr marL="914400" marR="0" lvl="1"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2pPr>
            <a:lvl3pPr marL="1371600" marR="0" lvl="2"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3pPr>
            <a:lvl4pPr marL="1828800" marR="0" lvl="3"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4pPr>
            <a:lvl5pPr marL="2286000" marR="0" lvl="4"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5pPr>
            <a:lvl6pPr marL="2743200" marR="0" lvl="5"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6pPr>
            <a:lvl7pPr marL="3200400" marR="0" lvl="6"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7pPr>
            <a:lvl8pPr marL="3657600" marR="0" lvl="7"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8pPr>
            <a:lvl9pPr marL="4114800" marR="0" lvl="8" indent="-228600" algn="l" rtl="0">
              <a:lnSpc>
                <a:spcPct val="90000"/>
              </a:lnSpc>
              <a:spcBef>
                <a:spcPts val="800"/>
              </a:spcBef>
              <a:spcAft>
                <a:spcPts val="0"/>
              </a:spcAft>
              <a:buClr>
                <a:srgbClr val="3F3F3F"/>
              </a:buClr>
              <a:buSzPts val="1800"/>
              <a:buFont typeface="Arial"/>
              <a:buNone/>
              <a:defRPr sz="1800" b="0" i="0" u="none" strike="noStrike" cap="none">
                <a:solidFill>
                  <a:srgbClr val="3F3F3F"/>
                </a:solidFill>
                <a:latin typeface="Quattrocento Sans"/>
                <a:ea typeface="Quattrocento Sans"/>
                <a:cs typeface="Quattrocento Sans"/>
                <a:sym typeface="Quattrocento Sans"/>
              </a:defRPr>
            </a:lvl9pPr>
          </a:lstStyle>
          <a:p>
            <a:pPr marL="0" indent="0">
              <a:buSzPts val="1400"/>
            </a:pPr>
            <a:r>
              <a:rPr lang="en-US" sz="1100" b="1" dirty="0">
                <a:solidFill>
                  <a:schemeClr val="tx1"/>
                </a:solidFill>
                <a:latin typeface="Poppins"/>
                <a:ea typeface="Poppins"/>
                <a:cs typeface="Poppins"/>
                <a:sym typeface="Poppins"/>
              </a:rPr>
              <a:t>The Imprint User Guide </a:t>
            </a:r>
            <a:r>
              <a:rPr lang="en-US" sz="1100" dirty="0">
                <a:solidFill>
                  <a:schemeClr val="tx1"/>
                </a:solidFill>
                <a:latin typeface="Poppins"/>
                <a:ea typeface="Poppins"/>
                <a:cs typeface="Poppins"/>
                <a:sym typeface="Poppins"/>
              </a:rPr>
              <a:t>is designed to be used as a step-by-step guide in creating your own survey questions. Check out the </a:t>
            </a:r>
            <a:r>
              <a:rPr lang="en-US" sz="1100" b="1" dirty="0">
                <a:solidFill>
                  <a:schemeClr val="tx1"/>
                </a:solidFill>
                <a:latin typeface="Poppins"/>
                <a:ea typeface="Poppins"/>
                <a:cs typeface="Poppins"/>
                <a:sym typeface="Poppins"/>
              </a:rPr>
              <a:t>Learn more </a:t>
            </a:r>
            <a:r>
              <a:rPr lang="en-US" sz="1100" dirty="0">
                <a:solidFill>
                  <a:schemeClr val="tx1"/>
                </a:solidFill>
                <a:latin typeface="Poppins"/>
                <a:ea typeface="Poppins"/>
                <a:cs typeface="Poppins"/>
                <a:sym typeface="Poppins"/>
              </a:rPr>
              <a:t>text guide on each page for more information. Contents of this guide are listed below:</a:t>
            </a:r>
          </a:p>
          <a:p>
            <a:pPr marL="0" indent="0">
              <a:spcBef>
                <a:spcPts val="800"/>
              </a:spcBef>
              <a:buSzPts val="1400"/>
            </a:pPr>
            <a:endParaRPr lang="en-US" sz="1400" dirty="0">
              <a:solidFill>
                <a:schemeClr val="tx1"/>
              </a:solidFill>
              <a:latin typeface="Poppins"/>
              <a:ea typeface="Poppins"/>
              <a:cs typeface="Poppins"/>
              <a:sym typeface="Poppins"/>
            </a:endParaRPr>
          </a:p>
          <a:p>
            <a:pPr marL="0" indent="0">
              <a:spcBef>
                <a:spcPts val="800"/>
              </a:spcBef>
              <a:buSzPts val="1400"/>
            </a:pPr>
            <a:endParaRPr lang="en-US" sz="1400" dirty="0">
              <a:solidFill>
                <a:schemeClr val="tx1"/>
              </a:solidFill>
              <a:latin typeface="Poppins"/>
              <a:ea typeface="Poppins"/>
              <a:cs typeface="Poppins"/>
              <a:sym typeface="Poppins"/>
            </a:endParaRPr>
          </a:p>
          <a:p>
            <a:pPr marL="0" indent="0">
              <a:spcBef>
                <a:spcPts val="800"/>
              </a:spcBef>
              <a:buSzPts val="1400"/>
            </a:pPr>
            <a:endParaRPr lang="en-US" sz="1400" dirty="0">
              <a:solidFill>
                <a:schemeClr val="tx1"/>
              </a:solidFill>
              <a:latin typeface="Poppins"/>
              <a:ea typeface="Poppins"/>
              <a:cs typeface="Poppins"/>
              <a:sym typeface="Poppins"/>
            </a:endParaRPr>
          </a:p>
          <a:p>
            <a:pPr marL="0" indent="0">
              <a:spcBef>
                <a:spcPts val="800"/>
              </a:spcBef>
              <a:buSzPts val="1400"/>
            </a:pPr>
            <a:endParaRPr lang="en-US" sz="1400" dirty="0">
              <a:solidFill>
                <a:schemeClr val="tx1"/>
              </a:solidFill>
              <a:latin typeface="Poppins"/>
              <a:ea typeface="Poppins"/>
              <a:cs typeface="Poppins"/>
              <a:sym typeface="Poppins"/>
            </a:endParaRPr>
          </a:p>
        </p:txBody>
      </p:sp>
      <p:sp>
        <p:nvSpPr>
          <p:cNvPr id="3" name="Google Shape;193;p2">
            <a:extLst>
              <a:ext uri="{FF2B5EF4-FFF2-40B4-BE49-F238E27FC236}">
                <a16:creationId xmlns:a16="http://schemas.microsoft.com/office/drawing/2014/main" id="{E1CDFAFF-C928-C0A3-ED3D-4E32370DC6BA}"/>
              </a:ext>
            </a:extLst>
          </p:cNvPr>
          <p:cNvSpPr txBox="1"/>
          <p:nvPr/>
        </p:nvSpPr>
        <p:spPr>
          <a:xfrm>
            <a:off x="1739900" y="1675970"/>
            <a:ext cx="5076825" cy="5170606"/>
          </a:xfrm>
          <a:prstGeom prst="rect">
            <a:avLst/>
          </a:prstGeom>
          <a:noFill/>
          <a:ln>
            <a:noFill/>
          </a:ln>
        </p:spPr>
        <p:txBody>
          <a:bodyPr spcFirstLastPara="1" wrap="square" lIns="91425" tIns="45700" rIns="91425" bIns="45700" anchor="t" anchorCtr="0">
            <a:spAutoFit/>
          </a:bodyPr>
          <a:lstStyle/>
          <a:p>
            <a:pPr marL="228600" indent="-228600">
              <a:lnSpc>
                <a:spcPct val="200000"/>
              </a:lnSpc>
              <a:buClr>
                <a:schemeClr val="dk1"/>
              </a:buClr>
              <a:buSzPts val="1200"/>
              <a:buFont typeface="+mj-lt"/>
              <a:buAutoNum type="arabicPeriod" startAt="78"/>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Modal Button Text Color Picker</a:t>
            </a:r>
            <a:endParaRPr lang="en-US" sz="1100" u="sng" dirty="0">
              <a:solidFill>
                <a:schemeClr val="tx1"/>
              </a:solidFill>
              <a:latin typeface="Poppins"/>
              <a:ea typeface="Poppins"/>
              <a:cs typeface="Poppins"/>
              <a:sym typeface="Poppins"/>
            </a:endParaRPr>
          </a:p>
          <a:p>
            <a:pPr marL="228600" indent="-228600">
              <a:lnSpc>
                <a:spcPct val="200000"/>
              </a:lnSpc>
              <a:buClr>
                <a:schemeClr val="dk1"/>
              </a:buClr>
              <a:buSzPts val="1200"/>
              <a:buFont typeface="+mj-lt"/>
              <a:buAutoNum type="arabicPeriod" startAt="78"/>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Modal Button Text Color Picker (More </a:t>
            </a:r>
            <a:r>
              <a:rPr lang="en-US" sz="1100" u="sng" dirty="0" err="1">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Colour</a:t>
            </a: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 Options)</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78"/>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Shelf Front Color Picker</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78"/>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Shelf Front Color Picker (More </a:t>
            </a:r>
            <a:r>
              <a:rPr lang="en-US" sz="1100" u="sng" dirty="0" err="1">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Colour</a:t>
            </a: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 Options)</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78"/>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Shelf Top Color Picker</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78"/>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Shelf Top Color Picker (More </a:t>
            </a:r>
            <a:r>
              <a:rPr lang="en-US" sz="1100" u="sng" dirty="0" err="1">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Colour</a:t>
            </a: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 Options )</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78"/>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Shelf Shadow Color Picker</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78"/>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Shelf Shadow Color Picker (More </a:t>
            </a:r>
            <a:r>
              <a:rPr lang="en-US" sz="1100" u="sng" dirty="0" err="1">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Colour</a:t>
            </a: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 Options )</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78"/>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Shelf Text Color Picker</a:t>
            </a:r>
            <a:endParaRPr lang="en-US" sz="1100" u="sng"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78"/>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Shelf Text Color Picker (More </a:t>
            </a:r>
            <a:r>
              <a:rPr lang="en-US" sz="1100" b="0" i="0" u="sng" strike="noStrike" cap="none" dirty="0" err="1">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Colour</a:t>
            </a: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 Options )</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78"/>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Post Background Color Picker</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78"/>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Post Background Color Picker (More </a:t>
            </a:r>
            <a:r>
              <a:rPr lang="en-US" sz="1100" b="0" i="0" u="sng" strike="noStrike" cap="none" dirty="0" err="1">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Colour</a:t>
            </a: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 Options )</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78"/>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Post Shadow Color Picker</a:t>
            </a:r>
            <a:endParaRPr lang="en-US" sz="1100" b="0" i="0" u="sng" strike="noStrike" cap="none" dirty="0">
              <a:solidFill>
                <a:schemeClr val="tx1"/>
              </a:solidFill>
              <a:latin typeface="Poppins"/>
              <a:ea typeface="Poppins"/>
              <a:cs typeface="Poppins"/>
              <a:sym typeface="Poppins"/>
            </a:endParaRPr>
          </a:p>
        </p:txBody>
      </p:sp>
      <p:sp>
        <p:nvSpPr>
          <p:cNvPr id="4" name="Google Shape;194;p2">
            <a:extLst>
              <a:ext uri="{FF2B5EF4-FFF2-40B4-BE49-F238E27FC236}">
                <a16:creationId xmlns:a16="http://schemas.microsoft.com/office/drawing/2014/main" id="{CDE35CE8-1464-AA20-5A92-8F36E62551C9}"/>
              </a:ext>
            </a:extLst>
          </p:cNvPr>
          <p:cNvSpPr txBox="1"/>
          <p:nvPr/>
        </p:nvSpPr>
        <p:spPr>
          <a:xfrm>
            <a:off x="6816726" y="1675970"/>
            <a:ext cx="5003800" cy="5170606"/>
          </a:xfrm>
          <a:prstGeom prst="rect">
            <a:avLst/>
          </a:prstGeom>
          <a:noFill/>
          <a:ln>
            <a:noFill/>
          </a:ln>
        </p:spPr>
        <p:txBody>
          <a:bodyPr spcFirstLastPara="1" wrap="square" lIns="91425" tIns="45700" rIns="91425" bIns="45700" anchor="t" anchorCtr="0">
            <a:spAutoFit/>
          </a:bodyPr>
          <a:lstStyle/>
          <a:p>
            <a:pPr marL="228600" indent="-228600">
              <a:lnSpc>
                <a:spcPct val="200000"/>
              </a:lnSpc>
              <a:buClr>
                <a:schemeClr val="dk1"/>
              </a:buClr>
              <a:buSzPts val="1200"/>
              <a:buFont typeface="+mj-lt"/>
              <a:buAutoNum type="arabicPeriod" startAt="91"/>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Post Shadow Color Picker (More </a:t>
            </a:r>
            <a:r>
              <a:rPr lang="en-US" sz="1100" u="sng" dirty="0" err="1">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Colour</a:t>
            </a: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 Options )</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91"/>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Price Tag Background Color Picker</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91"/>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Price Tag Background Color Picker (More </a:t>
            </a:r>
            <a:r>
              <a:rPr lang="en-US" sz="1100" u="sng" dirty="0" err="1">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Colour</a:t>
            </a: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 Options )</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91"/>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Price Tag Text Color Picker</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91"/>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Price Tag Text Color Picker (More </a:t>
            </a:r>
            <a:r>
              <a:rPr lang="en-US" sz="1100" u="sng" dirty="0" err="1">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Colour</a:t>
            </a: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 Options )</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91"/>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a:t>
            </a:r>
            <a:r>
              <a:rPr lang="en-US" sz="1100" u="sng" dirty="0" err="1">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Customise</a:t>
            </a: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 the Modal Layout?</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91"/>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a:t>
            </a:r>
            <a:r>
              <a:rPr lang="en-US" sz="1100" u="sng" dirty="0" err="1">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Customise</a:t>
            </a: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 the Background Style?</a:t>
            </a:r>
            <a:endParaRPr lang="en-US" sz="1100" u="sng"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91"/>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Upload a Background Image?</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91"/>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a:t>
            </a:r>
            <a:r>
              <a:rPr lang="en-US" sz="1100" b="0" i="0" u="sng" strike="noStrike" cap="none" dirty="0" err="1">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Customise</a:t>
            </a: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 the Shelf Style?</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91"/>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a:t>
            </a:r>
            <a:r>
              <a:rPr lang="en-US" sz="1100" b="0" i="0" u="sng" strike="noStrike" cap="none" dirty="0" err="1">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Customise</a:t>
            </a: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 the Post Style?</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91"/>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Settings Side Panel</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91"/>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Search Type dropdown menu</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91"/>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Setting Shortcut</a:t>
            </a:r>
            <a:endParaRPr lang="en-US" sz="1100" b="0" i="0" u="sng" strike="noStrike" cap="none" dirty="0">
              <a:solidFill>
                <a:schemeClr val="tx1"/>
              </a:solidFill>
              <a:latin typeface="Poppins"/>
              <a:ea typeface="Poppins"/>
              <a:cs typeface="Poppins"/>
              <a:sym typeface="Poppins"/>
            </a:endParaRPr>
          </a:p>
          <a:p>
            <a:pPr marL="228600" marR="0" lvl="0" indent="-228600" algn="l" rtl="0">
              <a:lnSpc>
                <a:spcPct val="200000"/>
              </a:lnSpc>
              <a:spcBef>
                <a:spcPts val="0"/>
              </a:spcBef>
              <a:spcAft>
                <a:spcPts val="0"/>
              </a:spcAft>
              <a:buClr>
                <a:schemeClr val="dk1"/>
              </a:buClr>
              <a:buSzPts val="1200"/>
              <a:buFont typeface="+mj-lt"/>
              <a:buAutoNum type="arabicPeriod" startAt="91"/>
            </a:pPr>
            <a:r>
              <a:rPr lang="en-US" sz="1100" b="0" i="0" u="sng" strike="noStrike" cap="none"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Advanced Side Panel</a:t>
            </a:r>
            <a:endParaRPr lang="en-US" sz="1100" b="0" i="0" u="sng" strike="noStrike" cap="none" dirty="0">
              <a:solidFill>
                <a:schemeClr val="tx1"/>
              </a:solidFill>
              <a:latin typeface="Poppins"/>
              <a:ea typeface="Poppins"/>
              <a:cs typeface="Poppins"/>
              <a:sym typeface="Poppins"/>
            </a:endParaRPr>
          </a:p>
        </p:txBody>
      </p:sp>
    </p:spTree>
    <p:extLst>
      <p:ext uri="{BB962C8B-B14F-4D97-AF65-F5344CB8AC3E}">
        <p14:creationId xmlns:p14="http://schemas.microsoft.com/office/powerpoint/2010/main" val="1827462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B5187D1D-2276-12A2-493D-2831C9F6CD48}"/>
            </a:ext>
          </a:extLst>
        </p:cNvPr>
        <p:cNvGrpSpPr/>
        <p:nvPr/>
      </p:nvGrpSpPr>
      <p:grpSpPr>
        <a:xfrm>
          <a:off x="0" y="0"/>
          <a:ext cx="0" cy="0"/>
          <a:chOff x="0" y="0"/>
          <a:chExt cx="0" cy="0"/>
        </a:xfrm>
      </p:grpSpPr>
      <p:sp>
        <p:nvSpPr>
          <p:cNvPr id="191" name="Google Shape;191;p2">
            <a:extLst>
              <a:ext uri="{FF2B5EF4-FFF2-40B4-BE49-F238E27FC236}">
                <a16:creationId xmlns:a16="http://schemas.microsoft.com/office/drawing/2014/main" id="{558095C2-2A7F-6B03-E08D-D71EA5609256}"/>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2800"/>
              <a:buFont typeface="Cambria"/>
              <a:buNone/>
            </a:pPr>
            <a:r>
              <a:rPr lang="en-US" dirty="0">
                <a:latin typeface="Poppins"/>
                <a:ea typeface="Poppins"/>
                <a:cs typeface="Poppins"/>
                <a:sym typeface="Poppins"/>
              </a:rPr>
              <a:t>Table of Contents</a:t>
            </a:r>
            <a:endParaRPr dirty="0"/>
          </a:p>
        </p:txBody>
      </p:sp>
      <p:sp>
        <p:nvSpPr>
          <p:cNvPr id="2" name="Google Shape;192;p2">
            <a:extLst>
              <a:ext uri="{FF2B5EF4-FFF2-40B4-BE49-F238E27FC236}">
                <a16:creationId xmlns:a16="http://schemas.microsoft.com/office/drawing/2014/main" id="{DF79AFD2-6C0C-446C-0772-07924A1B8B62}"/>
              </a:ext>
            </a:extLst>
          </p:cNvPr>
          <p:cNvSpPr txBox="1">
            <a:spLocks/>
          </p:cNvSpPr>
          <p:nvPr/>
        </p:nvSpPr>
        <p:spPr>
          <a:xfrm>
            <a:off x="1755648" y="1137388"/>
            <a:ext cx="10074908" cy="51996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108000"/>
              </a:lnSpc>
              <a:spcBef>
                <a:spcPts val="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1pPr>
            <a:lvl2pPr marL="914400" marR="0" lvl="1"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2pPr>
            <a:lvl3pPr marL="1371600" marR="0" lvl="2"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3pPr>
            <a:lvl4pPr marL="1828800" marR="0" lvl="3"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4pPr>
            <a:lvl5pPr marL="2286000" marR="0" lvl="4"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5pPr>
            <a:lvl6pPr marL="2743200" marR="0" lvl="5"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6pPr>
            <a:lvl7pPr marL="3200400" marR="0" lvl="6"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7pPr>
            <a:lvl8pPr marL="3657600" marR="0" lvl="7" indent="-228600" algn="l" rtl="0">
              <a:lnSpc>
                <a:spcPct val="108000"/>
              </a:lnSpc>
              <a:spcBef>
                <a:spcPts val="800"/>
              </a:spcBef>
              <a:spcAft>
                <a:spcPts val="0"/>
              </a:spcAft>
              <a:buClr>
                <a:srgbClr val="3F3F3F"/>
              </a:buClr>
              <a:buSzPts val="1600"/>
              <a:buFont typeface="Quattrocento Sans"/>
              <a:buNone/>
              <a:defRPr sz="1600" b="0" i="0" u="none" strike="noStrike" cap="none">
                <a:solidFill>
                  <a:srgbClr val="3F3F3F"/>
                </a:solidFill>
                <a:latin typeface="Quattrocento Sans"/>
                <a:ea typeface="Quattrocento Sans"/>
                <a:cs typeface="Quattrocento Sans"/>
                <a:sym typeface="Quattrocento Sans"/>
              </a:defRPr>
            </a:lvl8pPr>
            <a:lvl9pPr marL="4114800" marR="0" lvl="8" indent="-228600" algn="l" rtl="0">
              <a:lnSpc>
                <a:spcPct val="90000"/>
              </a:lnSpc>
              <a:spcBef>
                <a:spcPts val="800"/>
              </a:spcBef>
              <a:spcAft>
                <a:spcPts val="0"/>
              </a:spcAft>
              <a:buClr>
                <a:srgbClr val="3F3F3F"/>
              </a:buClr>
              <a:buSzPts val="1800"/>
              <a:buFont typeface="Arial"/>
              <a:buNone/>
              <a:defRPr sz="1800" b="0" i="0" u="none" strike="noStrike" cap="none">
                <a:solidFill>
                  <a:srgbClr val="3F3F3F"/>
                </a:solidFill>
                <a:latin typeface="Quattrocento Sans"/>
                <a:ea typeface="Quattrocento Sans"/>
                <a:cs typeface="Quattrocento Sans"/>
                <a:sym typeface="Quattrocento Sans"/>
              </a:defRPr>
            </a:lvl9pPr>
          </a:lstStyle>
          <a:p>
            <a:pPr marL="0" indent="0">
              <a:buSzPts val="1400"/>
            </a:pPr>
            <a:r>
              <a:rPr lang="en-US" sz="1100" b="1" dirty="0">
                <a:solidFill>
                  <a:schemeClr val="tx1"/>
                </a:solidFill>
                <a:latin typeface="Poppins"/>
                <a:ea typeface="Poppins"/>
                <a:cs typeface="Poppins"/>
                <a:sym typeface="Poppins"/>
              </a:rPr>
              <a:t>The Imprint User Guide </a:t>
            </a:r>
            <a:r>
              <a:rPr lang="en-US" sz="1100" dirty="0">
                <a:solidFill>
                  <a:schemeClr val="tx1"/>
                </a:solidFill>
                <a:latin typeface="Poppins"/>
                <a:ea typeface="Poppins"/>
                <a:cs typeface="Poppins"/>
                <a:sym typeface="Poppins"/>
              </a:rPr>
              <a:t>is designed to be used as a step-by-step guide in creating your own survey questions. Check out the </a:t>
            </a:r>
            <a:r>
              <a:rPr lang="en-US" sz="1100" b="1" dirty="0">
                <a:solidFill>
                  <a:schemeClr val="tx1"/>
                </a:solidFill>
                <a:latin typeface="Poppins"/>
                <a:ea typeface="Poppins"/>
                <a:cs typeface="Poppins"/>
                <a:sym typeface="Poppins"/>
              </a:rPr>
              <a:t>Learn more </a:t>
            </a:r>
            <a:r>
              <a:rPr lang="en-US" sz="1100" dirty="0">
                <a:solidFill>
                  <a:schemeClr val="tx1"/>
                </a:solidFill>
                <a:latin typeface="Poppins"/>
                <a:ea typeface="Poppins"/>
                <a:cs typeface="Poppins"/>
                <a:sym typeface="Poppins"/>
              </a:rPr>
              <a:t>text guide on each page for more information. Contents of this guide are listed below:</a:t>
            </a:r>
          </a:p>
          <a:p>
            <a:pPr marL="0" indent="0">
              <a:spcBef>
                <a:spcPts val="800"/>
              </a:spcBef>
              <a:buSzPts val="1400"/>
            </a:pPr>
            <a:endParaRPr lang="en-US" sz="1400" dirty="0">
              <a:solidFill>
                <a:schemeClr val="tx1"/>
              </a:solidFill>
              <a:latin typeface="Poppins"/>
              <a:ea typeface="Poppins"/>
              <a:cs typeface="Poppins"/>
              <a:sym typeface="Poppins"/>
            </a:endParaRPr>
          </a:p>
          <a:p>
            <a:pPr marL="0" indent="0">
              <a:spcBef>
                <a:spcPts val="800"/>
              </a:spcBef>
              <a:buSzPts val="1400"/>
            </a:pPr>
            <a:endParaRPr lang="en-US" sz="1400" dirty="0">
              <a:solidFill>
                <a:schemeClr val="tx1"/>
              </a:solidFill>
              <a:latin typeface="Poppins"/>
              <a:ea typeface="Poppins"/>
              <a:cs typeface="Poppins"/>
              <a:sym typeface="Poppins"/>
            </a:endParaRPr>
          </a:p>
          <a:p>
            <a:pPr marL="0" indent="0">
              <a:spcBef>
                <a:spcPts val="800"/>
              </a:spcBef>
              <a:buSzPts val="1400"/>
            </a:pPr>
            <a:endParaRPr lang="en-US" sz="1400" dirty="0">
              <a:solidFill>
                <a:schemeClr val="tx1"/>
              </a:solidFill>
              <a:latin typeface="Poppins"/>
              <a:ea typeface="Poppins"/>
              <a:cs typeface="Poppins"/>
              <a:sym typeface="Poppins"/>
            </a:endParaRPr>
          </a:p>
          <a:p>
            <a:pPr marL="0" indent="0">
              <a:spcBef>
                <a:spcPts val="800"/>
              </a:spcBef>
              <a:buSzPts val="1400"/>
            </a:pPr>
            <a:endParaRPr lang="en-US" sz="1400" dirty="0">
              <a:solidFill>
                <a:schemeClr val="tx1"/>
              </a:solidFill>
              <a:latin typeface="Poppins"/>
              <a:ea typeface="Poppins"/>
              <a:cs typeface="Poppins"/>
              <a:sym typeface="Poppins"/>
            </a:endParaRPr>
          </a:p>
        </p:txBody>
      </p:sp>
      <p:sp>
        <p:nvSpPr>
          <p:cNvPr id="3" name="Google Shape;193;p2">
            <a:extLst>
              <a:ext uri="{FF2B5EF4-FFF2-40B4-BE49-F238E27FC236}">
                <a16:creationId xmlns:a16="http://schemas.microsoft.com/office/drawing/2014/main" id="{6DBCDCA5-FC88-139B-70CE-DEA6DF612A7C}"/>
              </a:ext>
            </a:extLst>
          </p:cNvPr>
          <p:cNvSpPr txBox="1"/>
          <p:nvPr/>
        </p:nvSpPr>
        <p:spPr>
          <a:xfrm>
            <a:off x="1739900" y="1675970"/>
            <a:ext cx="5076825" cy="2462172"/>
          </a:xfrm>
          <a:prstGeom prst="rect">
            <a:avLst/>
          </a:prstGeom>
          <a:noFill/>
          <a:ln>
            <a:noFill/>
          </a:ln>
        </p:spPr>
        <p:txBody>
          <a:bodyPr spcFirstLastPara="1" wrap="square" lIns="91425" tIns="45700" rIns="91425" bIns="45700" anchor="t" anchorCtr="0">
            <a:spAutoFit/>
          </a:bodyPr>
          <a:lstStyle/>
          <a:p>
            <a:pPr marL="228600" indent="-228600">
              <a:lnSpc>
                <a:spcPct val="200000"/>
              </a:lnSpc>
              <a:buClr>
                <a:schemeClr val="dk1"/>
              </a:buClr>
              <a:buSzPts val="1200"/>
              <a:buFont typeface="+mj-lt"/>
              <a:buAutoNum type="arabicPeriod" startAt="105"/>
            </a:pPr>
            <a:r>
              <a:rPr lang="en-US" sz="1100" u="sng" dirty="0">
                <a:solidFill>
                  <a:schemeClr val="tx1"/>
                </a:solidFill>
                <a:latin typeface="Poppins"/>
                <a:ea typeface="Poppins"/>
                <a:cs typeface="Poppins"/>
                <a:sym typeface="Poppins"/>
              </a:rPr>
              <a:t>Understanding the Recent Changes Side Panel</a:t>
            </a:r>
          </a:p>
          <a:p>
            <a:pPr marL="228600" indent="-228600">
              <a:lnSpc>
                <a:spcPct val="200000"/>
              </a:lnSpc>
              <a:buClr>
                <a:schemeClr val="dk1"/>
              </a:buClr>
              <a:buSzPts val="1200"/>
              <a:buFont typeface="+mj-lt"/>
              <a:buAutoNum type="arabicPeriod" startAt="105"/>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AI Translate pop-up modal</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105"/>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Preview Side Panel</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105"/>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Analysis Side Panel</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105"/>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Use Analysis Name and Respondents ID for Analysis?</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105"/>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How do I Use Filters for Analysis?</a:t>
            </a:r>
            <a:endParaRPr lang="en-US" sz="1100" u="sng" dirty="0">
              <a:solidFill>
                <a:schemeClr val="tx1"/>
              </a:solidFill>
              <a:latin typeface="Poppins"/>
              <a:ea typeface="Poppins"/>
              <a:cs typeface="Poppins"/>
              <a:sym typeface="Poppins"/>
            </a:endParaRPr>
          </a:p>
          <a:p>
            <a:pPr marL="228600" lvl="0" indent="-228600">
              <a:lnSpc>
                <a:spcPct val="200000"/>
              </a:lnSpc>
              <a:buClr>
                <a:schemeClr val="dk1"/>
              </a:buClr>
              <a:buSzPts val="1200"/>
              <a:buFont typeface="+mj-lt"/>
              <a:buAutoNum type="arabicPeriod" startAt="105"/>
            </a:pPr>
            <a:r>
              <a:rPr lang="en-US" sz="1100"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Understanding the Analysis Visualization Section (Implicit)</a:t>
            </a:r>
            <a:endParaRPr lang="en-US" sz="1100" u="sng" dirty="0">
              <a:solidFill>
                <a:schemeClr val="tx1"/>
              </a:solidFill>
              <a:latin typeface="Poppins"/>
              <a:ea typeface="Poppins"/>
              <a:cs typeface="Poppins"/>
              <a:sym typeface="Poppins"/>
            </a:endParaRPr>
          </a:p>
        </p:txBody>
      </p:sp>
    </p:spTree>
    <p:extLst>
      <p:ext uri="{BB962C8B-B14F-4D97-AF65-F5344CB8AC3E}">
        <p14:creationId xmlns:p14="http://schemas.microsoft.com/office/powerpoint/2010/main" val="2782110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65"/>
          <p:cNvSpPr txBox="1">
            <a:spLocks noGrp="1"/>
          </p:cNvSpPr>
          <p:nvPr>
            <p:ph type="title"/>
          </p:nvPr>
        </p:nvSpPr>
        <p:spPr>
          <a:xfrm>
            <a:off x="521208" y="448056"/>
            <a:ext cx="1131112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lt1"/>
              </a:buClr>
              <a:buSzPts val="1800"/>
              <a:buNone/>
            </a:pPr>
            <a:r>
              <a:rPr lang="en-US" dirty="0">
                <a:latin typeface="Poppins"/>
                <a:ea typeface="Poppins"/>
                <a:cs typeface="Poppins"/>
                <a:sym typeface="Poppins"/>
              </a:rPr>
              <a:t>Introduction</a:t>
            </a:r>
            <a:endParaRPr lang="en-US" dirty="0"/>
          </a:p>
        </p:txBody>
      </p:sp>
      <p:sp>
        <p:nvSpPr>
          <p:cNvPr id="3" name="Text Placeholder 2">
            <a:extLst>
              <a:ext uri="{FF2B5EF4-FFF2-40B4-BE49-F238E27FC236}">
                <a16:creationId xmlns:a16="http://schemas.microsoft.com/office/drawing/2014/main" id="{ED13E78D-0774-D4B9-361D-C11E305DAE8B}"/>
              </a:ext>
            </a:extLst>
          </p:cNvPr>
          <p:cNvSpPr>
            <a:spLocks noGrp="1"/>
          </p:cNvSpPr>
          <p:nvPr>
            <p:ph type="body" idx="1"/>
          </p:nvPr>
        </p:nvSpPr>
        <p:spPr/>
        <p:txBody>
          <a:bodyPr/>
          <a:lstStyle/>
          <a:p>
            <a:r>
              <a:rPr lang="en-US" dirty="0"/>
              <a:t> </a:t>
            </a:r>
            <a:endParaRPr lang="en-PH" dirty="0"/>
          </a:p>
        </p:txBody>
      </p:sp>
      <p:sp>
        <p:nvSpPr>
          <p:cNvPr id="5" name="TextBox 4">
            <a:extLst>
              <a:ext uri="{FF2B5EF4-FFF2-40B4-BE49-F238E27FC236}">
                <a16:creationId xmlns:a16="http://schemas.microsoft.com/office/drawing/2014/main" id="{F062442C-1F4B-21DA-6CE4-27C426135586}"/>
              </a:ext>
            </a:extLst>
          </p:cNvPr>
          <p:cNvSpPr txBox="1"/>
          <p:nvPr/>
        </p:nvSpPr>
        <p:spPr>
          <a:xfrm>
            <a:off x="1755648" y="1215022"/>
            <a:ext cx="10074908" cy="4980851"/>
          </a:xfrm>
          <a:prstGeom prst="rect">
            <a:avLst/>
          </a:prstGeom>
          <a:noFill/>
        </p:spPr>
        <p:txBody>
          <a:bodyPr wrap="square">
            <a:spAutoFit/>
          </a:bodyPr>
          <a:lstStyle/>
          <a:p>
            <a:pPr marR="0" lvl="0" algn="l" defTabSz="914400" rtl="0" eaLnBrk="1" fontAlgn="auto" latinLnBrk="0" hangingPunct="1">
              <a:spcBef>
                <a:spcPts val="800"/>
              </a:spcBef>
              <a:spcAft>
                <a:spcPts val="0"/>
              </a:spcAft>
              <a:buClr>
                <a:srgbClr val="000000"/>
              </a:buClr>
              <a:buSzTx/>
              <a:tabLst/>
              <a:defRPr/>
            </a:pPr>
            <a:endParaRPr kumimoji="0" lang="en-US" sz="1100" b="1" i="0" u="none" strike="noStrike" kern="0" cap="none" spc="0" normalizeH="0" baseline="0" noProof="0" dirty="0">
              <a:ln>
                <a:noFill/>
              </a:ln>
              <a:solidFill>
                <a:srgbClr val="000000"/>
              </a:solidFill>
              <a:effectLst/>
              <a:uLnTx/>
              <a:uFillTx/>
              <a:latin typeface="Poppins"/>
              <a:ea typeface="Poppins"/>
              <a:cs typeface="Poppins"/>
              <a:sym typeface="Poppins"/>
            </a:endParaRPr>
          </a:p>
          <a:p>
            <a:pPr marR="0" lvl="0" algn="l" defTabSz="914400" rtl="0" eaLnBrk="1" fontAlgn="auto" latinLnBrk="0" hangingPunct="1">
              <a:spcBef>
                <a:spcPts val="800"/>
              </a:spcBef>
              <a:spcAft>
                <a:spcPts val="0"/>
              </a:spcAft>
              <a:buClr>
                <a:srgbClr val="000000"/>
              </a:buClr>
              <a:buSzTx/>
              <a:tabLst/>
              <a:defRPr/>
            </a:pPr>
            <a:r>
              <a:rPr kumimoji="0" lang="en-US" sz="1100" b="1" i="0" u="none" strike="noStrike" kern="0" cap="none" spc="0" normalizeH="0" baseline="0" noProof="0" dirty="0">
                <a:ln>
                  <a:noFill/>
                </a:ln>
                <a:solidFill>
                  <a:srgbClr val="000000"/>
                </a:solidFill>
                <a:effectLst/>
                <a:uLnTx/>
                <a:uFillTx/>
                <a:latin typeface="Poppins"/>
                <a:ea typeface="Poppins"/>
                <a:cs typeface="Poppins"/>
                <a:sym typeface="Poppins"/>
              </a:rPr>
              <a:t>IMPRINT is a powerful market research tool that helps brands ensure their products and brand assets are easy to find in today’s crowded and competitive market.</a:t>
            </a:r>
          </a:p>
          <a:p>
            <a:pPr marR="0" lvl="0" algn="l" defTabSz="914400" rtl="0" eaLnBrk="1" fontAlgn="auto" latinLnBrk="0" hangingPunct="1">
              <a:spcBef>
                <a:spcPts val="800"/>
              </a:spcBef>
              <a:spcAft>
                <a:spcPts val="0"/>
              </a:spcAft>
              <a:buClr>
                <a:srgbClr val="000000"/>
              </a:buClr>
              <a:buSzTx/>
              <a:tabLst/>
              <a:defRPr/>
            </a:pPr>
            <a:endParaRPr kumimoji="0" lang="en-US" sz="1100" i="0" u="none" strike="noStrike" kern="0" cap="none" spc="0" normalizeH="0" baseline="0" noProof="0" dirty="0">
              <a:ln>
                <a:noFill/>
              </a:ln>
              <a:solidFill>
                <a:srgbClr val="000000"/>
              </a:solidFill>
              <a:effectLst/>
              <a:uLnTx/>
              <a:uFillTx/>
              <a:latin typeface="Poppins"/>
              <a:ea typeface="Poppins"/>
              <a:cs typeface="Poppins"/>
              <a:sym typeface="Poppins"/>
            </a:endParaRPr>
          </a:p>
          <a:p>
            <a:pPr marR="0" lvl="0" algn="l" defTabSz="914400" rtl="0" eaLnBrk="1" fontAlgn="auto" latinLnBrk="0" hangingPunct="1">
              <a:spcBef>
                <a:spcPts val="800"/>
              </a:spcBef>
              <a:spcAft>
                <a:spcPts val="0"/>
              </a:spcAft>
              <a:buClr>
                <a:srgbClr val="000000"/>
              </a:buClr>
              <a:buSzTx/>
              <a:tabLst/>
              <a:defRPr/>
            </a:pPr>
            <a:r>
              <a:rPr kumimoji="0" lang="en-US" sz="1100" i="0" u="none" strike="noStrike" kern="0" cap="none" spc="0" normalizeH="0" baseline="0" noProof="0" dirty="0">
                <a:ln>
                  <a:noFill/>
                </a:ln>
                <a:solidFill>
                  <a:srgbClr val="000000"/>
                </a:solidFill>
                <a:effectLst/>
                <a:uLnTx/>
                <a:uFillTx/>
                <a:latin typeface="Poppins"/>
                <a:ea typeface="Poppins"/>
                <a:cs typeface="Poppins"/>
                <a:sym typeface="Poppins"/>
              </a:rPr>
              <a:t>In a world where consumers are constantly bombarded with countless options, standing out from the crowd has become more important than ever before. With IMPRINT, brands can measure the “push” type of attention their brand assets receive, ensuring that they grab the consumer’s attention and remain easily accessible. This is particularly important when it comes to finding products in a physical store or online, where consumers have limited time to make a purchase decision.</a:t>
            </a:r>
          </a:p>
          <a:p>
            <a:pPr marR="0" lvl="0" algn="l" defTabSz="914400" rtl="0" eaLnBrk="1" fontAlgn="auto" latinLnBrk="0" hangingPunct="1">
              <a:spcBef>
                <a:spcPts val="800"/>
              </a:spcBef>
              <a:spcAft>
                <a:spcPts val="0"/>
              </a:spcAft>
              <a:buClr>
                <a:srgbClr val="000000"/>
              </a:buClr>
              <a:buSzTx/>
              <a:tabLst/>
              <a:defRPr/>
            </a:pPr>
            <a:endParaRPr kumimoji="0" lang="en-US" sz="1100" i="0" u="none" strike="noStrike" kern="0" cap="none" spc="0" normalizeH="0" baseline="0" noProof="0" dirty="0">
              <a:ln>
                <a:noFill/>
              </a:ln>
              <a:solidFill>
                <a:srgbClr val="000000"/>
              </a:solidFill>
              <a:effectLst/>
              <a:uLnTx/>
              <a:uFillTx/>
              <a:latin typeface="Poppins"/>
              <a:ea typeface="Poppins"/>
              <a:cs typeface="Poppins"/>
              <a:sym typeface="Poppins"/>
            </a:endParaRPr>
          </a:p>
          <a:p>
            <a:pPr marR="0" lvl="0" algn="l" defTabSz="914400" rtl="0" eaLnBrk="1" fontAlgn="auto" latinLnBrk="0" hangingPunct="1">
              <a:spcBef>
                <a:spcPts val="800"/>
              </a:spcBef>
              <a:spcAft>
                <a:spcPts val="0"/>
              </a:spcAft>
              <a:buClr>
                <a:srgbClr val="000000"/>
              </a:buClr>
              <a:buSzTx/>
              <a:tabLst/>
              <a:defRPr/>
            </a:pPr>
            <a:r>
              <a:rPr kumimoji="0" lang="en-US" sz="1100" i="0" u="none" strike="noStrike" kern="0" cap="none" spc="0" normalizeH="0" baseline="0" noProof="0" dirty="0">
                <a:ln>
                  <a:noFill/>
                </a:ln>
                <a:solidFill>
                  <a:srgbClr val="000000"/>
                </a:solidFill>
                <a:effectLst/>
                <a:uLnTx/>
                <a:uFillTx/>
                <a:latin typeface="Poppins"/>
                <a:ea typeface="Poppins"/>
                <a:cs typeface="Poppins"/>
                <a:sym typeface="Poppins"/>
              </a:rPr>
              <a:t>IMPRINT typically consists of the following components:</a:t>
            </a:r>
            <a:endParaRPr kumimoji="0" lang="en-US" sz="1100" b="1" i="0" u="none" strike="noStrike" kern="0" cap="none" spc="0" normalizeH="0" baseline="0" noProof="0" dirty="0">
              <a:ln>
                <a:noFill/>
              </a:ln>
              <a:solidFill>
                <a:srgbClr val="000000"/>
              </a:solidFill>
              <a:effectLst/>
              <a:uLnTx/>
              <a:uFillTx/>
              <a:latin typeface="Poppins"/>
              <a:ea typeface="Poppins"/>
              <a:cs typeface="Poppins"/>
              <a:sym typeface="Poppins"/>
            </a:endParaRPr>
          </a:p>
          <a:p>
            <a:pPr marL="171450" marR="0" lvl="0" indent="-171450" algn="l" defTabSz="914400" rtl="0" eaLnBrk="1" fontAlgn="auto" latinLnBrk="0" hangingPunct="1">
              <a:spcBef>
                <a:spcPts val="800"/>
              </a:spcBef>
              <a:spcAft>
                <a:spcPts val="0"/>
              </a:spcAft>
              <a:buClr>
                <a:srgbClr val="000000"/>
              </a:buClr>
              <a:buSzTx/>
              <a:buFont typeface="Arial" panose="020B0604020202020204" pitchFamily="34" charset="0"/>
              <a:buChar char="•"/>
              <a:tabLst/>
              <a:defRPr/>
            </a:pPr>
            <a:r>
              <a:rPr kumimoji="0" lang="en-US" sz="1100" b="1" i="0" u="none" strike="noStrike" kern="0" cap="none" spc="0" normalizeH="0" baseline="0" noProof="0" dirty="0">
                <a:ln>
                  <a:noFill/>
                </a:ln>
                <a:solidFill>
                  <a:srgbClr val="000000"/>
                </a:solidFill>
                <a:effectLst/>
                <a:uLnTx/>
                <a:uFillTx/>
                <a:latin typeface="Poppins"/>
                <a:ea typeface="Poppins"/>
                <a:cs typeface="Poppins"/>
                <a:sym typeface="Poppins"/>
              </a:rPr>
              <a:t>Products </a:t>
            </a:r>
            <a:r>
              <a:rPr kumimoji="0" lang="en-US" sz="1100" i="0" u="none" strike="noStrike" kern="0" cap="none" spc="0" normalizeH="0" baseline="0" noProof="0" dirty="0">
                <a:ln>
                  <a:noFill/>
                </a:ln>
                <a:solidFill>
                  <a:srgbClr val="000000"/>
                </a:solidFill>
                <a:effectLst/>
                <a:uLnTx/>
                <a:uFillTx/>
                <a:latin typeface="Poppins"/>
                <a:ea typeface="Poppins"/>
                <a:cs typeface="Poppins"/>
                <a:sym typeface="Poppins"/>
              </a:rPr>
              <a:t>– Used to upload, </a:t>
            </a:r>
            <a:r>
              <a:rPr kumimoji="0" lang="en-US" sz="1100" i="0" u="none" strike="noStrike" kern="0" cap="none" spc="0" normalizeH="0" baseline="0" noProof="0" dirty="0" err="1">
                <a:ln>
                  <a:noFill/>
                </a:ln>
                <a:solidFill>
                  <a:srgbClr val="000000"/>
                </a:solidFill>
                <a:effectLst/>
                <a:uLnTx/>
                <a:uFillTx/>
                <a:latin typeface="Poppins"/>
                <a:ea typeface="Poppins"/>
                <a:cs typeface="Poppins"/>
                <a:sym typeface="Poppins"/>
              </a:rPr>
              <a:t>organise</a:t>
            </a:r>
            <a:r>
              <a:rPr kumimoji="0" lang="en-US" sz="1100" i="0" u="none" strike="noStrike" kern="0" cap="none" spc="0" normalizeH="0" baseline="0" noProof="0" dirty="0">
                <a:ln>
                  <a:noFill/>
                </a:ln>
                <a:solidFill>
                  <a:srgbClr val="000000"/>
                </a:solidFill>
                <a:effectLst/>
                <a:uLnTx/>
                <a:uFillTx/>
                <a:latin typeface="Poppins"/>
                <a:ea typeface="Poppins"/>
                <a:cs typeface="Poppins"/>
                <a:sym typeface="Poppins"/>
              </a:rPr>
              <a:t>, and manage product images and details for both practice and main rounds, including </a:t>
            </a:r>
            <a:r>
              <a:rPr kumimoji="0" lang="en-US" sz="1100" i="0" u="none" strike="noStrike" kern="0" cap="none" spc="0" normalizeH="0" baseline="0" noProof="0" dirty="0" err="1">
                <a:ln>
                  <a:noFill/>
                </a:ln>
                <a:solidFill>
                  <a:srgbClr val="000000"/>
                </a:solidFill>
                <a:effectLst/>
                <a:uLnTx/>
                <a:uFillTx/>
                <a:latin typeface="Poppins"/>
                <a:ea typeface="Poppins"/>
                <a:cs typeface="Poppins"/>
                <a:sym typeface="Poppins"/>
              </a:rPr>
              <a:t>categorisation</a:t>
            </a:r>
            <a:r>
              <a:rPr kumimoji="0" lang="en-US" sz="1100" i="0" u="none" strike="noStrike" kern="0" cap="none" spc="0" normalizeH="0" baseline="0" noProof="0" dirty="0">
                <a:ln>
                  <a:noFill/>
                </a:ln>
                <a:solidFill>
                  <a:srgbClr val="000000"/>
                </a:solidFill>
                <a:effectLst/>
                <a:uLnTx/>
                <a:uFillTx/>
                <a:latin typeface="Poppins"/>
                <a:ea typeface="Poppins"/>
                <a:cs typeface="Poppins"/>
                <a:sym typeface="Poppins"/>
              </a:rPr>
              <a:t>, display settings, and product types (target or filler).</a:t>
            </a:r>
          </a:p>
          <a:p>
            <a:pPr marL="171450" marR="0" lvl="0" indent="-171450" algn="l" defTabSz="914400" rtl="0" eaLnBrk="1" fontAlgn="auto" latinLnBrk="0" hangingPunct="1">
              <a:spcBef>
                <a:spcPts val="800"/>
              </a:spcBef>
              <a:spcAft>
                <a:spcPts val="0"/>
              </a:spcAft>
              <a:buClr>
                <a:srgbClr val="000000"/>
              </a:buClr>
              <a:buSzTx/>
              <a:buFont typeface="Arial" panose="020B0604020202020204" pitchFamily="34" charset="0"/>
              <a:buChar char="•"/>
              <a:tabLst/>
              <a:defRPr/>
            </a:pPr>
            <a:r>
              <a:rPr lang="en-US" sz="1100" b="1" dirty="0">
                <a:latin typeface="Poppins"/>
                <a:ea typeface="Poppins"/>
                <a:cs typeface="Poppins"/>
                <a:sym typeface="Poppins"/>
              </a:rPr>
              <a:t>Instructions </a:t>
            </a:r>
            <a:r>
              <a:rPr lang="en-US" sz="1100" dirty="0">
                <a:latin typeface="Poppins"/>
                <a:ea typeface="Poppins"/>
                <a:cs typeface="Poppins"/>
                <a:sym typeface="Poppins"/>
              </a:rPr>
              <a:t>- Used to create and </a:t>
            </a:r>
            <a:r>
              <a:rPr lang="en-US" sz="1100" dirty="0" err="1">
                <a:latin typeface="Poppins"/>
                <a:ea typeface="Poppins"/>
                <a:cs typeface="Poppins"/>
                <a:sym typeface="Poppins"/>
              </a:rPr>
              <a:t>customise</a:t>
            </a:r>
            <a:r>
              <a:rPr lang="en-US" sz="1100" dirty="0">
                <a:latin typeface="Poppins"/>
                <a:ea typeface="Poppins"/>
                <a:cs typeface="Poppins"/>
                <a:sym typeface="Poppins"/>
              </a:rPr>
              <a:t> all instructions and messages, including welcome, practice, main round, warnings, and completion messages.</a:t>
            </a:r>
            <a:endParaRPr lang="en-US" sz="1100" b="1" dirty="0">
              <a:latin typeface="Poppins"/>
              <a:ea typeface="Poppins"/>
              <a:cs typeface="Poppins"/>
              <a:sym typeface="Poppins"/>
            </a:endParaRPr>
          </a:p>
          <a:p>
            <a:pPr marL="171450" marR="0" lvl="0" indent="-171450" algn="l" defTabSz="914400" rtl="0" eaLnBrk="1" fontAlgn="auto" latinLnBrk="0" hangingPunct="1">
              <a:spcBef>
                <a:spcPts val="800"/>
              </a:spcBef>
              <a:spcAft>
                <a:spcPts val="0"/>
              </a:spcAft>
              <a:buClr>
                <a:srgbClr val="000000"/>
              </a:buClr>
              <a:buSzTx/>
              <a:buFont typeface="Arial" panose="020B0604020202020204" pitchFamily="34" charset="0"/>
              <a:buChar char="•"/>
              <a:tabLst/>
              <a:defRPr/>
            </a:pPr>
            <a:r>
              <a:rPr lang="en-US" sz="1100" b="1" dirty="0">
                <a:latin typeface="Poppins"/>
                <a:ea typeface="Poppins"/>
                <a:cs typeface="Poppins"/>
                <a:sym typeface="Poppins"/>
              </a:rPr>
              <a:t>Questionnaire </a:t>
            </a:r>
            <a:r>
              <a:rPr lang="en-US" sz="1100" dirty="0">
                <a:latin typeface="Poppins"/>
                <a:ea typeface="Poppins"/>
                <a:cs typeface="Poppins"/>
                <a:sym typeface="Poppins"/>
              </a:rPr>
              <a:t>- Used to create and manage explicit questions that can be added after the implicit test to gather additional data.</a:t>
            </a:r>
            <a:endParaRPr lang="en-US" sz="1100" b="1" dirty="0">
              <a:latin typeface="Poppins"/>
              <a:ea typeface="Poppins"/>
              <a:cs typeface="Poppins"/>
              <a:sym typeface="Poppins"/>
            </a:endParaRPr>
          </a:p>
          <a:p>
            <a:pPr marL="171450" marR="0" lvl="0" indent="-171450" algn="l" defTabSz="914400" rtl="0" eaLnBrk="1" fontAlgn="auto" latinLnBrk="0" hangingPunct="1">
              <a:spcBef>
                <a:spcPts val="800"/>
              </a:spcBef>
              <a:spcAft>
                <a:spcPts val="0"/>
              </a:spcAft>
              <a:buClr>
                <a:srgbClr val="000000"/>
              </a:buClr>
              <a:buSzTx/>
              <a:buFont typeface="Arial" panose="020B0604020202020204" pitchFamily="34" charset="0"/>
              <a:buChar char="•"/>
              <a:tabLst/>
              <a:defRPr/>
            </a:pPr>
            <a:r>
              <a:rPr kumimoji="0" lang="en-US" sz="1100" b="1" i="0" u="none" strike="noStrike" kern="0" cap="none" spc="0" normalizeH="0" baseline="0" noProof="0" dirty="0">
                <a:ln>
                  <a:noFill/>
                </a:ln>
                <a:solidFill>
                  <a:srgbClr val="000000"/>
                </a:solidFill>
                <a:effectLst/>
                <a:uLnTx/>
                <a:uFillTx/>
                <a:latin typeface="Poppins"/>
                <a:ea typeface="Poppins"/>
                <a:cs typeface="Poppins"/>
                <a:sym typeface="Poppins"/>
              </a:rPr>
              <a:t>Themes </a:t>
            </a:r>
            <a:r>
              <a:rPr kumimoji="0" lang="en-US" sz="1100" i="0" u="none" strike="noStrike" kern="0" cap="none" spc="0" normalizeH="0" baseline="0" noProof="0" dirty="0">
                <a:ln>
                  <a:noFill/>
                </a:ln>
                <a:solidFill>
                  <a:srgbClr val="000000"/>
                </a:solidFill>
                <a:effectLst/>
                <a:uLnTx/>
                <a:uFillTx/>
                <a:latin typeface="Poppins"/>
                <a:ea typeface="Poppins"/>
                <a:cs typeface="Poppins"/>
                <a:sym typeface="Poppins"/>
              </a:rPr>
              <a:t>– Used to save, manage, and apply predefined or custom </a:t>
            </a:r>
            <a:r>
              <a:rPr kumimoji="0" lang="en-US" sz="1100" i="0" u="none" strike="noStrike" kern="0" cap="none" spc="0" normalizeH="0" baseline="0" noProof="0" dirty="0" err="1">
                <a:ln>
                  <a:noFill/>
                </a:ln>
                <a:solidFill>
                  <a:srgbClr val="000000"/>
                </a:solidFill>
                <a:effectLst/>
                <a:uLnTx/>
                <a:uFillTx/>
                <a:latin typeface="Poppins"/>
                <a:ea typeface="Poppins"/>
                <a:cs typeface="Poppins"/>
                <a:sym typeface="Poppins"/>
              </a:rPr>
              <a:t>visua</a:t>
            </a:r>
            <a:r>
              <a:rPr lang="en-US" sz="1100" dirty="0">
                <a:latin typeface="Poppins"/>
                <a:ea typeface="Poppins"/>
                <a:cs typeface="Poppins"/>
                <a:sym typeface="Poppins"/>
              </a:rPr>
              <a:t>l styles for shelf layouts and overall test appearance.</a:t>
            </a:r>
            <a:endParaRPr kumimoji="0" lang="en-US" sz="1100" b="1" i="0" u="none" strike="noStrike" kern="0" cap="none" spc="0" normalizeH="0" baseline="0" noProof="0" dirty="0">
              <a:ln>
                <a:noFill/>
              </a:ln>
              <a:solidFill>
                <a:srgbClr val="000000"/>
              </a:solidFill>
              <a:effectLst/>
              <a:uLnTx/>
              <a:uFillTx/>
              <a:latin typeface="Poppins"/>
              <a:ea typeface="Poppins"/>
              <a:cs typeface="Poppins"/>
              <a:sym typeface="Poppins"/>
            </a:endParaRPr>
          </a:p>
          <a:p>
            <a:pPr marL="171450" marR="0" lvl="0" indent="-171450" algn="l" defTabSz="914400" rtl="0" eaLnBrk="1" fontAlgn="auto" latinLnBrk="0" hangingPunct="1">
              <a:spcBef>
                <a:spcPts val="800"/>
              </a:spcBef>
              <a:spcAft>
                <a:spcPts val="0"/>
              </a:spcAft>
              <a:buClr>
                <a:srgbClr val="000000"/>
              </a:buClr>
              <a:buSzTx/>
              <a:buFont typeface="Arial" panose="020B0604020202020204" pitchFamily="34" charset="0"/>
              <a:buChar char="•"/>
              <a:tabLst/>
              <a:defRPr/>
            </a:pPr>
            <a:r>
              <a:rPr lang="en-US" sz="1100" b="1" dirty="0">
                <a:latin typeface="Poppins"/>
                <a:ea typeface="Poppins"/>
                <a:cs typeface="Poppins"/>
                <a:sym typeface="Poppins"/>
              </a:rPr>
              <a:t>Settings </a:t>
            </a:r>
            <a:r>
              <a:rPr lang="en-US" sz="1100" dirty="0">
                <a:latin typeface="Poppins"/>
                <a:ea typeface="Poppins"/>
                <a:cs typeface="Poppins"/>
                <a:sym typeface="Poppins"/>
              </a:rPr>
              <a:t>-  Used to configure test parameters, including shelves, product distribution, search </a:t>
            </a:r>
            <a:r>
              <a:rPr lang="en-US" sz="1100" dirty="0" err="1">
                <a:latin typeface="Poppins"/>
                <a:ea typeface="Poppins"/>
                <a:cs typeface="Poppins"/>
                <a:sym typeface="Poppins"/>
              </a:rPr>
              <a:t>behaviour</a:t>
            </a:r>
            <a:r>
              <a:rPr lang="en-US" sz="1100" dirty="0">
                <a:latin typeface="Poppins"/>
                <a:ea typeface="Poppins"/>
                <a:cs typeface="Poppins"/>
                <a:sym typeface="Poppins"/>
              </a:rPr>
              <a:t>, timing, and inclusion or exclusion rules.</a:t>
            </a:r>
            <a:endParaRPr lang="en-US" sz="1100" b="1" dirty="0">
              <a:latin typeface="Poppins"/>
              <a:ea typeface="Poppins"/>
              <a:cs typeface="Poppins"/>
              <a:sym typeface="Poppins"/>
            </a:endParaRPr>
          </a:p>
          <a:p>
            <a:pPr marL="171450" marR="0" lvl="0" indent="-171450" algn="l" defTabSz="914400" rtl="0" eaLnBrk="1" fontAlgn="auto" latinLnBrk="0" hangingPunct="1">
              <a:spcBef>
                <a:spcPts val="800"/>
              </a:spcBef>
              <a:spcAft>
                <a:spcPts val="0"/>
              </a:spcAft>
              <a:buClr>
                <a:srgbClr val="000000"/>
              </a:buClr>
              <a:buSzTx/>
              <a:buFont typeface="Arial" panose="020B0604020202020204" pitchFamily="34" charset="0"/>
              <a:buChar char="•"/>
              <a:tabLst/>
              <a:defRPr/>
            </a:pPr>
            <a:r>
              <a:rPr kumimoji="0" lang="en-US" sz="1100" b="1" i="0" u="none" strike="noStrike" kern="0" cap="none" spc="0" normalizeH="0" baseline="0" noProof="0" dirty="0">
                <a:ln>
                  <a:noFill/>
                </a:ln>
                <a:solidFill>
                  <a:srgbClr val="000000"/>
                </a:solidFill>
                <a:effectLst/>
                <a:uLnTx/>
                <a:uFillTx/>
                <a:latin typeface="Poppins"/>
                <a:ea typeface="Poppins"/>
                <a:cs typeface="Poppins"/>
                <a:sym typeface="Poppins"/>
              </a:rPr>
              <a:t>Ad</a:t>
            </a:r>
            <a:r>
              <a:rPr lang="en-US" sz="1100" b="1" dirty="0" err="1">
                <a:latin typeface="Poppins"/>
                <a:ea typeface="Poppins"/>
                <a:cs typeface="Poppins"/>
                <a:sym typeface="Poppins"/>
              </a:rPr>
              <a:t>vanced</a:t>
            </a:r>
            <a:r>
              <a:rPr lang="en-US" sz="1100" b="1" dirty="0">
                <a:latin typeface="Poppins"/>
                <a:ea typeface="Poppins"/>
                <a:cs typeface="Poppins"/>
                <a:sym typeface="Poppins"/>
              </a:rPr>
              <a:t> </a:t>
            </a:r>
            <a:r>
              <a:rPr lang="en-US" sz="1100" dirty="0">
                <a:latin typeface="Poppins"/>
                <a:ea typeface="Poppins"/>
                <a:cs typeface="Poppins"/>
                <a:sym typeface="Poppins"/>
              </a:rPr>
              <a:t>– Used to add custom CSS and JavaScript for extended design and functional customization.</a:t>
            </a:r>
            <a:endParaRPr lang="en-US" sz="1100" b="1" dirty="0">
              <a:latin typeface="Poppins"/>
              <a:ea typeface="Poppins"/>
              <a:cs typeface="Poppins"/>
              <a:sym typeface="Poppins"/>
            </a:endParaRPr>
          </a:p>
          <a:p>
            <a:pPr marL="171450" marR="0" lvl="0" indent="-171450" algn="l" defTabSz="914400" rtl="0" eaLnBrk="1" fontAlgn="auto" latinLnBrk="0" hangingPunct="1">
              <a:spcBef>
                <a:spcPts val="800"/>
              </a:spcBef>
              <a:spcAft>
                <a:spcPts val="0"/>
              </a:spcAft>
              <a:buClr>
                <a:srgbClr val="000000"/>
              </a:buClr>
              <a:buSzTx/>
              <a:buFont typeface="Arial" panose="020B0604020202020204" pitchFamily="34" charset="0"/>
              <a:buChar char="•"/>
              <a:tabLst/>
              <a:defRPr/>
            </a:pPr>
            <a:r>
              <a:rPr kumimoji="0" lang="en-US" sz="1100" b="1" i="0" u="none" strike="noStrike" kern="0" cap="none" spc="0" normalizeH="0" baseline="0" noProof="0" dirty="0">
                <a:ln>
                  <a:noFill/>
                </a:ln>
                <a:solidFill>
                  <a:srgbClr val="000000"/>
                </a:solidFill>
                <a:effectLst/>
                <a:uLnTx/>
                <a:uFillTx/>
                <a:latin typeface="Poppins"/>
                <a:ea typeface="Poppins"/>
                <a:cs typeface="Poppins"/>
                <a:sym typeface="Poppins"/>
              </a:rPr>
              <a:t>Analysis </a:t>
            </a:r>
            <a:r>
              <a:rPr kumimoji="0" lang="en-US" sz="1100" i="0" u="none" strike="noStrike" kern="0" cap="none" spc="0" normalizeH="0" baseline="0" noProof="0" dirty="0">
                <a:ln>
                  <a:noFill/>
                </a:ln>
                <a:solidFill>
                  <a:srgbClr val="000000"/>
                </a:solidFill>
                <a:effectLst/>
                <a:uLnTx/>
                <a:uFillTx/>
                <a:latin typeface="Poppins"/>
                <a:ea typeface="Poppins"/>
                <a:cs typeface="Poppins"/>
                <a:sym typeface="Poppins"/>
              </a:rPr>
              <a:t>– Used to review, filter, and </a:t>
            </a:r>
            <a:r>
              <a:rPr kumimoji="0" lang="en-US" sz="1100" i="0" u="none" strike="noStrike" kern="0" cap="none" spc="0" normalizeH="0" baseline="0" noProof="0" dirty="0" err="1">
                <a:ln>
                  <a:noFill/>
                </a:ln>
                <a:solidFill>
                  <a:srgbClr val="000000"/>
                </a:solidFill>
                <a:effectLst/>
                <a:uLnTx/>
                <a:uFillTx/>
                <a:latin typeface="Poppins"/>
                <a:ea typeface="Poppins"/>
                <a:cs typeface="Poppins"/>
                <a:sym typeface="Poppins"/>
              </a:rPr>
              <a:t>analyse</a:t>
            </a:r>
            <a:r>
              <a:rPr kumimoji="0" lang="en-US" sz="1100" i="0" u="none" strike="noStrike" kern="0" cap="none" spc="0" normalizeH="0" baseline="0" noProof="0" dirty="0">
                <a:ln>
                  <a:noFill/>
                </a:ln>
                <a:solidFill>
                  <a:srgbClr val="000000"/>
                </a:solidFill>
                <a:effectLst/>
                <a:uLnTx/>
                <a:uFillTx/>
                <a:latin typeface="Poppins"/>
                <a:ea typeface="Poppins"/>
                <a:cs typeface="Poppins"/>
                <a:sym typeface="Poppins"/>
              </a:rPr>
              <a:t> collected data, including extracted results and visual charts.</a:t>
            </a:r>
            <a:endParaRPr kumimoji="0" lang="en-US" sz="1100" b="1" i="0" u="none" strike="noStrike" kern="0" cap="none" spc="0" normalizeH="0" baseline="0" noProof="0" dirty="0">
              <a:ln>
                <a:noFill/>
              </a:ln>
              <a:solidFill>
                <a:srgbClr val="000000"/>
              </a:solidFill>
              <a:effectLst/>
              <a:uLnTx/>
              <a:uFillTx/>
              <a:latin typeface="Poppins"/>
              <a:ea typeface="Poppins"/>
              <a:cs typeface="Poppins"/>
              <a:sym typeface="Poppins"/>
            </a:endParaRPr>
          </a:p>
          <a:p>
            <a:pPr marL="171450" marR="0" lvl="0" indent="-171450" algn="l" defTabSz="914400" rtl="0" eaLnBrk="1" fontAlgn="auto" latinLnBrk="0" hangingPunct="1">
              <a:spcBef>
                <a:spcPts val="800"/>
              </a:spcBef>
              <a:spcAft>
                <a:spcPts val="0"/>
              </a:spcAft>
              <a:buClr>
                <a:srgbClr val="000000"/>
              </a:buClr>
              <a:buSzTx/>
              <a:buFont typeface="Arial" panose="020B0604020202020204" pitchFamily="34" charset="0"/>
              <a:buChar char="•"/>
              <a:tabLst/>
              <a:defRPr/>
            </a:pPr>
            <a:r>
              <a:rPr lang="en-US" sz="1100" b="1" dirty="0">
                <a:latin typeface="Poppins"/>
                <a:ea typeface="Poppins"/>
                <a:cs typeface="Poppins"/>
                <a:sym typeface="Poppins"/>
              </a:rPr>
              <a:t>Preview </a:t>
            </a:r>
            <a:r>
              <a:rPr lang="en-US" sz="1100" dirty="0">
                <a:latin typeface="Poppins"/>
                <a:ea typeface="Poppins"/>
                <a:cs typeface="Poppins"/>
                <a:sym typeface="Poppins"/>
              </a:rPr>
              <a:t>– Used to view and test the survey before publishing.</a:t>
            </a:r>
            <a:endParaRPr kumimoji="0" lang="en-US" sz="1100" b="1" i="0" u="none" strike="noStrike" kern="0" cap="none" spc="0" normalizeH="0" baseline="0" noProof="0" dirty="0">
              <a:ln>
                <a:noFill/>
              </a:ln>
              <a:solidFill>
                <a:srgbClr val="000000"/>
              </a:solidFill>
              <a:effectLst/>
              <a:uLnTx/>
              <a:uFillTx/>
              <a:latin typeface="Poppins"/>
              <a:ea typeface="Poppins"/>
              <a:cs typeface="Poppins"/>
              <a:sym typeface="Poppins"/>
            </a:endParaRPr>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0">
          <a:extLst>
            <a:ext uri="{FF2B5EF4-FFF2-40B4-BE49-F238E27FC236}">
              <a16:creationId xmlns:a16="http://schemas.microsoft.com/office/drawing/2014/main" id="{1894EBE0-1A83-CE57-E79A-A86E873D02A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9E7AA59-718E-95A4-5E11-9EA19C8A2E25}"/>
              </a:ext>
            </a:extLst>
          </p:cNvPr>
          <p:cNvPicPr>
            <a:picLocks noChangeAspect="1"/>
          </p:cNvPicPr>
          <p:nvPr/>
        </p:nvPicPr>
        <p:blipFill>
          <a:blip r:embed="rId3"/>
          <a:stretch>
            <a:fillRect/>
          </a:stretch>
        </p:blipFill>
        <p:spPr>
          <a:xfrm>
            <a:off x="1001703" y="1884215"/>
            <a:ext cx="7279655" cy="3698345"/>
          </a:xfrm>
          <a:prstGeom prst="rect">
            <a:avLst/>
          </a:prstGeom>
          <a:effectLst>
            <a:outerShdw blurRad="63500" sx="102000" sy="102000" algn="ctr" rotWithShape="0">
              <a:prstClr val="black">
                <a:alpha val="40000"/>
              </a:prstClr>
            </a:outerShdw>
          </a:effectLst>
        </p:spPr>
      </p:pic>
      <p:sp>
        <p:nvSpPr>
          <p:cNvPr id="281" name="Google Shape;281;p67">
            <a:extLst>
              <a:ext uri="{FF2B5EF4-FFF2-40B4-BE49-F238E27FC236}">
                <a16:creationId xmlns:a16="http://schemas.microsoft.com/office/drawing/2014/main" id="{56A1C356-2622-1AA0-E513-30BDCB9E8B38}"/>
              </a:ext>
            </a:extLst>
          </p:cNvPr>
          <p:cNvSpPr txBox="1">
            <a:spLocks noGrp="1"/>
          </p:cNvSpPr>
          <p:nvPr>
            <p:ph type="title"/>
          </p:nvPr>
        </p:nvSpPr>
        <p:spPr>
          <a:xfrm>
            <a:off x="521208" y="448056"/>
            <a:ext cx="1131112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r>
              <a:rPr lang="en-US" dirty="0"/>
              <a:t>How do I add an IMPRINT component to a survey?</a:t>
            </a:r>
            <a:endParaRPr dirty="0"/>
          </a:p>
        </p:txBody>
      </p:sp>
      <p:sp>
        <p:nvSpPr>
          <p:cNvPr id="316" name="Google Shape;316;p67">
            <a:hlinkClick r:id="rId4" action="ppaction://hlinksldjump"/>
            <a:extLst>
              <a:ext uri="{FF2B5EF4-FFF2-40B4-BE49-F238E27FC236}">
                <a16:creationId xmlns:a16="http://schemas.microsoft.com/office/drawing/2014/main" id="{ED9F09AC-4CC7-56B2-E094-99DD2C54A210}"/>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cxnSp>
        <p:nvCxnSpPr>
          <p:cNvPr id="7" name="Google Shape;210;p7">
            <a:extLst>
              <a:ext uri="{FF2B5EF4-FFF2-40B4-BE49-F238E27FC236}">
                <a16:creationId xmlns:a16="http://schemas.microsoft.com/office/drawing/2014/main" id="{C130550A-DD0D-8ED8-9984-20519EC80B1A}"/>
              </a:ext>
            </a:extLst>
          </p:cNvPr>
          <p:cNvCxnSpPr>
            <a:cxnSpLocks/>
          </p:cNvCxnSpPr>
          <p:nvPr/>
        </p:nvCxnSpPr>
        <p:spPr>
          <a:xfrm>
            <a:off x="7207898" y="2733309"/>
            <a:ext cx="237803" cy="0"/>
          </a:xfrm>
          <a:prstGeom prst="straightConnector1">
            <a:avLst/>
          </a:prstGeom>
          <a:noFill/>
          <a:ln w="12700" cap="flat" cmpd="sng">
            <a:solidFill>
              <a:srgbClr val="901A8A"/>
            </a:solidFill>
            <a:prstDash val="solid"/>
            <a:round/>
            <a:headEnd type="none" w="sm" len="sm"/>
            <a:tailEnd type="triangle" w="med" len="med"/>
          </a:ln>
        </p:spPr>
      </p:cxnSp>
      <p:sp>
        <p:nvSpPr>
          <p:cNvPr id="8" name="Google Shape;265;p16" descr="Small square with numeral 1 inside">
            <a:extLst>
              <a:ext uri="{FF2B5EF4-FFF2-40B4-BE49-F238E27FC236}">
                <a16:creationId xmlns:a16="http://schemas.microsoft.com/office/drawing/2014/main" id="{3285B486-069B-6C37-F3FC-83459FEF6271}"/>
              </a:ext>
            </a:extLst>
          </p:cNvPr>
          <p:cNvSpPr txBox="1"/>
          <p:nvPr/>
        </p:nvSpPr>
        <p:spPr>
          <a:xfrm flipH="1">
            <a:off x="6974583" y="261101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
        <p:nvSpPr>
          <p:cNvPr id="11" name="TextBox 10">
            <a:extLst>
              <a:ext uri="{FF2B5EF4-FFF2-40B4-BE49-F238E27FC236}">
                <a16:creationId xmlns:a16="http://schemas.microsoft.com/office/drawing/2014/main" id="{6BA2A89A-9C5D-AD8D-8CF1-9E56BB699258}"/>
              </a:ext>
            </a:extLst>
          </p:cNvPr>
          <p:cNvSpPr txBox="1"/>
          <p:nvPr/>
        </p:nvSpPr>
        <p:spPr>
          <a:xfrm>
            <a:off x="8975725" y="1449388"/>
            <a:ext cx="2854831" cy="400110"/>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In the Components sections of your survey, click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 Add Component</a:t>
            </a:r>
            <a:r>
              <a:rPr lang="en-US" sz="1000" dirty="0">
                <a:latin typeface="Poppins"/>
                <a:ea typeface="Poppins"/>
                <a:cs typeface="Poppins"/>
                <a:sym typeface="Poppins"/>
              </a:rPr>
              <a:t>.</a:t>
            </a:r>
          </a:p>
        </p:txBody>
      </p:sp>
      <p:sp>
        <p:nvSpPr>
          <p:cNvPr id="13" name="Google Shape;265;p16" descr="Small square with numeral 1 inside">
            <a:extLst>
              <a:ext uri="{FF2B5EF4-FFF2-40B4-BE49-F238E27FC236}">
                <a16:creationId xmlns:a16="http://schemas.microsoft.com/office/drawing/2014/main" id="{2B5CCF87-1D21-203B-4665-627E974A8484}"/>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813595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3" name="Picture 2">
            <a:extLst>
              <a:ext uri="{FF2B5EF4-FFF2-40B4-BE49-F238E27FC236}">
                <a16:creationId xmlns:a16="http://schemas.microsoft.com/office/drawing/2014/main" id="{BFF1FCFC-662C-C378-3447-FF3FEC4ADD54}"/>
              </a:ext>
            </a:extLst>
          </p:cNvPr>
          <p:cNvPicPr>
            <a:picLocks noChangeAspect="1"/>
          </p:cNvPicPr>
          <p:nvPr/>
        </p:nvPicPr>
        <p:blipFill>
          <a:blip r:embed="rId3"/>
          <a:stretch>
            <a:fillRect/>
          </a:stretch>
        </p:blipFill>
        <p:spPr>
          <a:xfrm>
            <a:off x="1001701" y="1854626"/>
            <a:ext cx="7322789" cy="3722189"/>
          </a:xfrm>
          <a:prstGeom prst="rect">
            <a:avLst/>
          </a:prstGeom>
          <a:effectLst>
            <a:outerShdw blurRad="63500" sx="102000" sy="102000" algn="ctr" rotWithShape="0">
              <a:prstClr val="black">
                <a:alpha val="40000"/>
              </a:prstClr>
            </a:outerShdw>
          </a:effectLst>
        </p:spPr>
      </p:pic>
      <p:sp>
        <p:nvSpPr>
          <p:cNvPr id="281" name="Google Shape;281;p67"/>
          <p:cNvSpPr txBox="1">
            <a:spLocks noGrp="1"/>
          </p:cNvSpPr>
          <p:nvPr>
            <p:ph type="title"/>
          </p:nvPr>
        </p:nvSpPr>
        <p:spPr>
          <a:xfrm>
            <a:off x="521208" y="448056"/>
            <a:ext cx="1131112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r>
              <a:rPr lang="en-US"/>
              <a:t>How do I add an IMPRINT component to a survey?</a:t>
            </a:r>
            <a:endParaRPr/>
          </a:p>
        </p:txBody>
      </p:sp>
      <p:sp>
        <p:nvSpPr>
          <p:cNvPr id="316" name="Google Shape;316;p67">
            <a:hlinkClick r:id="rId4" action="ppaction://hlinksldjump"/>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dirty="0">
                <a:solidFill>
                  <a:schemeClr val="dk1"/>
                </a:solidFill>
                <a:latin typeface="Poppins"/>
                <a:ea typeface="Poppins"/>
                <a:cs typeface="Poppins"/>
                <a:sym typeface="Poppins"/>
              </a:rPr>
              <a:t>Table of Contents</a:t>
            </a:r>
            <a:endParaRPr dirty="0"/>
          </a:p>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Poppins"/>
              <a:ea typeface="Poppins"/>
              <a:cs typeface="Poppins"/>
              <a:sym typeface="Poppins"/>
            </a:endParaRPr>
          </a:p>
        </p:txBody>
      </p:sp>
      <p:cxnSp>
        <p:nvCxnSpPr>
          <p:cNvPr id="7" name="Google Shape;210;p7">
            <a:extLst>
              <a:ext uri="{FF2B5EF4-FFF2-40B4-BE49-F238E27FC236}">
                <a16:creationId xmlns:a16="http://schemas.microsoft.com/office/drawing/2014/main" id="{AF2960B5-76F1-E8E2-7F3C-2DD3C5499254}"/>
              </a:ext>
            </a:extLst>
          </p:cNvPr>
          <p:cNvCxnSpPr>
            <a:cxnSpLocks/>
          </p:cNvCxnSpPr>
          <p:nvPr/>
        </p:nvCxnSpPr>
        <p:spPr>
          <a:xfrm>
            <a:off x="2500160" y="4526097"/>
            <a:ext cx="237803" cy="0"/>
          </a:xfrm>
          <a:prstGeom prst="straightConnector1">
            <a:avLst/>
          </a:prstGeom>
          <a:noFill/>
          <a:ln w="12700" cap="flat" cmpd="sng">
            <a:solidFill>
              <a:srgbClr val="901A8A"/>
            </a:solidFill>
            <a:prstDash val="solid"/>
            <a:round/>
            <a:headEnd type="none" w="sm" len="sm"/>
            <a:tailEnd type="triangle" w="med" len="med"/>
          </a:ln>
        </p:spPr>
      </p:cxnSp>
      <p:sp>
        <p:nvSpPr>
          <p:cNvPr id="8" name="Google Shape;265;p16" descr="Small square with numeral 1 inside">
            <a:extLst>
              <a:ext uri="{FF2B5EF4-FFF2-40B4-BE49-F238E27FC236}">
                <a16:creationId xmlns:a16="http://schemas.microsoft.com/office/drawing/2014/main" id="{E29B23E9-E337-4C48-B1A8-245C6183FE15}"/>
              </a:ext>
            </a:extLst>
          </p:cNvPr>
          <p:cNvSpPr txBox="1"/>
          <p:nvPr/>
        </p:nvSpPr>
        <p:spPr>
          <a:xfrm flipH="1">
            <a:off x="2264464" y="440538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9" name="Rectangle 8">
            <a:extLst>
              <a:ext uri="{FF2B5EF4-FFF2-40B4-BE49-F238E27FC236}">
                <a16:creationId xmlns:a16="http://schemas.microsoft.com/office/drawing/2014/main" id="{D943E72A-FA58-13BB-EF01-157E3ABA14C7}"/>
              </a:ext>
            </a:extLst>
          </p:cNvPr>
          <p:cNvSpPr/>
          <p:nvPr/>
        </p:nvSpPr>
        <p:spPr>
          <a:xfrm>
            <a:off x="2759867" y="4404488"/>
            <a:ext cx="1847852" cy="24617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6" name="TextBox 5">
            <a:extLst>
              <a:ext uri="{FF2B5EF4-FFF2-40B4-BE49-F238E27FC236}">
                <a16:creationId xmlns:a16="http://schemas.microsoft.com/office/drawing/2014/main" id="{7C89B806-572D-0BB2-5E29-FA932D341060}"/>
              </a:ext>
            </a:extLst>
          </p:cNvPr>
          <p:cNvSpPr txBox="1"/>
          <p:nvPr/>
        </p:nvSpPr>
        <p:spPr>
          <a:xfrm>
            <a:off x="8975725" y="1449388"/>
            <a:ext cx="2854831" cy="810478"/>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In the Components sections of your survey, click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 Add Component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 Create Component pop-up modal will appear. Click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IMPRINT</a:t>
            </a:r>
            <a:r>
              <a:rPr lang="en-US" sz="1000" dirty="0">
                <a:latin typeface="Poppins"/>
                <a:ea typeface="Poppins"/>
                <a:cs typeface="Poppins"/>
                <a:sym typeface="Poppins"/>
              </a:rPr>
              <a:t>.</a:t>
            </a:r>
          </a:p>
        </p:txBody>
      </p:sp>
      <p:sp>
        <p:nvSpPr>
          <p:cNvPr id="11" name="Google Shape;265;p16" descr="Small square with numeral 1 inside">
            <a:extLst>
              <a:ext uri="{FF2B5EF4-FFF2-40B4-BE49-F238E27FC236}">
                <a16:creationId xmlns:a16="http://schemas.microsoft.com/office/drawing/2014/main" id="{335D8241-F6D9-C233-47AC-45A19D9A815B}"/>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13" name="Google Shape;265;p16" descr="Small square with numeral 1 inside">
            <a:extLst>
              <a:ext uri="{FF2B5EF4-FFF2-40B4-BE49-F238E27FC236}">
                <a16:creationId xmlns:a16="http://schemas.microsoft.com/office/drawing/2014/main" id="{6B332BE3-5A32-2A31-7E71-696E56C50AD9}"/>
              </a:ext>
            </a:extLst>
          </p:cNvPr>
          <p:cNvSpPr txBox="1"/>
          <p:nvPr/>
        </p:nvSpPr>
        <p:spPr>
          <a:xfrm>
            <a:off x="9003554" y="191611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0">
          <a:extLst>
            <a:ext uri="{FF2B5EF4-FFF2-40B4-BE49-F238E27FC236}">
              <a16:creationId xmlns:a16="http://schemas.microsoft.com/office/drawing/2014/main" id="{60086637-08E3-35AA-9489-48D1FBE1190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3A0B3E8-3885-2397-A2B6-01BAAA4B7F87}"/>
              </a:ext>
            </a:extLst>
          </p:cNvPr>
          <p:cNvPicPr>
            <a:picLocks noChangeAspect="1"/>
          </p:cNvPicPr>
          <p:nvPr/>
        </p:nvPicPr>
        <p:blipFill>
          <a:blip r:embed="rId3"/>
          <a:stretch>
            <a:fillRect/>
          </a:stretch>
        </p:blipFill>
        <p:spPr>
          <a:xfrm>
            <a:off x="1001702" y="1854218"/>
            <a:ext cx="7321492" cy="3715677"/>
          </a:xfrm>
          <a:prstGeom prst="rect">
            <a:avLst/>
          </a:prstGeom>
          <a:effectLst>
            <a:outerShdw blurRad="63500" sx="102000" sy="102000" algn="ctr" rotWithShape="0">
              <a:prstClr val="black">
                <a:alpha val="40000"/>
              </a:prstClr>
            </a:outerShdw>
          </a:effectLst>
        </p:spPr>
      </p:pic>
      <p:sp>
        <p:nvSpPr>
          <p:cNvPr id="281" name="Google Shape;281;p67">
            <a:extLst>
              <a:ext uri="{FF2B5EF4-FFF2-40B4-BE49-F238E27FC236}">
                <a16:creationId xmlns:a16="http://schemas.microsoft.com/office/drawing/2014/main" id="{891F5B27-8F2A-849B-0B53-D9CE1BE383BC}"/>
              </a:ext>
            </a:extLst>
          </p:cNvPr>
          <p:cNvSpPr txBox="1">
            <a:spLocks noGrp="1"/>
          </p:cNvSpPr>
          <p:nvPr>
            <p:ph type="title"/>
          </p:nvPr>
        </p:nvSpPr>
        <p:spPr>
          <a:xfrm>
            <a:off x="521208" y="448056"/>
            <a:ext cx="1131112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r>
              <a:rPr lang="en-US"/>
              <a:t>How do I add an IMPRINT component to a survey?</a:t>
            </a:r>
            <a:endParaRPr/>
          </a:p>
        </p:txBody>
      </p:sp>
      <p:sp>
        <p:nvSpPr>
          <p:cNvPr id="316" name="Google Shape;316;p67">
            <a:hlinkClick r:id="rId4" action="ppaction://hlinksldjump"/>
            <a:extLst>
              <a:ext uri="{FF2B5EF4-FFF2-40B4-BE49-F238E27FC236}">
                <a16:creationId xmlns:a16="http://schemas.microsoft.com/office/drawing/2014/main" id="{7591107F-81B8-F844-0CEA-6B2E9AEAB17A}"/>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3" name="TextBox 2">
            <a:extLst>
              <a:ext uri="{FF2B5EF4-FFF2-40B4-BE49-F238E27FC236}">
                <a16:creationId xmlns:a16="http://schemas.microsoft.com/office/drawing/2014/main" id="{231F695A-3C63-E748-38A2-66BD2E63D7E3}"/>
              </a:ext>
            </a:extLst>
          </p:cNvPr>
          <p:cNvSpPr txBox="1"/>
          <p:nvPr/>
        </p:nvSpPr>
        <p:spPr>
          <a:xfrm>
            <a:off x="8975725" y="1449388"/>
            <a:ext cx="2854831" cy="1066959"/>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In the Components sections of your survey, click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 Add Component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 Create Component pop-up modal will appear. Click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IMPRINT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lvl="0" indent="-228600">
              <a:spcBef>
                <a:spcPts val="800"/>
              </a:spcBef>
              <a:buFont typeface="+mj-lt"/>
              <a:buAutoNum type="arabicPeriod"/>
              <a:defRPr/>
            </a:pPr>
            <a:r>
              <a:rPr lang="en-US" sz="1000" dirty="0">
                <a:latin typeface="Poppins"/>
                <a:ea typeface="Poppins"/>
                <a:cs typeface="Poppins"/>
                <a:sym typeface="Poppins"/>
              </a:rPr>
              <a:t>Click </a:t>
            </a:r>
            <a:r>
              <a:rPr lang="en-US" sz="1000" b="1" dirty="0">
                <a:latin typeface="Poppins"/>
                <a:ea typeface="Poppins"/>
                <a:cs typeface="Poppins"/>
                <a:sym typeface="Poppins"/>
              </a:rPr>
              <a:t>Continue</a:t>
            </a:r>
            <a:r>
              <a:rPr lang="en-US" sz="1000" dirty="0">
                <a:latin typeface="Poppins"/>
                <a:ea typeface="Poppins"/>
                <a:cs typeface="Poppins"/>
                <a:sym typeface="Poppins"/>
              </a:rPr>
              <a:t>.</a:t>
            </a:r>
          </a:p>
        </p:txBody>
      </p:sp>
      <p:sp>
        <p:nvSpPr>
          <p:cNvPr id="13" name="Google Shape;265;p16" descr="Small square with numeral 1 inside">
            <a:extLst>
              <a:ext uri="{FF2B5EF4-FFF2-40B4-BE49-F238E27FC236}">
                <a16:creationId xmlns:a16="http://schemas.microsoft.com/office/drawing/2014/main" id="{5FD1B98E-9D91-F9B4-E518-CAB7A26E5BA2}"/>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15" name="Google Shape;265;p16" descr="Small square with numeral 1 inside">
            <a:extLst>
              <a:ext uri="{FF2B5EF4-FFF2-40B4-BE49-F238E27FC236}">
                <a16:creationId xmlns:a16="http://schemas.microsoft.com/office/drawing/2014/main" id="{26185526-064D-DA05-88B7-FBE197C245CA}"/>
              </a:ext>
            </a:extLst>
          </p:cNvPr>
          <p:cNvSpPr txBox="1"/>
          <p:nvPr/>
        </p:nvSpPr>
        <p:spPr>
          <a:xfrm>
            <a:off x="9003554" y="191611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17" name="Google Shape;265;p16" descr="Small square with numeral 1 inside">
            <a:extLst>
              <a:ext uri="{FF2B5EF4-FFF2-40B4-BE49-F238E27FC236}">
                <a16:creationId xmlns:a16="http://schemas.microsoft.com/office/drawing/2014/main" id="{537940FB-98B3-525C-5FE8-F12E8FAB4602}"/>
              </a:ext>
            </a:extLst>
          </p:cNvPr>
          <p:cNvSpPr txBox="1"/>
          <p:nvPr/>
        </p:nvSpPr>
        <p:spPr>
          <a:xfrm>
            <a:off x="9003553" y="225425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cxnSp>
        <p:nvCxnSpPr>
          <p:cNvPr id="14" name="Google Shape;210;p7">
            <a:extLst>
              <a:ext uri="{FF2B5EF4-FFF2-40B4-BE49-F238E27FC236}">
                <a16:creationId xmlns:a16="http://schemas.microsoft.com/office/drawing/2014/main" id="{44B6BEB3-7902-41D7-316C-276B983EAD82}"/>
              </a:ext>
            </a:extLst>
          </p:cNvPr>
          <p:cNvCxnSpPr>
            <a:cxnSpLocks/>
          </p:cNvCxnSpPr>
          <p:nvPr/>
        </p:nvCxnSpPr>
        <p:spPr>
          <a:xfrm>
            <a:off x="2507303" y="4528478"/>
            <a:ext cx="237803" cy="0"/>
          </a:xfrm>
          <a:prstGeom prst="straightConnector1">
            <a:avLst/>
          </a:prstGeom>
          <a:noFill/>
          <a:ln w="12700" cap="flat" cmpd="sng">
            <a:solidFill>
              <a:srgbClr val="901A8A"/>
            </a:solidFill>
            <a:prstDash val="solid"/>
            <a:round/>
            <a:headEnd type="none" w="sm" len="sm"/>
            <a:tailEnd type="triangle" w="med" len="med"/>
          </a:ln>
        </p:spPr>
      </p:cxnSp>
      <p:sp>
        <p:nvSpPr>
          <p:cNvPr id="16" name="Google Shape;265;p16" descr="Small square with numeral 1 inside">
            <a:extLst>
              <a:ext uri="{FF2B5EF4-FFF2-40B4-BE49-F238E27FC236}">
                <a16:creationId xmlns:a16="http://schemas.microsoft.com/office/drawing/2014/main" id="{E500B30A-547C-F4E9-2E7F-D7CC8DFCE027}"/>
              </a:ext>
            </a:extLst>
          </p:cNvPr>
          <p:cNvSpPr txBox="1"/>
          <p:nvPr/>
        </p:nvSpPr>
        <p:spPr>
          <a:xfrm flipH="1">
            <a:off x="2271607" y="440776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18" name="Rectangle 17">
            <a:extLst>
              <a:ext uri="{FF2B5EF4-FFF2-40B4-BE49-F238E27FC236}">
                <a16:creationId xmlns:a16="http://schemas.microsoft.com/office/drawing/2014/main" id="{0092BDAC-4861-FAC9-3E3D-C3C34239524C}"/>
              </a:ext>
            </a:extLst>
          </p:cNvPr>
          <p:cNvSpPr/>
          <p:nvPr/>
        </p:nvSpPr>
        <p:spPr>
          <a:xfrm>
            <a:off x="2767010" y="4406869"/>
            <a:ext cx="1847852" cy="24617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Tree>
    <p:extLst>
      <p:ext uri="{BB962C8B-B14F-4D97-AF65-F5344CB8AC3E}">
        <p14:creationId xmlns:p14="http://schemas.microsoft.com/office/powerpoint/2010/main" val="3516049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0">
          <a:extLst>
            <a:ext uri="{FF2B5EF4-FFF2-40B4-BE49-F238E27FC236}">
              <a16:creationId xmlns:a16="http://schemas.microsoft.com/office/drawing/2014/main" id="{BF49EF52-87B4-0E68-D0C0-D0277DB147C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9C1354A-4C53-A182-C213-AA1D8408A5DE}"/>
              </a:ext>
            </a:extLst>
          </p:cNvPr>
          <p:cNvPicPr>
            <a:picLocks noChangeAspect="1"/>
          </p:cNvPicPr>
          <p:nvPr/>
        </p:nvPicPr>
        <p:blipFill>
          <a:blip r:embed="rId3"/>
          <a:stretch>
            <a:fillRect/>
          </a:stretch>
        </p:blipFill>
        <p:spPr>
          <a:xfrm>
            <a:off x="1001702" y="1854219"/>
            <a:ext cx="7321492" cy="3723524"/>
          </a:xfrm>
          <a:prstGeom prst="rect">
            <a:avLst/>
          </a:prstGeom>
          <a:effectLst>
            <a:outerShdw blurRad="63500" sx="102000" sy="102000" algn="ctr" rotWithShape="0">
              <a:prstClr val="black">
                <a:alpha val="40000"/>
              </a:prstClr>
            </a:outerShdw>
          </a:effectLst>
        </p:spPr>
      </p:pic>
      <p:cxnSp>
        <p:nvCxnSpPr>
          <p:cNvPr id="19" name="Google Shape;210;p7">
            <a:extLst>
              <a:ext uri="{FF2B5EF4-FFF2-40B4-BE49-F238E27FC236}">
                <a16:creationId xmlns:a16="http://schemas.microsoft.com/office/drawing/2014/main" id="{EB32876E-434B-8B02-6736-6109732741BA}"/>
              </a:ext>
            </a:extLst>
          </p:cNvPr>
          <p:cNvCxnSpPr>
            <a:cxnSpLocks/>
          </p:cNvCxnSpPr>
          <p:nvPr/>
        </p:nvCxnSpPr>
        <p:spPr>
          <a:xfrm>
            <a:off x="2498730" y="3393646"/>
            <a:ext cx="239199" cy="1795"/>
          </a:xfrm>
          <a:prstGeom prst="straightConnector1">
            <a:avLst/>
          </a:prstGeom>
          <a:noFill/>
          <a:ln w="12700" cap="flat" cmpd="sng">
            <a:solidFill>
              <a:srgbClr val="901A8A"/>
            </a:solidFill>
            <a:prstDash val="solid"/>
            <a:round/>
            <a:headEnd type="none" w="sm" len="sm"/>
            <a:tailEnd type="triangle" w="med" len="med"/>
          </a:ln>
        </p:spPr>
      </p:cxnSp>
      <p:sp>
        <p:nvSpPr>
          <p:cNvPr id="20" name="Google Shape;265;p16" descr="Small square with numeral 1 inside">
            <a:extLst>
              <a:ext uri="{FF2B5EF4-FFF2-40B4-BE49-F238E27FC236}">
                <a16:creationId xmlns:a16="http://schemas.microsoft.com/office/drawing/2014/main" id="{5DD299BA-B632-413A-7EFE-4B9436B0D348}"/>
              </a:ext>
            </a:extLst>
          </p:cNvPr>
          <p:cNvSpPr txBox="1"/>
          <p:nvPr/>
        </p:nvSpPr>
        <p:spPr>
          <a:xfrm>
            <a:off x="2262242" y="327160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21" name="Rectangle 20">
            <a:extLst>
              <a:ext uri="{FF2B5EF4-FFF2-40B4-BE49-F238E27FC236}">
                <a16:creationId xmlns:a16="http://schemas.microsoft.com/office/drawing/2014/main" id="{8EC00A8F-24E5-2A3A-711D-395503565C7E}"/>
              </a:ext>
            </a:extLst>
          </p:cNvPr>
          <p:cNvSpPr/>
          <p:nvPr/>
        </p:nvSpPr>
        <p:spPr>
          <a:xfrm>
            <a:off x="2760657" y="3318291"/>
            <a:ext cx="1858968" cy="156214"/>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23" name="Rectangle 22">
            <a:extLst>
              <a:ext uri="{FF2B5EF4-FFF2-40B4-BE49-F238E27FC236}">
                <a16:creationId xmlns:a16="http://schemas.microsoft.com/office/drawing/2014/main" id="{7DB939CE-3DCB-4D0E-F0EB-75DBB7790C4B}"/>
              </a:ext>
            </a:extLst>
          </p:cNvPr>
          <p:cNvSpPr/>
          <p:nvPr/>
        </p:nvSpPr>
        <p:spPr>
          <a:xfrm>
            <a:off x="2760657" y="4043423"/>
            <a:ext cx="1858968" cy="159802"/>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24" name="Google Shape;210;p7">
            <a:extLst>
              <a:ext uri="{FF2B5EF4-FFF2-40B4-BE49-F238E27FC236}">
                <a16:creationId xmlns:a16="http://schemas.microsoft.com/office/drawing/2014/main" id="{F9C0506F-7605-2F6A-AD9A-38B3BAA68A93}"/>
              </a:ext>
            </a:extLst>
          </p:cNvPr>
          <p:cNvCxnSpPr>
            <a:cxnSpLocks/>
          </p:cNvCxnSpPr>
          <p:nvPr/>
        </p:nvCxnSpPr>
        <p:spPr>
          <a:xfrm>
            <a:off x="2498730" y="4122260"/>
            <a:ext cx="239569" cy="1"/>
          </a:xfrm>
          <a:prstGeom prst="straightConnector1">
            <a:avLst/>
          </a:prstGeom>
          <a:noFill/>
          <a:ln w="12700" cap="flat" cmpd="sng">
            <a:solidFill>
              <a:srgbClr val="901A8A"/>
            </a:solidFill>
            <a:prstDash val="solid"/>
            <a:round/>
            <a:headEnd type="none" w="sm" len="sm"/>
            <a:tailEnd type="triangle" w="med" len="med"/>
          </a:ln>
        </p:spPr>
      </p:cxnSp>
      <p:sp>
        <p:nvSpPr>
          <p:cNvPr id="25" name="Google Shape;265;p16" descr="Small square with numeral 1 inside">
            <a:extLst>
              <a:ext uri="{FF2B5EF4-FFF2-40B4-BE49-F238E27FC236}">
                <a16:creationId xmlns:a16="http://schemas.microsoft.com/office/drawing/2014/main" id="{7703D564-D70E-A462-2D37-3EB3BA64599E}"/>
              </a:ext>
            </a:extLst>
          </p:cNvPr>
          <p:cNvSpPr txBox="1"/>
          <p:nvPr/>
        </p:nvSpPr>
        <p:spPr>
          <a:xfrm>
            <a:off x="2262241" y="399917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26" name="Rectangle 25">
            <a:extLst>
              <a:ext uri="{FF2B5EF4-FFF2-40B4-BE49-F238E27FC236}">
                <a16:creationId xmlns:a16="http://schemas.microsoft.com/office/drawing/2014/main" id="{C7B24647-D501-B475-341E-FB6F2B4A73DA}"/>
              </a:ext>
            </a:extLst>
          </p:cNvPr>
          <p:cNvSpPr/>
          <p:nvPr/>
        </p:nvSpPr>
        <p:spPr>
          <a:xfrm>
            <a:off x="2763038" y="4451433"/>
            <a:ext cx="1858968" cy="159801"/>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28" name="Google Shape;210;p7">
            <a:extLst>
              <a:ext uri="{FF2B5EF4-FFF2-40B4-BE49-F238E27FC236}">
                <a16:creationId xmlns:a16="http://schemas.microsoft.com/office/drawing/2014/main" id="{97745B8B-E7FE-7644-8204-9087ED434271}"/>
              </a:ext>
            </a:extLst>
          </p:cNvPr>
          <p:cNvCxnSpPr>
            <a:cxnSpLocks/>
          </p:cNvCxnSpPr>
          <p:nvPr/>
        </p:nvCxnSpPr>
        <p:spPr>
          <a:xfrm>
            <a:off x="2498730" y="4530014"/>
            <a:ext cx="240923" cy="0"/>
          </a:xfrm>
          <a:prstGeom prst="straightConnector1">
            <a:avLst/>
          </a:prstGeom>
          <a:noFill/>
          <a:ln w="12700" cap="flat" cmpd="sng">
            <a:solidFill>
              <a:srgbClr val="901A8A"/>
            </a:solidFill>
            <a:prstDash val="solid"/>
            <a:round/>
            <a:headEnd type="none" w="sm" len="sm"/>
            <a:tailEnd type="triangle" w="med" len="med"/>
          </a:ln>
        </p:spPr>
      </p:cxnSp>
      <p:sp>
        <p:nvSpPr>
          <p:cNvPr id="29" name="Google Shape;265;p16" descr="Small square with numeral 1 inside">
            <a:extLst>
              <a:ext uri="{FF2B5EF4-FFF2-40B4-BE49-F238E27FC236}">
                <a16:creationId xmlns:a16="http://schemas.microsoft.com/office/drawing/2014/main" id="{0E6366D5-BAEE-E0E2-B2EB-BD65C073D131}"/>
              </a:ext>
            </a:extLst>
          </p:cNvPr>
          <p:cNvSpPr txBox="1"/>
          <p:nvPr/>
        </p:nvSpPr>
        <p:spPr>
          <a:xfrm>
            <a:off x="2272270" y="4406649"/>
            <a:ext cx="216451"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sp>
        <p:nvSpPr>
          <p:cNvPr id="281" name="Google Shape;281;p67">
            <a:extLst>
              <a:ext uri="{FF2B5EF4-FFF2-40B4-BE49-F238E27FC236}">
                <a16:creationId xmlns:a16="http://schemas.microsoft.com/office/drawing/2014/main" id="{531CABDA-D0A2-6244-E30B-42B1E54FBFCF}"/>
              </a:ext>
            </a:extLst>
          </p:cNvPr>
          <p:cNvSpPr txBox="1">
            <a:spLocks noGrp="1"/>
          </p:cNvSpPr>
          <p:nvPr>
            <p:ph type="title"/>
          </p:nvPr>
        </p:nvSpPr>
        <p:spPr>
          <a:xfrm>
            <a:off x="521208" y="448056"/>
            <a:ext cx="1131112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r>
              <a:rPr lang="en-US"/>
              <a:t>How do I add an IMPRINT component to a survey?</a:t>
            </a:r>
            <a:endParaRPr/>
          </a:p>
        </p:txBody>
      </p:sp>
      <p:sp>
        <p:nvSpPr>
          <p:cNvPr id="316" name="Google Shape;316;p67">
            <a:hlinkClick r:id="rId4" action="ppaction://hlinksldjump"/>
            <a:extLst>
              <a:ext uri="{FF2B5EF4-FFF2-40B4-BE49-F238E27FC236}">
                <a16:creationId xmlns:a16="http://schemas.microsoft.com/office/drawing/2014/main" id="{C9B36AC4-E2D4-E0DB-0C98-19A1E9936717}"/>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11" name="TextBox 10">
            <a:extLst>
              <a:ext uri="{FF2B5EF4-FFF2-40B4-BE49-F238E27FC236}">
                <a16:creationId xmlns:a16="http://schemas.microsoft.com/office/drawing/2014/main" id="{E9690D37-8CF2-0DFD-BDFF-A0FCE8608796}"/>
              </a:ext>
            </a:extLst>
          </p:cNvPr>
          <p:cNvSpPr txBox="1"/>
          <p:nvPr/>
        </p:nvSpPr>
        <p:spPr>
          <a:xfrm>
            <a:off x="8975725" y="1449388"/>
            <a:ext cx="2854831" cy="1836400"/>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In the Components sections of your survey, click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 Add Component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 Create Component pop-up modal will appear. Click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IMPRINT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lvl="0" indent="-228600">
              <a:spcBef>
                <a:spcPts val="800"/>
              </a:spcBef>
              <a:buFont typeface="+mj-lt"/>
              <a:buAutoNum type="arabicPeriod"/>
              <a:defRPr/>
            </a:pPr>
            <a:r>
              <a:rPr lang="en-US" sz="1000" dirty="0">
                <a:latin typeface="Poppins"/>
                <a:ea typeface="Poppins"/>
                <a:cs typeface="Poppins"/>
                <a:sym typeface="Poppins"/>
              </a:rPr>
              <a:t>Click </a:t>
            </a:r>
            <a:r>
              <a:rPr lang="en-US" sz="1000" b="1" dirty="0">
                <a:latin typeface="Poppins"/>
                <a:ea typeface="Poppins"/>
                <a:cs typeface="Poppins"/>
                <a:sym typeface="Poppins"/>
              </a:rPr>
              <a:t>Continue</a:t>
            </a:r>
            <a:r>
              <a:rPr lang="en-US" sz="1000" dirty="0">
                <a:latin typeface="Poppins"/>
                <a:ea typeface="Poppins"/>
                <a:cs typeface="Poppins"/>
                <a:sym typeface="Poppins"/>
              </a:rPr>
              <a: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lang="en-US" sz="1000" dirty="0">
                <a:latin typeface="Poppins"/>
                <a:ea typeface="Poppins"/>
                <a:cs typeface="Poppins"/>
                <a:sym typeface="Poppins"/>
              </a:rPr>
              <a:t>Enter the </a:t>
            </a:r>
            <a:r>
              <a:rPr lang="en-US" sz="1000" b="1" dirty="0">
                <a:latin typeface="Poppins"/>
                <a:ea typeface="Poppins"/>
                <a:cs typeface="Poppins"/>
                <a:sym typeface="Poppins"/>
              </a:rPr>
              <a:t>COMPONENT NAME</a:t>
            </a:r>
            <a:r>
              <a:rPr lang="en-US" sz="1000" dirty="0">
                <a:latin typeface="Poppins"/>
                <a:ea typeface="Poppins"/>
                <a:cs typeface="Poppins"/>
                <a:sym typeface="Poppins"/>
              </a:rPr>
              <a: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Enter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Component’s DETAILS</a:t>
            </a:r>
            <a:r>
              <a:rPr lang="en-US" sz="1000" dirty="0">
                <a:latin typeface="Poppins"/>
                <a:ea typeface="Poppins"/>
                <a:cs typeface="Poppins"/>
                <a:sym typeface="Poppins"/>
              </a:rPr>
              <a: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Enter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Component’s VARIABLE</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p:txBody>
      </p:sp>
      <p:sp>
        <p:nvSpPr>
          <p:cNvPr id="14" name="Google Shape;265;p16" descr="Small square with numeral 1 inside">
            <a:extLst>
              <a:ext uri="{FF2B5EF4-FFF2-40B4-BE49-F238E27FC236}">
                <a16:creationId xmlns:a16="http://schemas.microsoft.com/office/drawing/2014/main" id="{CA8E96DA-5B2F-C373-1D23-1BBE5FD65406}"/>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16" name="Google Shape;265;p16" descr="Small square with numeral 1 inside">
            <a:extLst>
              <a:ext uri="{FF2B5EF4-FFF2-40B4-BE49-F238E27FC236}">
                <a16:creationId xmlns:a16="http://schemas.microsoft.com/office/drawing/2014/main" id="{8D07AA51-DFB1-32A4-2BBA-FD4A31F2CB47}"/>
              </a:ext>
            </a:extLst>
          </p:cNvPr>
          <p:cNvSpPr txBox="1"/>
          <p:nvPr/>
        </p:nvSpPr>
        <p:spPr>
          <a:xfrm>
            <a:off x="9003554" y="191611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18" name="Google Shape;265;p16" descr="Small square with numeral 1 inside">
            <a:extLst>
              <a:ext uri="{FF2B5EF4-FFF2-40B4-BE49-F238E27FC236}">
                <a16:creationId xmlns:a16="http://schemas.microsoft.com/office/drawing/2014/main" id="{D69FC98C-B094-838A-DE05-53CED9F5F6FD}"/>
              </a:ext>
            </a:extLst>
          </p:cNvPr>
          <p:cNvSpPr txBox="1"/>
          <p:nvPr/>
        </p:nvSpPr>
        <p:spPr>
          <a:xfrm>
            <a:off x="9003553" y="225425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27" name="Google Shape;265;p16" descr="Small square with numeral 1 inside">
            <a:extLst>
              <a:ext uri="{FF2B5EF4-FFF2-40B4-BE49-F238E27FC236}">
                <a16:creationId xmlns:a16="http://schemas.microsoft.com/office/drawing/2014/main" id="{AD9EFC96-5ED8-1DEB-E639-46B0BD31A187}"/>
              </a:ext>
            </a:extLst>
          </p:cNvPr>
          <p:cNvSpPr txBox="1"/>
          <p:nvPr/>
        </p:nvSpPr>
        <p:spPr>
          <a:xfrm>
            <a:off x="9003555" y="251142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31" name="Google Shape;265;p16" descr="Small square with numeral 1 inside">
            <a:extLst>
              <a:ext uri="{FF2B5EF4-FFF2-40B4-BE49-F238E27FC236}">
                <a16:creationId xmlns:a16="http://schemas.microsoft.com/office/drawing/2014/main" id="{394467AB-01CB-03DD-0A36-07A43B41B87D}"/>
              </a:ext>
            </a:extLst>
          </p:cNvPr>
          <p:cNvSpPr txBox="1"/>
          <p:nvPr/>
        </p:nvSpPr>
        <p:spPr>
          <a:xfrm>
            <a:off x="9003555" y="276836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34" name="Google Shape;265;p16" descr="Small square with numeral 1 inside">
            <a:extLst>
              <a:ext uri="{FF2B5EF4-FFF2-40B4-BE49-F238E27FC236}">
                <a16:creationId xmlns:a16="http://schemas.microsoft.com/office/drawing/2014/main" id="{CEBB11F0-43E7-947F-A4AD-C7CA2614A106}"/>
              </a:ext>
            </a:extLst>
          </p:cNvPr>
          <p:cNvSpPr txBox="1"/>
          <p:nvPr/>
        </p:nvSpPr>
        <p:spPr>
          <a:xfrm>
            <a:off x="9003555" y="302248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1071103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0">
          <a:extLst>
            <a:ext uri="{FF2B5EF4-FFF2-40B4-BE49-F238E27FC236}">
              <a16:creationId xmlns:a16="http://schemas.microsoft.com/office/drawing/2014/main" id="{CC586C8D-EE12-691E-3A91-414B5B54370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745AC3C-9B92-66C6-1234-46F7C05DE7ED}"/>
              </a:ext>
            </a:extLst>
          </p:cNvPr>
          <p:cNvPicPr>
            <a:picLocks noChangeAspect="1"/>
          </p:cNvPicPr>
          <p:nvPr/>
        </p:nvPicPr>
        <p:blipFill>
          <a:blip r:embed="rId3"/>
          <a:stretch>
            <a:fillRect/>
          </a:stretch>
        </p:blipFill>
        <p:spPr>
          <a:xfrm>
            <a:off x="1001702" y="1854219"/>
            <a:ext cx="7321492" cy="3723524"/>
          </a:xfrm>
          <a:prstGeom prst="rect">
            <a:avLst/>
          </a:prstGeom>
          <a:effectLst>
            <a:outerShdw blurRad="63500" sx="102000" sy="102000" algn="ctr" rotWithShape="0">
              <a:prstClr val="black">
                <a:alpha val="40000"/>
              </a:prstClr>
            </a:outerShdw>
          </a:effectLst>
        </p:spPr>
      </p:pic>
      <p:sp>
        <p:nvSpPr>
          <p:cNvPr id="281" name="Google Shape;281;p67">
            <a:extLst>
              <a:ext uri="{FF2B5EF4-FFF2-40B4-BE49-F238E27FC236}">
                <a16:creationId xmlns:a16="http://schemas.microsoft.com/office/drawing/2014/main" id="{9BA317A2-C286-7659-4E25-E48C2EA17D24}"/>
              </a:ext>
            </a:extLst>
          </p:cNvPr>
          <p:cNvSpPr txBox="1">
            <a:spLocks noGrp="1"/>
          </p:cNvSpPr>
          <p:nvPr>
            <p:ph type="title"/>
          </p:nvPr>
        </p:nvSpPr>
        <p:spPr>
          <a:xfrm>
            <a:off x="521208" y="448056"/>
            <a:ext cx="1131112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r>
              <a:rPr lang="en-US"/>
              <a:t>How do I add an IMPRINT component to a survey?</a:t>
            </a:r>
            <a:endParaRPr/>
          </a:p>
        </p:txBody>
      </p:sp>
      <p:sp>
        <p:nvSpPr>
          <p:cNvPr id="316" name="Google Shape;316;p67">
            <a:hlinkClick r:id="rId4" action="ppaction://hlinksldjump"/>
            <a:extLst>
              <a:ext uri="{FF2B5EF4-FFF2-40B4-BE49-F238E27FC236}">
                <a16:creationId xmlns:a16="http://schemas.microsoft.com/office/drawing/2014/main" id="{C3BF5C32-F9C7-7310-D9F8-5ACEB1E7A847}"/>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cxnSp>
        <p:nvCxnSpPr>
          <p:cNvPr id="11" name="Google Shape;210;p7">
            <a:extLst>
              <a:ext uri="{FF2B5EF4-FFF2-40B4-BE49-F238E27FC236}">
                <a16:creationId xmlns:a16="http://schemas.microsoft.com/office/drawing/2014/main" id="{F816B433-AFFB-3775-F4BC-31356CD70AFB}"/>
              </a:ext>
            </a:extLst>
          </p:cNvPr>
          <p:cNvCxnSpPr>
            <a:cxnSpLocks/>
          </p:cNvCxnSpPr>
          <p:nvPr/>
        </p:nvCxnSpPr>
        <p:spPr>
          <a:xfrm flipH="1">
            <a:off x="4664109" y="4839938"/>
            <a:ext cx="217185" cy="1"/>
          </a:xfrm>
          <a:prstGeom prst="straightConnector1">
            <a:avLst/>
          </a:prstGeom>
          <a:noFill/>
          <a:ln w="12700" cap="flat" cmpd="sng">
            <a:solidFill>
              <a:srgbClr val="901A8A"/>
            </a:solidFill>
            <a:prstDash val="solid"/>
            <a:round/>
            <a:headEnd type="none" w="sm" len="sm"/>
            <a:tailEnd type="triangle" w="med" len="med"/>
          </a:ln>
        </p:spPr>
      </p:cxnSp>
      <p:sp>
        <p:nvSpPr>
          <p:cNvPr id="14" name="Google Shape;265;p16" descr="Small square with numeral 1 inside">
            <a:extLst>
              <a:ext uri="{FF2B5EF4-FFF2-40B4-BE49-F238E27FC236}">
                <a16:creationId xmlns:a16="http://schemas.microsoft.com/office/drawing/2014/main" id="{5CD75D07-F37F-678F-535C-B47565D395FD}"/>
              </a:ext>
            </a:extLst>
          </p:cNvPr>
          <p:cNvSpPr txBox="1"/>
          <p:nvPr/>
        </p:nvSpPr>
        <p:spPr>
          <a:xfrm>
            <a:off x="4894737" y="471968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7</a:t>
            </a:r>
            <a:endParaRPr sz="1000" b="1" i="0" u="none" strike="noStrike" cap="none" dirty="0">
              <a:solidFill>
                <a:schemeClr val="lt1"/>
              </a:solidFill>
              <a:latin typeface="Poppins"/>
              <a:ea typeface="Poppins"/>
              <a:cs typeface="Poppins"/>
              <a:sym typeface="Poppins"/>
            </a:endParaRPr>
          </a:p>
        </p:txBody>
      </p:sp>
      <p:sp>
        <p:nvSpPr>
          <p:cNvPr id="17" name="TextBox 16">
            <a:extLst>
              <a:ext uri="{FF2B5EF4-FFF2-40B4-BE49-F238E27FC236}">
                <a16:creationId xmlns:a16="http://schemas.microsoft.com/office/drawing/2014/main" id="{83502B78-09F1-BF3D-D07F-5357A6FA4A54}"/>
              </a:ext>
            </a:extLst>
          </p:cNvPr>
          <p:cNvSpPr txBox="1"/>
          <p:nvPr/>
        </p:nvSpPr>
        <p:spPr>
          <a:xfrm>
            <a:off x="8975725" y="1449388"/>
            <a:ext cx="2854831" cy="2092881"/>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In the Components sections of your survey, click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 Add Component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 Create Component pop-up modal will appear. Click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IMPRINT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lvl="0" indent="-228600">
              <a:spcBef>
                <a:spcPts val="800"/>
              </a:spcBef>
              <a:buFont typeface="+mj-lt"/>
              <a:buAutoNum type="arabicPeriod"/>
              <a:defRPr/>
            </a:pPr>
            <a:r>
              <a:rPr lang="en-US" sz="1000" dirty="0">
                <a:latin typeface="Poppins"/>
                <a:ea typeface="Poppins"/>
                <a:cs typeface="Poppins"/>
                <a:sym typeface="Poppins"/>
              </a:rPr>
              <a:t>Click </a:t>
            </a:r>
            <a:r>
              <a:rPr lang="en-US" sz="1000" b="1" dirty="0">
                <a:latin typeface="Poppins"/>
                <a:ea typeface="Poppins"/>
                <a:cs typeface="Poppins"/>
                <a:sym typeface="Poppins"/>
              </a:rPr>
              <a:t>Continue</a:t>
            </a:r>
            <a:r>
              <a:rPr lang="en-US" sz="1000" dirty="0">
                <a:latin typeface="Poppins"/>
                <a:ea typeface="Poppins"/>
                <a:cs typeface="Poppins"/>
                <a:sym typeface="Poppins"/>
              </a:rPr>
              <a: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lang="en-US" sz="1000" dirty="0">
                <a:latin typeface="Poppins"/>
                <a:ea typeface="Poppins"/>
                <a:cs typeface="Poppins"/>
                <a:sym typeface="Poppins"/>
              </a:rPr>
              <a:t>Enter the </a:t>
            </a:r>
            <a:r>
              <a:rPr lang="en-US" sz="1000" b="1" dirty="0">
                <a:latin typeface="Poppins"/>
                <a:ea typeface="Poppins"/>
                <a:cs typeface="Poppins"/>
                <a:sym typeface="Poppins"/>
              </a:rPr>
              <a:t>COMPONENT NAME</a:t>
            </a:r>
            <a:r>
              <a:rPr lang="en-US" sz="1000" dirty="0">
                <a:latin typeface="Poppins"/>
                <a:ea typeface="Poppins"/>
                <a:cs typeface="Poppins"/>
                <a:sym typeface="Poppins"/>
              </a:rPr>
              <a: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Enter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Component’s DETAILS</a:t>
            </a:r>
            <a:r>
              <a:rPr lang="en-US" sz="1000" dirty="0">
                <a:latin typeface="Poppins"/>
                <a:ea typeface="Poppins"/>
                <a:cs typeface="Poppins"/>
                <a:sym typeface="Poppins"/>
              </a:rPr>
              <a: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Enter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Component’s VARIABLE</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lang="en-US" sz="1000" dirty="0">
                <a:latin typeface="Poppins"/>
                <a:ea typeface="Poppins"/>
                <a:cs typeface="Poppins"/>
                <a:sym typeface="Poppins"/>
              </a:rPr>
              <a:t>Click </a:t>
            </a:r>
            <a:r>
              <a:rPr lang="en-US" sz="1000" b="1" dirty="0">
                <a:latin typeface="Poppins"/>
                <a:ea typeface="Poppins"/>
                <a:cs typeface="Poppins"/>
                <a:sym typeface="Poppins"/>
              </a:rPr>
              <a:t>Create Components</a:t>
            </a:r>
            <a:r>
              <a:rPr lang="en-US" sz="1000" dirty="0">
                <a:latin typeface="Poppins"/>
                <a:ea typeface="Poppins"/>
                <a:cs typeface="Poppins"/>
                <a:sym typeface="Poppins"/>
              </a:rPr>
              <a:t>. </a:t>
            </a:r>
          </a:p>
        </p:txBody>
      </p:sp>
      <p:sp>
        <p:nvSpPr>
          <p:cNvPr id="19" name="Google Shape;265;p16" descr="Small square with numeral 1 inside">
            <a:extLst>
              <a:ext uri="{FF2B5EF4-FFF2-40B4-BE49-F238E27FC236}">
                <a16:creationId xmlns:a16="http://schemas.microsoft.com/office/drawing/2014/main" id="{97DCBFD7-C561-DAF6-73C0-4A62BAE5C999}"/>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21" name="Google Shape;265;p16" descr="Small square with numeral 1 inside">
            <a:extLst>
              <a:ext uri="{FF2B5EF4-FFF2-40B4-BE49-F238E27FC236}">
                <a16:creationId xmlns:a16="http://schemas.microsoft.com/office/drawing/2014/main" id="{03BF4D69-9063-FDB5-313F-8F7ADF395F68}"/>
              </a:ext>
            </a:extLst>
          </p:cNvPr>
          <p:cNvSpPr txBox="1"/>
          <p:nvPr/>
        </p:nvSpPr>
        <p:spPr>
          <a:xfrm>
            <a:off x="9003554" y="191611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23" name="Google Shape;265;p16" descr="Small square with numeral 1 inside">
            <a:extLst>
              <a:ext uri="{FF2B5EF4-FFF2-40B4-BE49-F238E27FC236}">
                <a16:creationId xmlns:a16="http://schemas.microsoft.com/office/drawing/2014/main" id="{6416EB64-B73D-52FB-4BEA-41789BA0E220}"/>
              </a:ext>
            </a:extLst>
          </p:cNvPr>
          <p:cNvSpPr txBox="1"/>
          <p:nvPr/>
        </p:nvSpPr>
        <p:spPr>
          <a:xfrm>
            <a:off x="9003553" y="225425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25" name="Google Shape;265;p16" descr="Small square with numeral 1 inside">
            <a:extLst>
              <a:ext uri="{FF2B5EF4-FFF2-40B4-BE49-F238E27FC236}">
                <a16:creationId xmlns:a16="http://schemas.microsoft.com/office/drawing/2014/main" id="{9CCEA5E6-E826-1B83-FD2A-2D24771E02D9}"/>
              </a:ext>
            </a:extLst>
          </p:cNvPr>
          <p:cNvSpPr txBox="1"/>
          <p:nvPr/>
        </p:nvSpPr>
        <p:spPr>
          <a:xfrm>
            <a:off x="9003555" y="251142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27" name="Google Shape;265;p16" descr="Small square with numeral 1 inside">
            <a:extLst>
              <a:ext uri="{FF2B5EF4-FFF2-40B4-BE49-F238E27FC236}">
                <a16:creationId xmlns:a16="http://schemas.microsoft.com/office/drawing/2014/main" id="{0D0539D7-EB7D-FEF8-F5C7-80FED07417D7}"/>
              </a:ext>
            </a:extLst>
          </p:cNvPr>
          <p:cNvSpPr txBox="1"/>
          <p:nvPr/>
        </p:nvSpPr>
        <p:spPr>
          <a:xfrm>
            <a:off x="9003555" y="276836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29" name="Google Shape;265;p16" descr="Small square with numeral 1 inside">
            <a:extLst>
              <a:ext uri="{FF2B5EF4-FFF2-40B4-BE49-F238E27FC236}">
                <a16:creationId xmlns:a16="http://schemas.microsoft.com/office/drawing/2014/main" id="{681406FC-150C-9224-DBFD-EF1C75FFD57B}"/>
              </a:ext>
            </a:extLst>
          </p:cNvPr>
          <p:cNvSpPr txBox="1"/>
          <p:nvPr/>
        </p:nvSpPr>
        <p:spPr>
          <a:xfrm>
            <a:off x="9003555" y="302248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sp>
        <p:nvSpPr>
          <p:cNvPr id="31" name="Google Shape;265;p16" descr="Small square with numeral 1 inside">
            <a:extLst>
              <a:ext uri="{FF2B5EF4-FFF2-40B4-BE49-F238E27FC236}">
                <a16:creationId xmlns:a16="http://schemas.microsoft.com/office/drawing/2014/main" id="{9EC2D2D9-EACF-55BA-1FE5-A12030B417CC}"/>
              </a:ext>
            </a:extLst>
          </p:cNvPr>
          <p:cNvSpPr txBox="1"/>
          <p:nvPr/>
        </p:nvSpPr>
        <p:spPr>
          <a:xfrm>
            <a:off x="9003555" y="32766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7</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4066342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0">
          <a:extLst>
            <a:ext uri="{FF2B5EF4-FFF2-40B4-BE49-F238E27FC236}">
              <a16:creationId xmlns:a16="http://schemas.microsoft.com/office/drawing/2014/main" id="{504DC8DC-5E3E-08FC-3212-C3B60C46946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7D2708A-3FB3-5E6A-0197-70B715792103}"/>
              </a:ext>
            </a:extLst>
          </p:cNvPr>
          <p:cNvPicPr>
            <a:picLocks noChangeAspect="1"/>
          </p:cNvPicPr>
          <p:nvPr/>
        </p:nvPicPr>
        <p:blipFill>
          <a:blip r:embed="rId3"/>
          <a:stretch>
            <a:fillRect/>
          </a:stretch>
        </p:blipFill>
        <p:spPr>
          <a:xfrm>
            <a:off x="1001702" y="1854220"/>
            <a:ext cx="7321492" cy="3719664"/>
          </a:xfrm>
          <a:prstGeom prst="rect">
            <a:avLst/>
          </a:prstGeom>
          <a:effectLst>
            <a:outerShdw blurRad="63500" sx="102000" sy="102000" algn="ctr" rotWithShape="0">
              <a:prstClr val="black">
                <a:alpha val="40000"/>
              </a:prstClr>
            </a:outerShdw>
          </a:effectLst>
        </p:spPr>
      </p:pic>
      <p:sp>
        <p:nvSpPr>
          <p:cNvPr id="281" name="Google Shape;281;p67">
            <a:extLst>
              <a:ext uri="{FF2B5EF4-FFF2-40B4-BE49-F238E27FC236}">
                <a16:creationId xmlns:a16="http://schemas.microsoft.com/office/drawing/2014/main" id="{9465AEA3-7008-772E-7F8D-4384CA7A1D6E}"/>
              </a:ext>
            </a:extLst>
          </p:cNvPr>
          <p:cNvSpPr txBox="1">
            <a:spLocks noGrp="1"/>
          </p:cNvSpPr>
          <p:nvPr>
            <p:ph type="title"/>
          </p:nvPr>
        </p:nvSpPr>
        <p:spPr>
          <a:xfrm>
            <a:off x="521208" y="448056"/>
            <a:ext cx="1131112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r>
              <a:rPr lang="en-US"/>
              <a:t>How do I add an IMPRINT component to a survey?</a:t>
            </a:r>
            <a:endParaRPr/>
          </a:p>
        </p:txBody>
      </p:sp>
      <p:sp>
        <p:nvSpPr>
          <p:cNvPr id="316" name="Google Shape;316;p67">
            <a:hlinkClick r:id="rId4" action="ppaction://hlinksldjump"/>
            <a:extLst>
              <a:ext uri="{FF2B5EF4-FFF2-40B4-BE49-F238E27FC236}">
                <a16:creationId xmlns:a16="http://schemas.microsoft.com/office/drawing/2014/main" id="{1B4E705B-A062-D3D6-3B1A-922165F8F30D}"/>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5" name="TextBox 4">
            <a:extLst>
              <a:ext uri="{FF2B5EF4-FFF2-40B4-BE49-F238E27FC236}">
                <a16:creationId xmlns:a16="http://schemas.microsoft.com/office/drawing/2014/main" id="{13D3BD2D-D97F-5560-3F92-1AC932E93686}"/>
              </a:ext>
            </a:extLst>
          </p:cNvPr>
          <p:cNvSpPr txBox="1"/>
          <p:nvPr/>
        </p:nvSpPr>
        <p:spPr>
          <a:xfrm>
            <a:off x="8975725" y="1449388"/>
            <a:ext cx="2854831" cy="2964914"/>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In the Components sections of your survey, click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 Add Component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 Create Component pop-up modal will appear. Click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IMPRINT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lvl="0" indent="-228600">
              <a:spcBef>
                <a:spcPts val="800"/>
              </a:spcBef>
              <a:buFont typeface="+mj-lt"/>
              <a:buAutoNum type="arabicPeriod"/>
              <a:defRPr/>
            </a:pPr>
            <a:r>
              <a:rPr lang="en-US" sz="1000" dirty="0">
                <a:latin typeface="Poppins"/>
                <a:ea typeface="Poppins"/>
                <a:cs typeface="Poppins"/>
                <a:sym typeface="Poppins"/>
              </a:rPr>
              <a:t>Click </a:t>
            </a:r>
            <a:r>
              <a:rPr lang="en-US" sz="1000" b="1" dirty="0">
                <a:latin typeface="Poppins"/>
                <a:ea typeface="Poppins"/>
                <a:cs typeface="Poppins"/>
                <a:sym typeface="Poppins"/>
              </a:rPr>
              <a:t>Continue</a:t>
            </a:r>
            <a:r>
              <a:rPr lang="en-US" sz="1000" dirty="0">
                <a:latin typeface="Poppins"/>
                <a:ea typeface="Poppins"/>
                <a:cs typeface="Poppins"/>
                <a:sym typeface="Poppins"/>
              </a:rPr>
              <a: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lang="en-US" sz="1000" dirty="0">
                <a:latin typeface="Poppins"/>
                <a:ea typeface="Poppins"/>
                <a:cs typeface="Poppins"/>
                <a:sym typeface="Poppins"/>
              </a:rPr>
              <a:t>Enter the </a:t>
            </a:r>
            <a:r>
              <a:rPr lang="en-US" sz="1000" b="1" dirty="0">
                <a:latin typeface="Poppins"/>
                <a:ea typeface="Poppins"/>
                <a:cs typeface="Poppins"/>
                <a:sym typeface="Poppins"/>
              </a:rPr>
              <a:t>COMPONENT NAME</a:t>
            </a:r>
            <a:r>
              <a:rPr lang="en-US" sz="1000" dirty="0">
                <a:latin typeface="Poppins"/>
                <a:ea typeface="Poppins"/>
                <a:cs typeface="Poppins"/>
                <a:sym typeface="Poppins"/>
              </a:rPr>
              <a: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Enter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Component’s DETAILS</a:t>
            </a:r>
            <a:r>
              <a:rPr lang="en-US" sz="1000" dirty="0">
                <a:latin typeface="Poppins"/>
                <a:ea typeface="Poppins"/>
                <a:cs typeface="Poppins"/>
                <a:sym typeface="Poppins"/>
              </a:rPr>
              <a: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Enter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Component’s VARIABLE</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lang="en-US" sz="1000" dirty="0">
                <a:latin typeface="Poppins"/>
                <a:ea typeface="Poppins"/>
                <a:cs typeface="Poppins"/>
                <a:sym typeface="Poppins"/>
              </a:rPr>
              <a:t>Click </a:t>
            </a:r>
            <a:r>
              <a:rPr lang="en-US" sz="1000" b="1" dirty="0">
                <a:latin typeface="Poppins"/>
                <a:ea typeface="Poppins"/>
                <a:cs typeface="Poppins"/>
                <a:sym typeface="Poppins"/>
              </a:rPr>
              <a:t>Create Components</a:t>
            </a:r>
            <a:r>
              <a:rPr lang="en-US" sz="1000" dirty="0">
                <a:latin typeface="Poppins"/>
                <a:ea typeface="Poppins"/>
                <a:cs typeface="Poppins"/>
                <a:sym typeface="Poppins"/>
              </a:rPr>
              <a:t>. </a:t>
            </a:r>
          </a:p>
          <a:p>
            <a:pPr marL="228600" indent="-228600">
              <a:spcBef>
                <a:spcPts val="800"/>
              </a:spcBef>
              <a:buFont typeface="+mj-lt"/>
              <a:buAutoNum type="arabicPeriod"/>
              <a:defRPr/>
            </a:pPr>
            <a:r>
              <a:rPr lang="en-US" sz="1000" dirty="0">
                <a:latin typeface="Poppins"/>
                <a:ea typeface="Poppins"/>
                <a:cs typeface="Poppins"/>
                <a:sym typeface="Poppins"/>
              </a:rPr>
              <a:t>The created Imprint Component will now be added in the Components section. Select this to open the </a:t>
            </a:r>
            <a:r>
              <a:rPr lang="en-US" sz="1000" b="1" dirty="0">
                <a:latin typeface="Poppins"/>
                <a:ea typeface="Poppins"/>
                <a:cs typeface="Poppins"/>
                <a:sym typeface="Poppins"/>
              </a:rPr>
              <a:t>Imprint Component </a:t>
            </a:r>
            <a:r>
              <a:rPr lang="en-US" sz="1000" dirty="0">
                <a:latin typeface="Poppins"/>
                <a:ea typeface="Poppins"/>
                <a:cs typeface="Poppins"/>
                <a:sym typeface="Poppins"/>
              </a:rPr>
              <a:t>and start building the survey.</a:t>
            </a:r>
          </a:p>
        </p:txBody>
      </p:sp>
      <p:sp>
        <p:nvSpPr>
          <p:cNvPr id="6" name="Google Shape;265;p16" descr="Small square with numeral 1 inside">
            <a:extLst>
              <a:ext uri="{FF2B5EF4-FFF2-40B4-BE49-F238E27FC236}">
                <a16:creationId xmlns:a16="http://schemas.microsoft.com/office/drawing/2014/main" id="{9725C570-FAC5-D97C-30DB-CD41CBEA0824}"/>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7" name="Google Shape;265;p16" descr="Small square with numeral 1 inside">
            <a:extLst>
              <a:ext uri="{FF2B5EF4-FFF2-40B4-BE49-F238E27FC236}">
                <a16:creationId xmlns:a16="http://schemas.microsoft.com/office/drawing/2014/main" id="{4BEDADE9-6E2C-D3D2-3690-8A8410543262}"/>
              </a:ext>
            </a:extLst>
          </p:cNvPr>
          <p:cNvSpPr txBox="1"/>
          <p:nvPr/>
        </p:nvSpPr>
        <p:spPr>
          <a:xfrm>
            <a:off x="9003554" y="191611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8" name="Google Shape;265;p16" descr="Small square with numeral 1 inside">
            <a:extLst>
              <a:ext uri="{FF2B5EF4-FFF2-40B4-BE49-F238E27FC236}">
                <a16:creationId xmlns:a16="http://schemas.microsoft.com/office/drawing/2014/main" id="{7946ECA3-D7EC-5B0C-A3FB-7A406DBAA729}"/>
              </a:ext>
            </a:extLst>
          </p:cNvPr>
          <p:cNvSpPr txBox="1"/>
          <p:nvPr/>
        </p:nvSpPr>
        <p:spPr>
          <a:xfrm>
            <a:off x="9003553" y="225425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9" name="Google Shape;265;p16" descr="Small square with numeral 1 inside">
            <a:extLst>
              <a:ext uri="{FF2B5EF4-FFF2-40B4-BE49-F238E27FC236}">
                <a16:creationId xmlns:a16="http://schemas.microsoft.com/office/drawing/2014/main" id="{A37534A2-C625-22BA-2A2C-B9A719A2452D}"/>
              </a:ext>
            </a:extLst>
          </p:cNvPr>
          <p:cNvSpPr txBox="1"/>
          <p:nvPr/>
        </p:nvSpPr>
        <p:spPr>
          <a:xfrm>
            <a:off x="9003555" y="251142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10" name="Google Shape;265;p16" descr="Small square with numeral 1 inside">
            <a:extLst>
              <a:ext uri="{FF2B5EF4-FFF2-40B4-BE49-F238E27FC236}">
                <a16:creationId xmlns:a16="http://schemas.microsoft.com/office/drawing/2014/main" id="{34F061B8-DA11-0521-C989-E688FA6E8832}"/>
              </a:ext>
            </a:extLst>
          </p:cNvPr>
          <p:cNvSpPr txBox="1"/>
          <p:nvPr/>
        </p:nvSpPr>
        <p:spPr>
          <a:xfrm>
            <a:off x="9003555" y="276836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12" name="Google Shape;265;p16" descr="Small square with numeral 1 inside">
            <a:extLst>
              <a:ext uri="{FF2B5EF4-FFF2-40B4-BE49-F238E27FC236}">
                <a16:creationId xmlns:a16="http://schemas.microsoft.com/office/drawing/2014/main" id="{A3602CA8-1A5D-B57F-8E5D-0FD343B13815}"/>
              </a:ext>
            </a:extLst>
          </p:cNvPr>
          <p:cNvSpPr txBox="1"/>
          <p:nvPr/>
        </p:nvSpPr>
        <p:spPr>
          <a:xfrm>
            <a:off x="9003555" y="302248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sp>
        <p:nvSpPr>
          <p:cNvPr id="13" name="Google Shape;265;p16" descr="Small square with numeral 1 inside">
            <a:extLst>
              <a:ext uri="{FF2B5EF4-FFF2-40B4-BE49-F238E27FC236}">
                <a16:creationId xmlns:a16="http://schemas.microsoft.com/office/drawing/2014/main" id="{8C3B49E8-B6B2-ACEA-3DFD-CED9DCE4F4C1}"/>
              </a:ext>
            </a:extLst>
          </p:cNvPr>
          <p:cNvSpPr txBox="1"/>
          <p:nvPr/>
        </p:nvSpPr>
        <p:spPr>
          <a:xfrm>
            <a:off x="9003555" y="32766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7</a:t>
            </a:r>
            <a:endParaRPr sz="1000" b="1" i="0" u="none" strike="noStrike" cap="none" dirty="0">
              <a:solidFill>
                <a:schemeClr val="lt1"/>
              </a:solidFill>
              <a:latin typeface="Poppins"/>
              <a:ea typeface="Poppins"/>
              <a:cs typeface="Poppins"/>
              <a:sym typeface="Poppins"/>
            </a:endParaRPr>
          </a:p>
        </p:txBody>
      </p:sp>
      <p:sp>
        <p:nvSpPr>
          <p:cNvPr id="14" name="Google Shape;265;p16" descr="Small square with numeral 1 inside">
            <a:extLst>
              <a:ext uri="{FF2B5EF4-FFF2-40B4-BE49-F238E27FC236}">
                <a16:creationId xmlns:a16="http://schemas.microsoft.com/office/drawing/2014/main" id="{3439501D-FFE2-CA4B-E4D4-EFA67A0AEC90}"/>
              </a:ext>
            </a:extLst>
          </p:cNvPr>
          <p:cNvSpPr txBox="1"/>
          <p:nvPr/>
        </p:nvSpPr>
        <p:spPr>
          <a:xfrm>
            <a:off x="2168194" y="286084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8</a:t>
            </a:r>
            <a:endParaRPr sz="1000" b="1" i="0" u="none" strike="noStrike" cap="none" dirty="0">
              <a:solidFill>
                <a:schemeClr val="lt1"/>
              </a:solidFill>
              <a:latin typeface="Poppins"/>
              <a:ea typeface="Poppins"/>
              <a:cs typeface="Poppins"/>
              <a:sym typeface="Poppins"/>
            </a:endParaRPr>
          </a:p>
        </p:txBody>
      </p:sp>
      <p:sp>
        <p:nvSpPr>
          <p:cNvPr id="15" name="Rectangle 14">
            <a:extLst>
              <a:ext uri="{FF2B5EF4-FFF2-40B4-BE49-F238E27FC236}">
                <a16:creationId xmlns:a16="http://schemas.microsoft.com/office/drawing/2014/main" id="{7C347E56-3986-4990-57EA-F86DED0B6100}"/>
              </a:ext>
            </a:extLst>
          </p:cNvPr>
          <p:cNvSpPr/>
          <p:nvPr/>
        </p:nvSpPr>
        <p:spPr>
          <a:xfrm>
            <a:off x="2645781" y="2824966"/>
            <a:ext cx="5431419" cy="320161"/>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2" name="Google Shape;265;p16" descr="Small square with numeral 1 inside">
            <a:extLst>
              <a:ext uri="{FF2B5EF4-FFF2-40B4-BE49-F238E27FC236}">
                <a16:creationId xmlns:a16="http://schemas.microsoft.com/office/drawing/2014/main" id="{8624C2A4-0756-6899-B6A3-A50D60EEB1CD}"/>
              </a:ext>
            </a:extLst>
          </p:cNvPr>
          <p:cNvSpPr txBox="1"/>
          <p:nvPr/>
        </p:nvSpPr>
        <p:spPr>
          <a:xfrm>
            <a:off x="9003555" y="359689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8</a:t>
            </a:r>
            <a:endParaRPr sz="1000" b="1" i="0" u="none" strike="noStrike" cap="none" dirty="0">
              <a:solidFill>
                <a:schemeClr val="lt1"/>
              </a:solidFill>
              <a:latin typeface="Poppins"/>
              <a:ea typeface="Poppins"/>
              <a:cs typeface="Poppins"/>
              <a:sym typeface="Poppins"/>
            </a:endParaRPr>
          </a:p>
        </p:txBody>
      </p:sp>
      <p:cxnSp>
        <p:nvCxnSpPr>
          <p:cNvPr id="19" name="Google Shape;210;p7">
            <a:extLst>
              <a:ext uri="{FF2B5EF4-FFF2-40B4-BE49-F238E27FC236}">
                <a16:creationId xmlns:a16="http://schemas.microsoft.com/office/drawing/2014/main" id="{946EA677-9BEC-A9C9-7D5D-CE2B84ACC56B}"/>
              </a:ext>
            </a:extLst>
          </p:cNvPr>
          <p:cNvCxnSpPr>
            <a:cxnSpLocks/>
          </p:cNvCxnSpPr>
          <p:nvPr/>
        </p:nvCxnSpPr>
        <p:spPr>
          <a:xfrm>
            <a:off x="2402305" y="2984732"/>
            <a:ext cx="217185" cy="1"/>
          </a:xfrm>
          <a:prstGeom prst="straightConnector1">
            <a:avLst/>
          </a:prstGeom>
          <a:noFill/>
          <a:ln w="12700" cap="flat" cmpd="sng">
            <a:solidFill>
              <a:srgbClr val="901A8A"/>
            </a:solidFill>
            <a:prstDash val="solid"/>
            <a:round/>
            <a:headEnd type="none" w="sm" len="sm"/>
            <a:tailEnd type="triangle" w="med" len="med"/>
          </a:ln>
        </p:spPr>
      </p:cxnSp>
    </p:spTree>
    <p:extLst>
      <p:ext uri="{BB962C8B-B14F-4D97-AF65-F5344CB8AC3E}">
        <p14:creationId xmlns:p14="http://schemas.microsoft.com/office/powerpoint/2010/main" val="3865508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pic>
        <p:nvPicPr>
          <p:cNvPr id="12" name="Picture 11">
            <a:extLst>
              <a:ext uri="{FF2B5EF4-FFF2-40B4-BE49-F238E27FC236}">
                <a16:creationId xmlns:a16="http://schemas.microsoft.com/office/drawing/2014/main" id="{C9FDA97F-70E3-1EE2-2DD0-A49E3E24887C}"/>
              </a:ext>
            </a:extLst>
          </p:cNvPr>
          <p:cNvPicPr>
            <a:picLocks noChangeAspect="1"/>
          </p:cNvPicPr>
          <p:nvPr/>
        </p:nvPicPr>
        <p:blipFill>
          <a:blip r:embed="rId3"/>
          <a:stretch>
            <a:fillRect/>
          </a:stretch>
        </p:blipFill>
        <p:spPr>
          <a:xfrm>
            <a:off x="999231" y="1859834"/>
            <a:ext cx="7296717" cy="3705089"/>
          </a:xfrm>
          <a:prstGeom prst="rect">
            <a:avLst/>
          </a:prstGeom>
          <a:effectLst>
            <a:outerShdw blurRad="63500" sx="102000" sy="102000" algn="ctr" rotWithShape="0">
              <a:prstClr val="black">
                <a:alpha val="40000"/>
              </a:prstClr>
            </a:outerShdw>
          </a:effectLst>
        </p:spPr>
      </p:pic>
      <p:sp>
        <p:nvSpPr>
          <p:cNvPr id="371" name="Google Shape;371;p8"/>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2800"/>
              <a:buFont typeface="Cambria"/>
              <a:buNone/>
            </a:pPr>
            <a:r>
              <a:rPr lang="en-US" dirty="0"/>
              <a:t>Understanding the IMPRINT live editor</a:t>
            </a:r>
          </a:p>
        </p:txBody>
      </p:sp>
      <p:sp>
        <p:nvSpPr>
          <p:cNvPr id="430" name="Google Shape;430;p8">
            <a:hlinkClick r:id="rId4" action="ppaction://hlinksldjump"/>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dirty="0">
                <a:solidFill>
                  <a:schemeClr val="dk1"/>
                </a:solidFill>
                <a:latin typeface="Poppins"/>
                <a:ea typeface="Poppins"/>
                <a:cs typeface="Poppins"/>
                <a:sym typeface="Poppins"/>
              </a:rPr>
              <a:t>Table of Contents</a:t>
            </a:r>
            <a:endParaRPr dirty="0"/>
          </a:p>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Poppins"/>
              <a:ea typeface="Poppins"/>
              <a:cs typeface="Poppins"/>
              <a:sym typeface="Poppins"/>
            </a:endParaRPr>
          </a:p>
        </p:txBody>
      </p:sp>
      <p:sp>
        <p:nvSpPr>
          <p:cNvPr id="40" name="TextBox 39">
            <a:extLst>
              <a:ext uri="{FF2B5EF4-FFF2-40B4-BE49-F238E27FC236}">
                <a16:creationId xmlns:a16="http://schemas.microsoft.com/office/drawing/2014/main" id="{15A630D4-8DA7-F506-0BC3-A1E3F103EE79}"/>
              </a:ext>
            </a:extLst>
          </p:cNvPr>
          <p:cNvSpPr txBox="1"/>
          <p:nvPr/>
        </p:nvSpPr>
        <p:spPr>
          <a:xfrm>
            <a:off x="8975725" y="1449388"/>
            <a:ext cx="2854831" cy="4811574"/>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Products</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 Used to upload and manage product packaging or brand items. This section allows you to add, edit, and </a:t>
            </a:r>
            <a:r>
              <a:rPr kumimoji="0" lang="en-US" sz="1000" i="0" u="none" strike="noStrike" kern="0" cap="none" spc="0" normalizeH="0" baseline="0" noProof="0" dirty="0" err="1">
                <a:ln>
                  <a:noFill/>
                </a:ln>
                <a:solidFill>
                  <a:schemeClr val="tx1"/>
                </a:solidFill>
                <a:effectLst/>
                <a:uLnTx/>
                <a:uFillTx/>
                <a:latin typeface="Poppins"/>
                <a:ea typeface="Poppins"/>
                <a:cs typeface="Poppins"/>
                <a:sym typeface="Poppins"/>
              </a:rPr>
              <a:t>organise</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the products that will appear in your shelf test. </a:t>
            </a:r>
            <a:r>
              <a:rPr kumimoji="0" lang="en-US" sz="1000" b="1" i="0" u="sng" strike="noStrike" kern="0" cap="none" spc="0" normalizeH="0" baseline="0" noProof="0" dirty="0">
                <a:ln>
                  <a:noFill/>
                </a:ln>
                <a:solidFill>
                  <a:schemeClr val="tx1"/>
                </a:solidFill>
                <a:effectLst/>
                <a:uLnTx/>
                <a:uFillTx/>
                <a:latin typeface="Poppins"/>
                <a:ea typeface="Poppins"/>
                <a:cs typeface="Poppins"/>
                <a:sym typeface="Poppins"/>
                <a:hlinkClick r:id="rId5" action="ppaction://hlinksldjump">
                  <a:extLst>
                    <a:ext uri="{A12FA001-AC4F-418D-AE19-62706E023703}">
                      <ahyp:hlinkClr xmlns:ahyp="http://schemas.microsoft.com/office/drawing/2018/hyperlinkcolor" val="tx"/>
                    </a:ext>
                  </a:extLst>
                </a:hlinkClick>
              </a:rPr>
              <a:t>Learn more</a:t>
            </a:r>
            <a:endParaRPr kumimoji="0" lang="en-US" sz="1000" b="1" i="0" u="sng" strike="noStrike" kern="0" cap="none" spc="0" normalizeH="0" baseline="0" noProof="0" dirty="0">
              <a:ln>
                <a:noFill/>
              </a:ln>
              <a:solidFill>
                <a:schemeClr val="tx1"/>
              </a:solidFill>
              <a:effectLst/>
              <a:uLnTx/>
              <a:uFillTx/>
              <a:latin typeface="Poppins"/>
              <a:ea typeface="Poppins"/>
              <a:cs typeface="Poppins"/>
              <a:sym typeface="Poppins"/>
            </a:endParaRP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Instructions</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 Used to set up and </a:t>
            </a:r>
            <a:r>
              <a:rPr kumimoji="0" lang="en-US" sz="1000" i="0" u="none" strike="noStrike" kern="0" cap="none" spc="0" normalizeH="0" baseline="0" noProof="0" dirty="0" err="1">
                <a:ln>
                  <a:noFill/>
                </a:ln>
                <a:solidFill>
                  <a:schemeClr val="tx1"/>
                </a:solidFill>
                <a:effectLst/>
                <a:uLnTx/>
                <a:uFillTx/>
                <a:latin typeface="Poppins"/>
                <a:ea typeface="Poppins"/>
                <a:cs typeface="Poppins"/>
                <a:sym typeface="Poppins"/>
              </a:rPr>
              <a:t>customise</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the messages shown to respondents throughout the test. All instructions, prompts, and system messages can be edited here. You can also manage the survey flow, such as enabling or disabling rounds. </a:t>
            </a:r>
            <a:r>
              <a:rPr kumimoji="0" lang="en-US" sz="1000" b="1" i="0" u="sng" strike="noStrike" kern="0" cap="none" spc="0" normalizeH="0" baseline="0" noProof="0" dirty="0">
                <a:ln>
                  <a:noFill/>
                </a:ln>
                <a:solidFill>
                  <a:schemeClr val="tx1"/>
                </a:solidFill>
                <a:effectLst/>
                <a:uLnTx/>
                <a:uFillTx/>
                <a:latin typeface="Poppins"/>
                <a:ea typeface="Poppins"/>
                <a:cs typeface="Poppins"/>
                <a:sym typeface="Poppins"/>
              </a:rPr>
              <a:t>Learn more</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Questionnaire</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 Used to add and manage questions for the explicit round of your survey, enabling you to gather additional feedback from respondents after the implicit round. </a:t>
            </a:r>
            <a:r>
              <a:rPr kumimoji="0" lang="en-US" sz="1000" b="1" i="0" u="sng" strike="noStrike" kern="0" cap="none" spc="0" normalizeH="0" baseline="0" noProof="0" dirty="0">
                <a:ln>
                  <a:noFill/>
                </a:ln>
                <a:solidFill>
                  <a:schemeClr val="tx1"/>
                </a:solidFill>
                <a:effectLst/>
                <a:uLnTx/>
                <a:uFillTx/>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Learn more</a:t>
            </a:r>
            <a:endParaRPr kumimoji="0" lang="en-US" sz="1000" b="1" i="0" u="sng" strike="noStrike" kern="0" cap="none" spc="0" normalizeH="0" baseline="0" noProof="0" dirty="0">
              <a:ln>
                <a:noFill/>
              </a:ln>
              <a:solidFill>
                <a:schemeClr val="tx1"/>
              </a:solidFill>
              <a:effectLst/>
              <a:uLnTx/>
              <a:uFillTx/>
              <a:latin typeface="Poppins"/>
              <a:ea typeface="Poppins"/>
              <a:cs typeface="Poppins"/>
              <a:sym typeface="Poppins"/>
            </a:endParaRP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Themes</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 Used to browse, apply, and manage saved theme presets for shelf test designs, allowing for quick visual </a:t>
            </a:r>
            <a:r>
              <a:rPr kumimoji="0" lang="en-US" sz="1000" i="0" u="none" strike="noStrike" kern="0" cap="none" spc="0" normalizeH="0" baseline="0" noProof="0" dirty="0" err="1">
                <a:ln>
                  <a:noFill/>
                </a:ln>
                <a:solidFill>
                  <a:schemeClr val="tx1"/>
                </a:solidFill>
                <a:effectLst/>
                <a:uLnTx/>
                <a:uFillTx/>
                <a:latin typeface="Poppins"/>
                <a:ea typeface="Poppins"/>
                <a:cs typeface="Poppins"/>
                <a:sym typeface="Poppins"/>
              </a:rPr>
              <a:t>customisation</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a:t>
            </a:r>
            <a:r>
              <a:rPr kumimoji="0" lang="en-US" sz="1000" b="1" i="0" u="sng" strike="noStrike" kern="0" cap="none" spc="0" normalizeH="0" baseline="0" noProof="0" dirty="0">
                <a:ln>
                  <a:noFill/>
                </a:ln>
                <a:solidFill>
                  <a:schemeClr val="tx1"/>
                </a:solidFill>
                <a:effectLst/>
                <a:uLnTx/>
                <a:uFillTx/>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Learn more</a:t>
            </a:r>
            <a:endParaRPr lang="en-US" sz="1000" b="1" u="sng" dirty="0">
              <a:solidFill>
                <a:schemeClr val="tx1"/>
              </a:solidFill>
              <a:latin typeface="Poppins"/>
              <a:ea typeface="Poppins"/>
              <a:cs typeface="Poppins"/>
              <a:sym typeface="Poppins"/>
            </a:endParaRPr>
          </a:p>
          <a:p>
            <a:pPr marL="228600" indent="-228600">
              <a:spcBef>
                <a:spcPts val="800"/>
              </a:spcBef>
              <a:buFont typeface="+mj-lt"/>
              <a:buAutoNum type="arabicPeriod"/>
              <a:defRPr/>
            </a:pPr>
            <a:r>
              <a:rPr lang="en-US" sz="1000" b="1" dirty="0">
                <a:solidFill>
                  <a:schemeClr val="tx1"/>
                </a:solidFill>
                <a:latin typeface="Poppins" panose="00000500000000000000" pitchFamily="2" charset="0"/>
                <a:cs typeface="Poppins" panose="00000500000000000000" pitchFamily="2" charset="0"/>
              </a:rPr>
              <a:t>Settings</a:t>
            </a:r>
            <a:r>
              <a:rPr lang="en-US" sz="1000" dirty="0">
                <a:solidFill>
                  <a:schemeClr val="tx1"/>
                </a:solidFill>
                <a:latin typeface="Poppins" panose="00000500000000000000" pitchFamily="2" charset="0"/>
                <a:cs typeface="Poppins" panose="00000500000000000000" pitchFamily="2" charset="0"/>
              </a:rPr>
              <a:t> – Used to </a:t>
            </a:r>
            <a:r>
              <a:rPr lang="en-US" sz="1000" dirty="0" err="1">
                <a:solidFill>
                  <a:schemeClr val="tx1"/>
                </a:solidFill>
                <a:latin typeface="Poppins" panose="00000500000000000000" pitchFamily="2" charset="0"/>
                <a:cs typeface="Poppins" panose="00000500000000000000" pitchFamily="2" charset="0"/>
              </a:rPr>
              <a:t>customise</a:t>
            </a:r>
            <a:r>
              <a:rPr lang="en-US" sz="1000" dirty="0">
                <a:solidFill>
                  <a:schemeClr val="tx1"/>
                </a:solidFill>
                <a:latin typeface="Poppins" panose="00000500000000000000" pitchFamily="2" charset="0"/>
                <a:cs typeface="Poppins" panose="00000500000000000000" pitchFamily="2" charset="0"/>
              </a:rPr>
              <a:t> test parameters and preferences, such as shelf configuration, </a:t>
            </a:r>
            <a:r>
              <a:rPr lang="en-US" sz="1000" dirty="0" err="1">
                <a:solidFill>
                  <a:schemeClr val="tx1"/>
                </a:solidFill>
                <a:latin typeface="Poppins" panose="00000500000000000000" pitchFamily="2" charset="0"/>
                <a:cs typeface="Poppins" panose="00000500000000000000" pitchFamily="2" charset="0"/>
              </a:rPr>
              <a:t>behaviour</a:t>
            </a:r>
            <a:r>
              <a:rPr lang="en-US" sz="1000" dirty="0">
                <a:solidFill>
                  <a:schemeClr val="tx1"/>
                </a:solidFill>
                <a:latin typeface="Poppins" panose="00000500000000000000" pitchFamily="2" charset="0"/>
                <a:cs typeface="Poppins" panose="00000500000000000000" pitchFamily="2" charset="0"/>
              </a:rPr>
              <a:t>, and rules. </a:t>
            </a:r>
            <a:r>
              <a:rPr lang="en-US" sz="1000" b="1" u="sng" dirty="0">
                <a:solidFill>
                  <a:schemeClr val="tx1"/>
                </a:solidFill>
                <a:latin typeface="Poppins" panose="00000500000000000000" pitchFamily="2" charset="0"/>
                <a:cs typeface="Poppins" panose="00000500000000000000" pitchFamily="2" charset="0"/>
                <a:hlinkClick r:id="" action="ppaction://noaction">
                  <a:extLst>
                    <a:ext uri="{A12FA001-AC4F-418D-AE19-62706E023703}">
                      <ahyp:hlinkClr xmlns:ahyp="http://schemas.microsoft.com/office/drawing/2018/hyperlinkcolor" val="tx"/>
                    </a:ext>
                  </a:extLst>
                </a:hlinkClick>
              </a:rPr>
              <a:t>Learn more</a:t>
            </a:r>
            <a:endParaRPr lang="en-US" sz="1000" b="1" u="sng" dirty="0">
              <a:solidFill>
                <a:schemeClr val="tx1"/>
              </a:solidFill>
              <a:latin typeface="Poppins" panose="00000500000000000000" pitchFamily="2" charset="0"/>
              <a:cs typeface="Poppins" panose="00000500000000000000" pitchFamily="2" charset="0"/>
            </a:endParaRPr>
          </a:p>
        </p:txBody>
      </p:sp>
      <p:sp>
        <p:nvSpPr>
          <p:cNvPr id="44" name="Rectangle 43">
            <a:extLst>
              <a:ext uri="{FF2B5EF4-FFF2-40B4-BE49-F238E27FC236}">
                <a16:creationId xmlns:a16="http://schemas.microsoft.com/office/drawing/2014/main" id="{591EA723-AE85-3FF5-929B-ED6A4392BEC9}"/>
              </a:ext>
            </a:extLst>
          </p:cNvPr>
          <p:cNvSpPr/>
          <p:nvPr/>
        </p:nvSpPr>
        <p:spPr>
          <a:xfrm>
            <a:off x="999235" y="2071640"/>
            <a:ext cx="468405" cy="548793"/>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5" name="Rectangle 44">
            <a:extLst>
              <a:ext uri="{FF2B5EF4-FFF2-40B4-BE49-F238E27FC236}">
                <a16:creationId xmlns:a16="http://schemas.microsoft.com/office/drawing/2014/main" id="{366A79C5-F853-1485-BED3-6C358107834C}"/>
              </a:ext>
            </a:extLst>
          </p:cNvPr>
          <p:cNvSpPr/>
          <p:nvPr/>
        </p:nvSpPr>
        <p:spPr>
          <a:xfrm>
            <a:off x="999235" y="2619383"/>
            <a:ext cx="468405" cy="564820"/>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62" name="Google Shape;265;p16" descr="Small square with numeral 1 inside">
            <a:extLst>
              <a:ext uri="{FF2B5EF4-FFF2-40B4-BE49-F238E27FC236}">
                <a16:creationId xmlns:a16="http://schemas.microsoft.com/office/drawing/2014/main" id="{B5F742ED-B9EA-39B4-5E9F-3120734014C4}"/>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63" name="Google Shape;265;p16" descr="Small square with numeral 1 inside">
            <a:extLst>
              <a:ext uri="{FF2B5EF4-FFF2-40B4-BE49-F238E27FC236}">
                <a16:creationId xmlns:a16="http://schemas.microsoft.com/office/drawing/2014/main" id="{62D6EDFD-0E0E-773A-2004-8536237DC6AD}"/>
              </a:ext>
            </a:extLst>
          </p:cNvPr>
          <p:cNvSpPr txBox="1"/>
          <p:nvPr/>
        </p:nvSpPr>
        <p:spPr>
          <a:xfrm>
            <a:off x="9001969" y="252888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448" name="Google Shape;265;p16" descr="Small square with numeral 1 inside">
            <a:extLst>
              <a:ext uri="{FF2B5EF4-FFF2-40B4-BE49-F238E27FC236}">
                <a16:creationId xmlns:a16="http://schemas.microsoft.com/office/drawing/2014/main" id="{379DDCEE-7883-7CFA-F86A-7A887A95E137}"/>
              </a:ext>
            </a:extLst>
          </p:cNvPr>
          <p:cNvSpPr txBox="1"/>
          <p:nvPr/>
        </p:nvSpPr>
        <p:spPr>
          <a:xfrm>
            <a:off x="9002071" y="384322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
        <p:nvSpPr>
          <p:cNvPr id="455" name="Google Shape;265;p16" descr="Small square with numeral 1 inside">
            <a:extLst>
              <a:ext uri="{FF2B5EF4-FFF2-40B4-BE49-F238E27FC236}">
                <a16:creationId xmlns:a16="http://schemas.microsoft.com/office/drawing/2014/main" id="{32226E4B-D365-E92A-62EE-82E6F133B6C6}"/>
              </a:ext>
            </a:extLst>
          </p:cNvPr>
          <p:cNvSpPr txBox="1"/>
          <p:nvPr/>
        </p:nvSpPr>
        <p:spPr>
          <a:xfrm>
            <a:off x="9003555" y="4860237"/>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a:solidFill>
                  <a:schemeClr val="lt1"/>
                </a:solidFill>
                <a:latin typeface="Poppins"/>
                <a:ea typeface="Poppins"/>
                <a:cs typeface="Poppins"/>
                <a:sym typeface="Poppins"/>
              </a:rPr>
              <a:t>4</a:t>
            </a:r>
            <a:endParaRPr sz="1000" b="1" i="0" u="none" strike="noStrike" cap="none">
              <a:solidFill>
                <a:schemeClr val="lt1"/>
              </a:solidFill>
              <a:latin typeface="Poppins"/>
              <a:ea typeface="Poppins"/>
              <a:cs typeface="Poppins"/>
              <a:sym typeface="Poppins"/>
            </a:endParaRPr>
          </a:p>
        </p:txBody>
      </p:sp>
      <p:sp>
        <p:nvSpPr>
          <p:cNvPr id="456" name="Google Shape;265;p16" descr="Small square with numeral 1 inside">
            <a:extLst>
              <a:ext uri="{FF2B5EF4-FFF2-40B4-BE49-F238E27FC236}">
                <a16:creationId xmlns:a16="http://schemas.microsoft.com/office/drawing/2014/main" id="{366C65BC-7F36-E3AA-0D61-140E73383B78}"/>
              </a:ext>
            </a:extLst>
          </p:cNvPr>
          <p:cNvSpPr txBox="1"/>
          <p:nvPr/>
        </p:nvSpPr>
        <p:spPr>
          <a:xfrm>
            <a:off x="9002277" y="5576456"/>
            <a:ext cx="2245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a:solidFill>
                  <a:schemeClr val="lt1"/>
                </a:solidFill>
                <a:latin typeface="Poppins"/>
                <a:ea typeface="Poppins"/>
                <a:cs typeface="Poppins"/>
                <a:sym typeface="Poppins"/>
              </a:rPr>
              <a:t>5</a:t>
            </a:r>
            <a:endParaRPr sz="1000" b="1" i="0" u="none" strike="noStrike" cap="none">
              <a:solidFill>
                <a:schemeClr val="lt1"/>
              </a:solidFill>
              <a:latin typeface="Poppins"/>
              <a:ea typeface="Poppins"/>
              <a:cs typeface="Poppins"/>
              <a:sym typeface="Poppins"/>
            </a:endParaRPr>
          </a:p>
        </p:txBody>
      </p:sp>
      <p:cxnSp>
        <p:nvCxnSpPr>
          <p:cNvPr id="42" name="Google Shape;210;p7">
            <a:extLst>
              <a:ext uri="{FF2B5EF4-FFF2-40B4-BE49-F238E27FC236}">
                <a16:creationId xmlns:a16="http://schemas.microsoft.com/office/drawing/2014/main" id="{79D3A147-FF5A-534D-BC08-AEB64CE0E985}"/>
              </a:ext>
            </a:extLst>
          </p:cNvPr>
          <p:cNvCxnSpPr>
            <a:cxnSpLocks/>
          </p:cNvCxnSpPr>
          <p:nvPr/>
        </p:nvCxnSpPr>
        <p:spPr>
          <a:xfrm>
            <a:off x="764382" y="2343735"/>
            <a:ext cx="211600" cy="0"/>
          </a:xfrm>
          <a:prstGeom prst="straightConnector1">
            <a:avLst/>
          </a:prstGeom>
          <a:noFill/>
          <a:ln w="12700" cap="flat" cmpd="sng">
            <a:solidFill>
              <a:srgbClr val="901A8A"/>
            </a:solidFill>
            <a:prstDash val="solid"/>
            <a:round/>
            <a:headEnd type="none" w="sm" len="sm"/>
            <a:tailEnd type="triangle" w="med" len="med"/>
          </a:ln>
        </p:spPr>
      </p:cxnSp>
      <p:cxnSp>
        <p:nvCxnSpPr>
          <p:cNvPr id="52" name="Google Shape;210;p7">
            <a:extLst>
              <a:ext uri="{FF2B5EF4-FFF2-40B4-BE49-F238E27FC236}">
                <a16:creationId xmlns:a16="http://schemas.microsoft.com/office/drawing/2014/main" id="{F6ED9B52-82A7-88A5-4A9E-7B31EE0D0DDC}"/>
              </a:ext>
            </a:extLst>
          </p:cNvPr>
          <p:cNvCxnSpPr>
            <a:cxnSpLocks/>
          </p:cNvCxnSpPr>
          <p:nvPr/>
        </p:nvCxnSpPr>
        <p:spPr>
          <a:xfrm flipV="1">
            <a:off x="765238" y="2901005"/>
            <a:ext cx="212384" cy="360"/>
          </a:xfrm>
          <a:prstGeom prst="straightConnector1">
            <a:avLst/>
          </a:prstGeom>
          <a:noFill/>
          <a:ln w="12700" cap="flat" cmpd="sng">
            <a:solidFill>
              <a:srgbClr val="901A8A"/>
            </a:solidFill>
            <a:prstDash val="solid"/>
            <a:round/>
            <a:headEnd type="none" w="sm" len="sm"/>
            <a:tailEnd type="triangle" w="med" len="med"/>
          </a:ln>
        </p:spPr>
      </p:cxnSp>
      <p:cxnSp>
        <p:nvCxnSpPr>
          <p:cNvPr id="53" name="Google Shape;210;p7">
            <a:extLst>
              <a:ext uri="{FF2B5EF4-FFF2-40B4-BE49-F238E27FC236}">
                <a16:creationId xmlns:a16="http://schemas.microsoft.com/office/drawing/2014/main" id="{A386DFB0-7132-17AA-B1C0-B15EB07753C1}"/>
              </a:ext>
            </a:extLst>
          </p:cNvPr>
          <p:cNvCxnSpPr>
            <a:cxnSpLocks/>
          </p:cNvCxnSpPr>
          <p:nvPr/>
        </p:nvCxnSpPr>
        <p:spPr>
          <a:xfrm>
            <a:off x="766763" y="3456076"/>
            <a:ext cx="210845" cy="0"/>
          </a:xfrm>
          <a:prstGeom prst="straightConnector1">
            <a:avLst/>
          </a:prstGeom>
          <a:noFill/>
          <a:ln w="12700" cap="flat" cmpd="sng">
            <a:solidFill>
              <a:srgbClr val="901A8A"/>
            </a:solidFill>
            <a:prstDash val="solid"/>
            <a:round/>
            <a:headEnd type="none" w="sm" len="sm"/>
            <a:tailEnd type="triangle" w="med" len="med"/>
          </a:ln>
        </p:spPr>
      </p:cxnSp>
      <p:cxnSp>
        <p:nvCxnSpPr>
          <p:cNvPr id="54" name="Google Shape;210;p7">
            <a:extLst>
              <a:ext uri="{FF2B5EF4-FFF2-40B4-BE49-F238E27FC236}">
                <a16:creationId xmlns:a16="http://schemas.microsoft.com/office/drawing/2014/main" id="{3886ACE1-868B-EE36-43BA-D1DFAC6533C7}"/>
              </a:ext>
            </a:extLst>
          </p:cNvPr>
          <p:cNvCxnSpPr>
            <a:cxnSpLocks/>
          </p:cNvCxnSpPr>
          <p:nvPr/>
        </p:nvCxnSpPr>
        <p:spPr>
          <a:xfrm>
            <a:off x="766763" y="4010189"/>
            <a:ext cx="212539" cy="523"/>
          </a:xfrm>
          <a:prstGeom prst="straightConnector1">
            <a:avLst/>
          </a:prstGeom>
          <a:noFill/>
          <a:ln w="12700" cap="flat" cmpd="sng">
            <a:solidFill>
              <a:srgbClr val="901A8A"/>
            </a:solidFill>
            <a:prstDash val="solid"/>
            <a:round/>
            <a:headEnd type="none" w="sm" len="sm"/>
            <a:tailEnd type="triangle" w="med" len="med"/>
          </a:ln>
        </p:spPr>
      </p:cxnSp>
      <p:cxnSp>
        <p:nvCxnSpPr>
          <p:cNvPr id="55" name="Google Shape;210;p7">
            <a:extLst>
              <a:ext uri="{FF2B5EF4-FFF2-40B4-BE49-F238E27FC236}">
                <a16:creationId xmlns:a16="http://schemas.microsoft.com/office/drawing/2014/main" id="{11650536-7333-01B9-4582-344C279439F5}"/>
              </a:ext>
            </a:extLst>
          </p:cNvPr>
          <p:cNvCxnSpPr>
            <a:cxnSpLocks/>
          </p:cNvCxnSpPr>
          <p:nvPr/>
        </p:nvCxnSpPr>
        <p:spPr>
          <a:xfrm>
            <a:off x="766763" y="4576770"/>
            <a:ext cx="212983" cy="755"/>
          </a:xfrm>
          <a:prstGeom prst="straightConnector1">
            <a:avLst/>
          </a:prstGeom>
          <a:noFill/>
          <a:ln w="12700" cap="flat" cmpd="sng">
            <a:solidFill>
              <a:srgbClr val="901A8A"/>
            </a:solidFill>
            <a:prstDash val="solid"/>
            <a:round/>
            <a:headEnd type="none" w="sm" len="sm"/>
            <a:tailEnd type="triangle" w="med" len="med"/>
          </a:ln>
        </p:spPr>
      </p:cxnSp>
      <p:cxnSp>
        <p:nvCxnSpPr>
          <p:cNvPr id="56" name="Google Shape;210;p7">
            <a:extLst>
              <a:ext uri="{FF2B5EF4-FFF2-40B4-BE49-F238E27FC236}">
                <a16:creationId xmlns:a16="http://schemas.microsoft.com/office/drawing/2014/main" id="{010100B7-B6A7-10F8-76D8-20BEC4C90755}"/>
              </a:ext>
            </a:extLst>
          </p:cNvPr>
          <p:cNvCxnSpPr>
            <a:cxnSpLocks/>
          </p:cNvCxnSpPr>
          <p:nvPr/>
        </p:nvCxnSpPr>
        <p:spPr>
          <a:xfrm flipV="1">
            <a:off x="769867" y="5132280"/>
            <a:ext cx="209315" cy="988"/>
          </a:xfrm>
          <a:prstGeom prst="straightConnector1">
            <a:avLst/>
          </a:prstGeom>
          <a:noFill/>
          <a:ln w="12700" cap="flat" cmpd="sng">
            <a:solidFill>
              <a:srgbClr val="901A8A"/>
            </a:solidFill>
            <a:prstDash val="solid"/>
            <a:round/>
            <a:headEnd type="none" w="sm" len="sm"/>
            <a:tailEnd type="triangle" w="med" len="med"/>
          </a:ln>
        </p:spPr>
      </p:cxnSp>
      <p:sp>
        <p:nvSpPr>
          <p:cNvPr id="464" name="Google Shape;265;p16" descr="Small square with numeral 1 inside">
            <a:extLst>
              <a:ext uri="{FF2B5EF4-FFF2-40B4-BE49-F238E27FC236}">
                <a16:creationId xmlns:a16="http://schemas.microsoft.com/office/drawing/2014/main" id="{44FA4B44-4581-E6C1-4913-E112AC4C42BB}"/>
              </a:ext>
            </a:extLst>
          </p:cNvPr>
          <p:cNvSpPr txBox="1"/>
          <p:nvPr/>
        </p:nvSpPr>
        <p:spPr>
          <a:xfrm flipH="1">
            <a:off x="528912" y="222094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465" name="Google Shape;265;p16" descr="Small square with numeral 1 inside">
            <a:extLst>
              <a:ext uri="{FF2B5EF4-FFF2-40B4-BE49-F238E27FC236}">
                <a16:creationId xmlns:a16="http://schemas.microsoft.com/office/drawing/2014/main" id="{F56BD6E9-BF84-0074-84BD-A0B926A96035}"/>
              </a:ext>
            </a:extLst>
          </p:cNvPr>
          <p:cNvSpPr txBox="1"/>
          <p:nvPr/>
        </p:nvSpPr>
        <p:spPr>
          <a:xfrm flipH="1">
            <a:off x="527894" y="277873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466" name="Google Shape;265;p16" descr="Small square with numeral 1 inside">
            <a:extLst>
              <a:ext uri="{FF2B5EF4-FFF2-40B4-BE49-F238E27FC236}">
                <a16:creationId xmlns:a16="http://schemas.microsoft.com/office/drawing/2014/main" id="{3B486FBA-2C17-562D-70EA-AB1F4C4311E0}"/>
              </a:ext>
            </a:extLst>
          </p:cNvPr>
          <p:cNvSpPr txBox="1"/>
          <p:nvPr/>
        </p:nvSpPr>
        <p:spPr>
          <a:xfrm flipH="1">
            <a:off x="532656" y="333372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
        <p:nvSpPr>
          <p:cNvPr id="467" name="Google Shape;265;p16" descr="Small square with numeral 1 inside">
            <a:extLst>
              <a:ext uri="{FF2B5EF4-FFF2-40B4-BE49-F238E27FC236}">
                <a16:creationId xmlns:a16="http://schemas.microsoft.com/office/drawing/2014/main" id="{CE0AD37F-5BED-8762-FBA1-34F968614EF7}"/>
              </a:ext>
            </a:extLst>
          </p:cNvPr>
          <p:cNvSpPr txBox="1"/>
          <p:nvPr/>
        </p:nvSpPr>
        <p:spPr>
          <a:xfrm flipH="1">
            <a:off x="531920" y="388846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4</a:t>
            </a:r>
            <a:endParaRPr sz="1000" b="1" i="0" u="none" strike="noStrike" cap="none">
              <a:solidFill>
                <a:schemeClr val="lt1"/>
              </a:solidFill>
              <a:latin typeface="Poppins"/>
              <a:ea typeface="Poppins"/>
              <a:cs typeface="Poppins"/>
              <a:sym typeface="Poppins"/>
            </a:endParaRPr>
          </a:p>
        </p:txBody>
      </p:sp>
      <p:sp>
        <p:nvSpPr>
          <p:cNvPr id="468" name="Google Shape;265;p16" descr="Small square with numeral 1 inside">
            <a:extLst>
              <a:ext uri="{FF2B5EF4-FFF2-40B4-BE49-F238E27FC236}">
                <a16:creationId xmlns:a16="http://schemas.microsoft.com/office/drawing/2014/main" id="{5F031CA2-2C9B-37AA-B93E-2EA0A14746BA}"/>
              </a:ext>
            </a:extLst>
          </p:cNvPr>
          <p:cNvSpPr txBox="1"/>
          <p:nvPr/>
        </p:nvSpPr>
        <p:spPr>
          <a:xfrm flipH="1">
            <a:off x="530069" y="445522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469" name="Google Shape;265;p16" descr="Small square with numeral 1 inside">
            <a:extLst>
              <a:ext uri="{FF2B5EF4-FFF2-40B4-BE49-F238E27FC236}">
                <a16:creationId xmlns:a16="http://schemas.microsoft.com/office/drawing/2014/main" id="{91B046EF-6455-557D-368C-3FD6BBCD8E6B}"/>
              </a:ext>
            </a:extLst>
          </p:cNvPr>
          <p:cNvSpPr txBox="1"/>
          <p:nvPr/>
        </p:nvSpPr>
        <p:spPr>
          <a:xfrm flipH="1">
            <a:off x="534903" y="50124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sp>
        <p:nvSpPr>
          <p:cNvPr id="476" name="Rectangle 475">
            <a:extLst>
              <a:ext uri="{FF2B5EF4-FFF2-40B4-BE49-F238E27FC236}">
                <a16:creationId xmlns:a16="http://schemas.microsoft.com/office/drawing/2014/main" id="{2F1986B6-5884-87AA-69E8-CFB54BA8350E}"/>
              </a:ext>
            </a:extLst>
          </p:cNvPr>
          <p:cNvSpPr/>
          <p:nvPr/>
        </p:nvSpPr>
        <p:spPr>
          <a:xfrm>
            <a:off x="6144675" y="2102391"/>
            <a:ext cx="282610" cy="13298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79" name="Rectangle 478">
            <a:extLst>
              <a:ext uri="{FF2B5EF4-FFF2-40B4-BE49-F238E27FC236}">
                <a16:creationId xmlns:a16="http://schemas.microsoft.com/office/drawing/2014/main" id="{170C1C6B-AE0D-8AB0-6671-7B90848A7DA9}"/>
              </a:ext>
            </a:extLst>
          </p:cNvPr>
          <p:cNvSpPr/>
          <p:nvPr/>
        </p:nvSpPr>
        <p:spPr>
          <a:xfrm>
            <a:off x="4957161" y="2102099"/>
            <a:ext cx="314758" cy="132985"/>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81" name="Rectangle 480">
            <a:extLst>
              <a:ext uri="{FF2B5EF4-FFF2-40B4-BE49-F238E27FC236}">
                <a16:creationId xmlns:a16="http://schemas.microsoft.com/office/drawing/2014/main" id="{8F58AFFD-5596-646A-FC29-755790D760BE}"/>
              </a:ext>
            </a:extLst>
          </p:cNvPr>
          <p:cNvSpPr/>
          <p:nvPr/>
        </p:nvSpPr>
        <p:spPr>
          <a:xfrm>
            <a:off x="4612221" y="2099719"/>
            <a:ext cx="301469" cy="132985"/>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82" name="Rectangle 481">
            <a:extLst>
              <a:ext uri="{FF2B5EF4-FFF2-40B4-BE49-F238E27FC236}">
                <a16:creationId xmlns:a16="http://schemas.microsoft.com/office/drawing/2014/main" id="{669F5CA2-DE36-E622-01D1-5D91DF2E8320}"/>
              </a:ext>
            </a:extLst>
          </p:cNvPr>
          <p:cNvSpPr/>
          <p:nvPr/>
        </p:nvSpPr>
        <p:spPr>
          <a:xfrm>
            <a:off x="3100391" y="2098051"/>
            <a:ext cx="1468359" cy="132985"/>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ln>
                <a:solidFill>
                  <a:schemeClr val="tx1"/>
                </a:solidFill>
              </a:ln>
              <a:noFill/>
            </a:endParaRPr>
          </a:p>
        </p:txBody>
      </p:sp>
      <p:cxnSp>
        <p:nvCxnSpPr>
          <p:cNvPr id="505" name="Google Shape;210;p7">
            <a:extLst>
              <a:ext uri="{FF2B5EF4-FFF2-40B4-BE49-F238E27FC236}">
                <a16:creationId xmlns:a16="http://schemas.microsoft.com/office/drawing/2014/main" id="{D57C49CF-1BD5-B9A7-75E3-06DE8D014A21}"/>
              </a:ext>
            </a:extLst>
          </p:cNvPr>
          <p:cNvCxnSpPr>
            <a:cxnSpLocks/>
          </p:cNvCxnSpPr>
          <p:nvPr/>
        </p:nvCxnSpPr>
        <p:spPr>
          <a:xfrm>
            <a:off x="6635750" y="4132566"/>
            <a:ext cx="343444" cy="0"/>
          </a:xfrm>
          <a:prstGeom prst="straightConnector1">
            <a:avLst/>
          </a:prstGeom>
          <a:noFill/>
          <a:ln w="12700" cap="flat" cmpd="sng">
            <a:solidFill>
              <a:srgbClr val="901A8A"/>
            </a:solidFill>
            <a:prstDash val="solid"/>
            <a:round/>
            <a:headEnd type="none" w="sm" len="sm"/>
            <a:tailEnd type="triangle" w="med" len="med"/>
          </a:ln>
        </p:spPr>
      </p:cxnSp>
      <p:cxnSp>
        <p:nvCxnSpPr>
          <p:cNvPr id="324" name="Google Shape;210;p7">
            <a:extLst>
              <a:ext uri="{FF2B5EF4-FFF2-40B4-BE49-F238E27FC236}">
                <a16:creationId xmlns:a16="http://schemas.microsoft.com/office/drawing/2014/main" id="{720B7425-9F4B-2AF4-861A-C2BF86F4B328}"/>
              </a:ext>
            </a:extLst>
          </p:cNvPr>
          <p:cNvCxnSpPr>
            <a:cxnSpLocks/>
          </p:cNvCxnSpPr>
          <p:nvPr/>
        </p:nvCxnSpPr>
        <p:spPr>
          <a:xfrm flipV="1">
            <a:off x="6282524" y="2255066"/>
            <a:ext cx="0" cy="446920"/>
          </a:xfrm>
          <a:prstGeom prst="straightConnector1">
            <a:avLst/>
          </a:prstGeom>
          <a:noFill/>
          <a:ln w="12700" cap="flat" cmpd="sng">
            <a:solidFill>
              <a:srgbClr val="901A8A"/>
            </a:solidFill>
            <a:prstDash val="solid"/>
            <a:round/>
            <a:headEnd type="none" w="sm" len="sm"/>
            <a:tailEnd type="triangle" w="med" len="med"/>
          </a:ln>
        </p:spPr>
      </p:cxnSp>
      <p:sp>
        <p:nvSpPr>
          <p:cNvPr id="26" name="Rectangle 25">
            <a:extLst>
              <a:ext uri="{FF2B5EF4-FFF2-40B4-BE49-F238E27FC236}">
                <a16:creationId xmlns:a16="http://schemas.microsoft.com/office/drawing/2014/main" id="{744D9577-24BA-74A4-CCDA-8903268EA307}"/>
              </a:ext>
            </a:extLst>
          </p:cNvPr>
          <p:cNvSpPr/>
          <p:nvPr/>
        </p:nvSpPr>
        <p:spPr>
          <a:xfrm>
            <a:off x="6999685" y="2099731"/>
            <a:ext cx="1239433" cy="3311039"/>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27" name="Google Shape;210;p7">
            <a:extLst>
              <a:ext uri="{FF2B5EF4-FFF2-40B4-BE49-F238E27FC236}">
                <a16:creationId xmlns:a16="http://schemas.microsoft.com/office/drawing/2014/main" id="{8CDDA307-8233-0028-BE71-AE7D476F2919}"/>
              </a:ext>
            </a:extLst>
          </p:cNvPr>
          <p:cNvCxnSpPr>
            <a:cxnSpLocks/>
          </p:cNvCxnSpPr>
          <p:nvPr/>
        </p:nvCxnSpPr>
        <p:spPr>
          <a:xfrm>
            <a:off x="7451388" y="1449388"/>
            <a:ext cx="0" cy="428093"/>
          </a:xfrm>
          <a:prstGeom prst="straightConnector1">
            <a:avLst/>
          </a:prstGeom>
          <a:noFill/>
          <a:ln w="12700" cap="flat" cmpd="sng">
            <a:solidFill>
              <a:srgbClr val="901A8A"/>
            </a:solidFill>
            <a:prstDash val="solid"/>
            <a:round/>
            <a:headEnd type="none" w="sm" len="sm"/>
            <a:tailEnd type="triangle" w="med" len="med"/>
          </a:ln>
        </p:spPr>
      </p:cxnSp>
      <p:sp>
        <p:nvSpPr>
          <p:cNvPr id="28" name="Google Shape;265;p16" descr="Small square with numeral 1 inside">
            <a:extLst>
              <a:ext uri="{FF2B5EF4-FFF2-40B4-BE49-F238E27FC236}">
                <a16:creationId xmlns:a16="http://schemas.microsoft.com/office/drawing/2014/main" id="{A4609C48-35FC-3506-4ACC-4E34E3FEABE3}"/>
              </a:ext>
            </a:extLst>
          </p:cNvPr>
          <p:cNvSpPr txBox="1"/>
          <p:nvPr/>
        </p:nvSpPr>
        <p:spPr>
          <a:xfrm>
            <a:off x="7291162" y="1191539"/>
            <a:ext cx="324066"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13</a:t>
            </a:r>
            <a:endParaRPr sz="1000" b="1" i="0" u="none" strike="noStrike" cap="none" dirty="0">
              <a:solidFill>
                <a:schemeClr val="lt1"/>
              </a:solidFill>
              <a:latin typeface="Poppins"/>
              <a:ea typeface="Poppins"/>
              <a:cs typeface="Poppins"/>
              <a:sym typeface="Poppins"/>
            </a:endParaRPr>
          </a:p>
        </p:txBody>
      </p:sp>
      <p:sp>
        <p:nvSpPr>
          <p:cNvPr id="32" name="Google Shape;265;p16" descr="Small square with numeral 1 inside">
            <a:extLst>
              <a:ext uri="{FF2B5EF4-FFF2-40B4-BE49-F238E27FC236}">
                <a16:creationId xmlns:a16="http://schemas.microsoft.com/office/drawing/2014/main" id="{91C154BE-408F-B66A-77A6-E14D5AA1540D}"/>
              </a:ext>
            </a:extLst>
          </p:cNvPr>
          <p:cNvSpPr txBox="1"/>
          <p:nvPr/>
        </p:nvSpPr>
        <p:spPr>
          <a:xfrm>
            <a:off x="6791523" y="1191636"/>
            <a:ext cx="324067"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14</a:t>
            </a:r>
            <a:endParaRPr sz="1000" b="1" i="0" u="none" strike="noStrike" cap="none" dirty="0">
              <a:solidFill>
                <a:schemeClr val="lt1"/>
              </a:solidFill>
              <a:latin typeface="Poppins"/>
              <a:ea typeface="Poppins"/>
              <a:cs typeface="Poppins"/>
              <a:sym typeface="Poppins"/>
            </a:endParaRPr>
          </a:p>
        </p:txBody>
      </p:sp>
      <p:cxnSp>
        <p:nvCxnSpPr>
          <p:cNvPr id="37" name="Google Shape;210;p7">
            <a:extLst>
              <a:ext uri="{FF2B5EF4-FFF2-40B4-BE49-F238E27FC236}">
                <a16:creationId xmlns:a16="http://schemas.microsoft.com/office/drawing/2014/main" id="{D13A20AB-078D-F1F9-5BF3-E40596B517B4}"/>
              </a:ext>
            </a:extLst>
          </p:cNvPr>
          <p:cNvCxnSpPr>
            <a:cxnSpLocks/>
          </p:cNvCxnSpPr>
          <p:nvPr/>
        </p:nvCxnSpPr>
        <p:spPr>
          <a:xfrm>
            <a:off x="4761620" y="1449388"/>
            <a:ext cx="0" cy="628557"/>
          </a:xfrm>
          <a:prstGeom prst="straightConnector1">
            <a:avLst/>
          </a:prstGeom>
          <a:noFill/>
          <a:ln w="12700" cap="flat" cmpd="sng">
            <a:solidFill>
              <a:srgbClr val="901A8A"/>
            </a:solidFill>
            <a:prstDash val="solid"/>
            <a:round/>
            <a:headEnd type="none" w="sm" len="sm"/>
            <a:tailEnd type="triangle" w="med" len="med"/>
          </a:ln>
        </p:spPr>
      </p:cxnSp>
      <p:sp>
        <p:nvSpPr>
          <p:cNvPr id="38" name="Google Shape;265;p16" descr="Small square with numeral 1 inside">
            <a:extLst>
              <a:ext uri="{FF2B5EF4-FFF2-40B4-BE49-F238E27FC236}">
                <a16:creationId xmlns:a16="http://schemas.microsoft.com/office/drawing/2014/main" id="{BDB4FE41-24B7-9921-2098-C3F17CCA3EF6}"/>
              </a:ext>
            </a:extLst>
          </p:cNvPr>
          <p:cNvSpPr txBox="1"/>
          <p:nvPr/>
        </p:nvSpPr>
        <p:spPr>
          <a:xfrm>
            <a:off x="6124702" y="2716472"/>
            <a:ext cx="31729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17</a:t>
            </a:r>
            <a:endParaRPr sz="1000" b="1" i="0" u="none" strike="noStrike" cap="none" dirty="0">
              <a:solidFill>
                <a:schemeClr val="lt1"/>
              </a:solidFill>
              <a:latin typeface="Poppins"/>
              <a:ea typeface="Poppins"/>
              <a:cs typeface="Poppins"/>
              <a:sym typeface="Poppins"/>
            </a:endParaRPr>
          </a:p>
        </p:txBody>
      </p:sp>
      <p:sp>
        <p:nvSpPr>
          <p:cNvPr id="41" name="Google Shape;265;p16" descr="Small square with numeral 1 inside">
            <a:extLst>
              <a:ext uri="{FF2B5EF4-FFF2-40B4-BE49-F238E27FC236}">
                <a16:creationId xmlns:a16="http://schemas.microsoft.com/office/drawing/2014/main" id="{B82EC96A-7A0F-D14A-E3B8-02A6E5512895}"/>
              </a:ext>
            </a:extLst>
          </p:cNvPr>
          <p:cNvSpPr txBox="1"/>
          <p:nvPr/>
        </p:nvSpPr>
        <p:spPr>
          <a:xfrm>
            <a:off x="4956791" y="1192274"/>
            <a:ext cx="31729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18</a:t>
            </a:r>
            <a:endParaRPr sz="1000" b="1" i="0" u="none" strike="noStrike" cap="none" dirty="0">
              <a:solidFill>
                <a:schemeClr val="lt1"/>
              </a:solidFill>
              <a:latin typeface="Poppins"/>
              <a:ea typeface="Poppins"/>
              <a:cs typeface="Poppins"/>
              <a:sym typeface="Poppins"/>
            </a:endParaRPr>
          </a:p>
        </p:txBody>
      </p:sp>
      <p:cxnSp>
        <p:nvCxnSpPr>
          <p:cNvPr id="60" name="Google Shape;210;p7">
            <a:extLst>
              <a:ext uri="{FF2B5EF4-FFF2-40B4-BE49-F238E27FC236}">
                <a16:creationId xmlns:a16="http://schemas.microsoft.com/office/drawing/2014/main" id="{675CB372-B3BB-3324-0E13-F74E04B793D8}"/>
              </a:ext>
            </a:extLst>
          </p:cNvPr>
          <p:cNvCxnSpPr>
            <a:cxnSpLocks/>
          </p:cNvCxnSpPr>
          <p:nvPr/>
        </p:nvCxnSpPr>
        <p:spPr>
          <a:xfrm>
            <a:off x="3836603" y="1449388"/>
            <a:ext cx="0" cy="628440"/>
          </a:xfrm>
          <a:prstGeom prst="straightConnector1">
            <a:avLst/>
          </a:prstGeom>
          <a:noFill/>
          <a:ln w="12700" cap="flat" cmpd="sng">
            <a:solidFill>
              <a:srgbClr val="901A8A"/>
            </a:solidFill>
            <a:prstDash val="solid"/>
            <a:round/>
            <a:headEnd type="none" w="sm" len="sm"/>
            <a:tailEnd type="triangle" w="med" len="med"/>
          </a:ln>
        </p:spPr>
      </p:cxnSp>
      <p:sp>
        <p:nvSpPr>
          <p:cNvPr id="61" name="Google Shape;265;p16" descr="Small square with numeral 1 inside">
            <a:extLst>
              <a:ext uri="{FF2B5EF4-FFF2-40B4-BE49-F238E27FC236}">
                <a16:creationId xmlns:a16="http://schemas.microsoft.com/office/drawing/2014/main" id="{9DABC6C9-DD36-9375-ADE1-B13D30BD2FE1}"/>
              </a:ext>
            </a:extLst>
          </p:cNvPr>
          <p:cNvSpPr txBox="1"/>
          <p:nvPr/>
        </p:nvSpPr>
        <p:spPr>
          <a:xfrm>
            <a:off x="4604896" y="1192421"/>
            <a:ext cx="31729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19</a:t>
            </a:r>
            <a:endParaRPr sz="1000" b="1" i="0" u="none" strike="noStrike" cap="none" dirty="0">
              <a:solidFill>
                <a:schemeClr val="lt1"/>
              </a:solidFill>
              <a:latin typeface="Poppins"/>
              <a:ea typeface="Poppins"/>
              <a:cs typeface="Poppins"/>
              <a:sym typeface="Poppins"/>
            </a:endParaRPr>
          </a:p>
        </p:txBody>
      </p:sp>
      <p:cxnSp>
        <p:nvCxnSpPr>
          <p:cNvPr id="451" name="Google Shape;210;p7">
            <a:extLst>
              <a:ext uri="{FF2B5EF4-FFF2-40B4-BE49-F238E27FC236}">
                <a16:creationId xmlns:a16="http://schemas.microsoft.com/office/drawing/2014/main" id="{77BAFA54-5CED-6BF5-346E-FB68DBC618A4}"/>
              </a:ext>
            </a:extLst>
          </p:cNvPr>
          <p:cNvCxnSpPr>
            <a:cxnSpLocks/>
          </p:cNvCxnSpPr>
          <p:nvPr/>
        </p:nvCxnSpPr>
        <p:spPr>
          <a:xfrm>
            <a:off x="5114514" y="1449388"/>
            <a:ext cx="0" cy="630938"/>
          </a:xfrm>
          <a:prstGeom prst="straightConnector1">
            <a:avLst/>
          </a:prstGeom>
          <a:noFill/>
          <a:ln w="12700" cap="flat" cmpd="sng">
            <a:solidFill>
              <a:srgbClr val="901A8A"/>
            </a:solidFill>
            <a:prstDash val="solid"/>
            <a:round/>
            <a:headEnd type="none" w="sm" len="sm"/>
            <a:tailEnd type="triangle" w="med" len="med"/>
          </a:ln>
        </p:spPr>
      </p:cxnSp>
      <p:sp>
        <p:nvSpPr>
          <p:cNvPr id="452" name="Google Shape;265;p16" descr="Small square with numeral 1 inside">
            <a:extLst>
              <a:ext uri="{FF2B5EF4-FFF2-40B4-BE49-F238E27FC236}">
                <a16:creationId xmlns:a16="http://schemas.microsoft.com/office/drawing/2014/main" id="{8277D5D5-726E-0B10-289B-059045958B1C}"/>
              </a:ext>
            </a:extLst>
          </p:cNvPr>
          <p:cNvSpPr txBox="1"/>
          <p:nvPr/>
        </p:nvSpPr>
        <p:spPr>
          <a:xfrm>
            <a:off x="6429781" y="2421781"/>
            <a:ext cx="31729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16</a:t>
            </a:r>
            <a:endParaRPr sz="1000" b="1" i="0" u="none" strike="noStrike" cap="none" dirty="0">
              <a:solidFill>
                <a:schemeClr val="lt1"/>
              </a:solidFill>
              <a:latin typeface="Poppins"/>
              <a:ea typeface="Poppins"/>
              <a:cs typeface="Poppins"/>
              <a:sym typeface="Poppins"/>
            </a:endParaRPr>
          </a:p>
        </p:txBody>
      </p:sp>
      <p:cxnSp>
        <p:nvCxnSpPr>
          <p:cNvPr id="7" name="Google Shape;210;p7">
            <a:extLst>
              <a:ext uri="{FF2B5EF4-FFF2-40B4-BE49-F238E27FC236}">
                <a16:creationId xmlns:a16="http://schemas.microsoft.com/office/drawing/2014/main" id="{A2DEB218-CD49-89E6-8177-6E1A91E4D830}"/>
              </a:ext>
            </a:extLst>
          </p:cNvPr>
          <p:cNvCxnSpPr>
            <a:cxnSpLocks/>
          </p:cNvCxnSpPr>
          <p:nvPr/>
        </p:nvCxnSpPr>
        <p:spPr>
          <a:xfrm>
            <a:off x="6952137" y="1449388"/>
            <a:ext cx="0" cy="398947"/>
          </a:xfrm>
          <a:prstGeom prst="straightConnector1">
            <a:avLst/>
          </a:prstGeom>
          <a:noFill/>
          <a:ln w="12700" cap="flat" cmpd="sng">
            <a:solidFill>
              <a:srgbClr val="901A8A"/>
            </a:solidFill>
            <a:prstDash val="solid"/>
            <a:round/>
            <a:headEnd type="none" w="sm" len="sm"/>
            <a:tailEnd type="triangle" w="med" len="med"/>
          </a:ln>
        </p:spPr>
      </p:cxnSp>
      <p:sp>
        <p:nvSpPr>
          <p:cNvPr id="8" name="Rectangle 7">
            <a:extLst>
              <a:ext uri="{FF2B5EF4-FFF2-40B4-BE49-F238E27FC236}">
                <a16:creationId xmlns:a16="http://schemas.microsoft.com/office/drawing/2014/main" id="{49120AFC-F8C9-1161-95B2-7426013D8F14}"/>
              </a:ext>
            </a:extLst>
          </p:cNvPr>
          <p:cNvSpPr/>
          <p:nvPr/>
        </p:nvSpPr>
        <p:spPr>
          <a:xfrm>
            <a:off x="7225634" y="1897974"/>
            <a:ext cx="453898" cy="13582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0" name="Google Shape;265;p16" descr="Small square with numeral 1 inside">
            <a:extLst>
              <a:ext uri="{FF2B5EF4-FFF2-40B4-BE49-F238E27FC236}">
                <a16:creationId xmlns:a16="http://schemas.microsoft.com/office/drawing/2014/main" id="{828ED5EB-E0BB-5A09-4BAC-562177A75784}"/>
              </a:ext>
            </a:extLst>
          </p:cNvPr>
          <p:cNvSpPr txBox="1"/>
          <p:nvPr/>
        </p:nvSpPr>
        <p:spPr>
          <a:xfrm>
            <a:off x="6646862" y="2708456"/>
            <a:ext cx="324067"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15</a:t>
            </a:r>
            <a:endParaRPr sz="1000" b="1" i="0" u="none" strike="noStrike" cap="none" dirty="0">
              <a:solidFill>
                <a:schemeClr val="lt1"/>
              </a:solidFill>
              <a:latin typeface="Poppins"/>
              <a:ea typeface="Poppins"/>
              <a:cs typeface="Poppins"/>
              <a:sym typeface="Poppins"/>
            </a:endParaRPr>
          </a:p>
        </p:txBody>
      </p:sp>
      <p:cxnSp>
        <p:nvCxnSpPr>
          <p:cNvPr id="11" name="Google Shape;210;p7">
            <a:extLst>
              <a:ext uri="{FF2B5EF4-FFF2-40B4-BE49-F238E27FC236}">
                <a16:creationId xmlns:a16="http://schemas.microsoft.com/office/drawing/2014/main" id="{81449D35-25FB-AB8A-B62F-1B5D31BD5896}"/>
              </a:ext>
            </a:extLst>
          </p:cNvPr>
          <p:cNvCxnSpPr>
            <a:cxnSpLocks/>
          </p:cNvCxnSpPr>
          <p:nvPr/>
        </p:nvCxnSpPr>
        <p:spPr>
          <a:xfrm flipV="1">
            <a:off x="6807560" y="2243161"/>
            <a:ext cx="0" cy="454063"/>
          </a:xfrm>
          <a:prstGeom prst="straightConnector1">
            <a:avLst/>
          </a:prstGeom>
          <a:noFill/>
          <a:ln w="12700" cap="flat" cmpd="sng">
            <a:solidFill>
              <a:srgbClr val="901A8A"/>
            </a:solidFill>
            <a:prstDash val="solid"/>
            <a:round/>
            <a:headEnd type="none" w="sm" len="sm"/>
            <a:tailEnd type="triangle" w="med" len="med"/>
          </a:ln>
        </p:spPr>
      </p:cxnSp>
      <p:sp>
        <p:nvSpPr>
          <p:cNvPr id="18" name="Google Shape;265;p16" descr="Small square with numeral 1 inside">
            <a:extLst>
              <a:ext uri="{FF2B5EF4-FFF2-40B4-BE49-F238E27FC236}">
                <a16:creationId xmlns:a16="http://schemas.microsoft.com/office/drawing/2014/main" id="{090AEBB6-0CB8-DA5F-BE52-8225929F8187}"/>
              </a:ext>
            </a:extLst>
          </p:cNvPr>
          <p:cNvSpPr txBox="1"/>
          <p:nvPr/>
        </p:nvSpPr>
        <p:spPr>
          <a:xfrm>
            <a:off x="3661010" y="1192274"/>
            <a:ext cx="352507"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20</a:t>
            </a:r>
            <a:endParaRPr sz="1000" b="1" i="0" u="none" strike="noStrike" cap="none" dirty="0">
              <a:solidFill>
                <a:schemeClr val="lt1"/>
              </a:solidFill>
              <a:latin typeface="Poppins"/>
              <a:ea typeface="Poppins"/>
              <a:cs typeface="Poppins"/>
              <a:sym typeface="Poppins"/>
            </a:endParaRPr>
          </a:p>
        </p:txBody>
      </p:sp>
      <p:sp>
        <p:nvSpPr>
          <p:cNvPr id="5" name="Rectangle 4">
            <a:extLst>
              <a:ext uri="{FF2B5EF4-FFF2-40B4-BE49-F238E27FC236}">
                <a16:creationId xmlns:a16="http://schemas.microsoft.com/office/drawing/2014/main" id="{0ACADAAA-1237-87CE-7AD0-E68A4E012622}"/>
              </a:ext>
            </a:extLst>
          </p:cNvPr>
          <p:cNvSpPr/>
          <p:nvPr/>
        </p:nvSpPr>
        <p:spPr>
          <a:xfrm>
            <a:off x="1522578" y="2102098"/>
            <a:ext cx="507658" cy="134652"/>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6" name="Google Shape;210;p7">
            <a:extLst>
              <a:ext uri="{FF2B5EF4-FFF2-40B4-BE49-F238E27FC236}">
                <a16:creationId xmlns:a16="http://schemas.microsoft.com/office/drawing/2014/main" id="{F82778AB-3E14-5765-9EEE-F9CDD003D08C}"/>
              </a:ext>
            </a:extLst>
          </p:cNvPr>
          <p:cNvCxnSpPr>
            <a:cxnSpLocks/>
          </p:cNvCxnSpPr>
          <p:nvPr/>
        </p:nvCxnSpPr>
        <p:spPr>
          <a:xfrm>
            <a:off x="1775008" y="1449388"/>
            <a:ext cx="0" cy="632679"/>
          </a:xfrm>
          <a:prstGeom prst="straightConnector1">
            <a:avLst/>
          </a:prstGeom>
          <a:noFill/>
          <a:ln w="12700" cap="flat" cmpd="sng">
            <a:solidFill>
              <a:srgbClr val="901A8A"/>
            </a:solidFill>
            <a:prstDash val="solid"/>
            <a:round/>
            <a:headEnd type="none" w="sm" len="sm"/>
            <a:tailEnd type="triangle" w="med" len="med"/>
          </a:ln>
        </p:spPr>
      </p:cxnSp>
      <p:cxnSp>
        <p:nvCxnSpPr>
          <p:cNvPr id="30" name="Google Shape;210;p7">
            <a:extLst>
              <a:ext uri="{FF2B5EF4-FFF2-40B4-BE49-F238E27FC236}">
                <a16:creationId xmlns:a16="http://schemas.microsoft.com/office/drawing/2014/main" id="{513B99D1-24ED-B3B7-1BC3-20979F76DD36}"/>
              </a:ext>
            </a:extLst>
          </p:cNvPr>
          <p:cNvCxnSpPr>
            <a:cxnSpLocks/>
          </p:cNvCxnSpPr>
          <p:nvPr/>
        </p:nvCxnSpPr>
        <p:spPr>
          <a:xfrm flipV="1">
            <a:off x="6587642" y="2243161"/>
            <a:ext cx="0" cy="166725"/>
          </a:xfrm>
          <a:prstGeom prst="straightConnector1">
            <a:avLst/>
          </a:prstGeom>
          <a:noFill/>
          <a:ln w="12700" cap="flat" cmpd="sng">
            <a:solidFill>
              <a:srgbClr val="901A8A"/>
            </a:solidFill>
            <a:prstDash val="solid"/>
            <a:round/>
            <a:headEnd type="none" w="sm" len="sm"/>
            <a:tailEnd type="triangle" w="med" len="med"/>
          </a:ln>
        </p:spPr>
      </p:cxnSp>
      <p:sp>
        <p:nvSpPr>
          <p:cNvPr id="453" name="Google Shape;265;p16" descr="Small square with numeral 1 inside">
            <a:extLst>
              <a:ext uri="{FF2B5EF4-FFF2-40B4-BE49-F238E27FC236}">
                <a16:creationId xmlns:a16="http://schemas.microsoft.com/office/drawing/2014/main" id="{D32801A7-3A1A-0C03-57D3-594181022B48}"/>
              </a:ext>
            </a:extLst>
          </p:cNvPr>
          <p:cNvSpPr txBox="1"/>
          <p:nvPr/>
        </p:nvSpPr>
        <p:spPr>
          <a:xfrm flipH="1">
            <a:off x="1601423" y="1191129"/>
            <a:ext cx="347949"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21</a:t>
            </a:r>
            <a:endParaRPr sz="1000" b="1" i="0" u="none" strike="noStrike" cap="none" dirty="0">
              <a:solidFill>
                <a:schemeClr val="lt1"/>
              </a:solidFill>
              <a:latin typeface="Poppins"/>
              <a:ea typeface="Poppins"/>
              <a:cs typeface="Poppins"/>
              <a:sym typeface="Poppins"/>
            </a:endParaRPr>
          </a:p>
        </p:txBody>
      </p:sp>
      <p:cxnSp>
        <p:nvCxnSpPr>
          <p:cNvPr id="14" name="Google Shape;210;p7">
            <a:extLst>
              <a:ext uri="{FF2B5EF4-FFF2-40B4-BE49-F238E27FC236}">
                <a16:creationId xmlns:a16="http://schemas.microsoft.com/office/drawing/2014/main" id="{EAFC1B0F-0148-AA7D-6746-FD406A354C95}"/>
              </a:ext>
            </a:extLst>
          </p:cNvPr>
          <p:cNvCxnSpPr>
            <a:cxnSpLocks/>
          </p:cNvCxnSpPr>
          <p:nvPr/>
        </p:nvCxnSpPr>
        <p:spPr>
          <a:xfrm>
            <a:off x="6635750" y="3735425"/>
            <a:ext cx="239108" cy="0"/>
          </a:xfrm>
          <a:prstGeom prst="straightConnector1">
            <a:avLst/>
          </a:prstGeom>
          <a:noFill/>
          <a:ln w="12700" cap="flat" cmpd="sng">
            <a:solidFill>
              <a:srgbClr val="901A8A"/>
            </a:solidFill>
            <a:prstDash val="solid"/>
            <a:round/>
            <a:headEnd type="none" w="sm" len="sm"/>
            <a:tailEnd type="triangle" w="med" len="med"/>
          </a:ln>
        </p:spPr>
      </p:cxnSp>
      <p:sp>
        <p:nvSpPr>
          <p:cNvPr id="16" name="Google Shape;265;p16" descr="Small square with numeral 1 inside">
            <a:extLst>
              <a:ext uri="{FF2B5EF4-FFF2-40B4-BE49-F238E27FC236}">
                <a16:creationId xmlns:a16="http://schemas.microsoft.com/office/drawing/2014/main" id="{CCDC7631-8CEE-DB38-53B7-34EFD6002B46}"/>
              </a:ext>
            </a:extLst>
          </p:cNvPr>
          <p:cNvSpPr txBox="1"/>
          <p:nvPr/>
        </p:nvSpPr>
        <p:spPr>
          <a:xfrm>
            <a:off x="6307069" y="3613457"/>
            <a:ext cx="315794"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dirty="0">
                <a:solidFill>
                  <a:schemeClr val="lt1"/>
                </a:solidFill>
                <a:latin typeface="Poppins"/>
                <a:ea typeface="Poppins"/>
                <a:cs typeface="Poppins"/>
                <a:sym typeface="Poppins"/>
              </a:rPr>
              <a:t>12</a:t>
            </a:r>
            <a:endParaRPr sz="1000" b="1" i="0" u="none" strike="noStrike" cap="none" dirty="0">
              <a:solidFill>
                <a:schemeClr val="lt1"/>
              </a:solidFill>
              <a:latin typeface="Poppins"/>
              <a:ea typeface="Poppins"/>
              <a:cs typeface="Poppins"/>
              <a:sym typeface="Poppins"/>
            </a:endParaRPr>
          </a:p>
        </p:txBody>
      </p:sp>
      <p:sp>
        <p:nvSpPr>
          <p:cNvPr id="25" name="Rectangle 24">
            <a:extLst>
              <a:ext uri="{FF2B5EF4-FFF2-40B4-BE49-F238E27FC236}">
                <a16:creationId xmlns:a16="http://schemas.microsoft.com/office/drawing/2014/main" id="{1B721B2C-9AA6-A4DB-16C0-EADBF8AFD13D}"/>
              </a:ext>
            </a:extLst>
          </p:cNvPr>
          <p:cNvSpPr/>
          <p:nvPr/>
        </p:nvSpPr>
        <p:spPr>
          <a:xfrm>
            <a:off x="6718067" y="1870449"/>
            <a:ext cx="471826" cy="164249"/>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73" name="Rectangle 472">
            <a:extLst>
              <a:ext uri="{FF2B5EF4-FFF2-40B4-BE49-F238E27FC236}">
                <a16:creationId xmlns:a16="http://schemas.microsoft.com/office/drawing/2014/main" id="{7E68AC4F-80E8-9E78-9FB0-9BBD5C268C2D}"/>
              </a:ext>
            </a:extLst>
          </p:cNvPr>
          <p:cNvSpPr/>
          <p:nvPr/>
        </p:nvSpPr>
        <p:spPr>
          <a:xfrm>
            <a:off x="999231" y="3185256"/>
            <a:ext cx="468405" cy="545633"/>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86" name="Google Shape;265;p16" descr="Small square with numeral 1 inside">
            <a:extLst>
              <a:ext uri="{FF2B5EF4-FFF2-40B4-BE49-F238E27FC236}">
                <a16:creationId xmlns:a16="http://schemas.microsoft.com/office/drawing/2014/main" id="{43F09F5D-C8BF-6BA1-956B-DD0C1748BF98}"/>
              </a:ext>
            </a:extLst>
          </p:cNvPr>
          <p:cNvSpPr txBox="1"/>
          <p:nvPr/>
        </p:nvSpPr>
        <p:spPr>
          <a:xfrm>
            <a:off x="4079139" y="561215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7</a:t>
            </a:r>
            <a:endParaRPr sz="1000" b="1" i="0" u="none" strike="noStrike" cap="none" dirty="0">
              <a:solidFill>
                <a:schemeClr val="lt1"/>
              </a:solidFill>
              <a:latin typeface="Poppins"/>
              <a:ea typeface="Poppins"/>
              <a:cs typeface="Poppins"/>
              <a:sym typeface="Poppins"/>
            </a:endParaRPr>
          </a:p>
        </p:txBody>
      </p:sp>
      <p:sp>
        <p:nvSpPr>
          <p:cNvPr id="487" name="Rectangle 486">
            <a:extLst>
              <a:ext uri="{FF2B5EF4-FFF2-40B4-BE49-F238E27FC236}">
                <a16:creationId xmlns:a16="http://schemas.microsoft.com/office/drawing/2014/main" id="{B4CC1CFA-E6C7-E5F4-40B6-71C163452F46}"/>
              </a:ext>
            </a:extLst>
          </p:cNvPr>
          <p:cNvSpPr/>
          <p:nvPr/>
        </p:nvSpPr>
        <p:spPr>
          <a:xfrm>
            <a:off x="3374232" y="5152523"/>
            <a:ext cx="1636063" cy="210338"/>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488" name="Google Shape;210;p7">
            <a:extLst>
              <a:ext uri="{FF2B5EF4-FFF2-40B4-BE49-F238E27FC236}">
                <a16:creationId xmlns:a16="http://schemas.microsoft.com/office/drawing/2014/main" id="{D519172B-30F0-EDF4-B6CC-B697E6C7D7C6}"/>
              </a:ext>
            </a:extLst>
          </p:cNvPr>
          <p:cNvCxnSpPr>
            <a:cxnSpLocks/>
          </p:cNvCxnSpPr>
          <p:nvPr/>
        </p:nvCxnSpPr>
        <p:spPr>
          <a:xfrm rot="5400000" flipH="1">
            <a:off x="4081457" y="5490501"/>
            <a:ext cx="217185" cy="1"/>
          </a:xfrm>
          <a:prstGeom prst="straightConnector1">
            <a:avLst/>
          </a:prstGeom>
          <a:noFill/>
          <a:ln w="12700" cap="flat" cmpd="sng">
            <a:solidFill>
              <a:srgbClr val="901A8A"/>
            </a:solidFill>
            <a:prstDash val="solid"/>
            <a:round/>
            <a:headEnd type="none" w="sm" len="sm"/>
            <a:tailEnd type="triangle" w="med" len="med"/>
          </a:ln>
        </p:spPr>
      </p:cxnSp>
      <p:sp>
        <p:nvSpPr>
          <p:cNvPr id="490" name="Google Shape;265;p16" descr="Small square with numeral 1 inside">
            <a:extLst>
              <a:ext uri="{FF2B5EF4-FFF2-40B4-BE49-F238E27FC236}">
                <a16:creationId xmlns:a16="http://schemas.microsoft.com/office/drawing/2014/main" id="{5240C7E9-B144-35DC-E252-1458FBDA4CC7}"/>
              </a:ext>
            </a:extLst>
          </p:cNvPr>
          <p:cNvSpPr txBox="1"/>
          <p:nvPr/>
        </p:nvSpPr>
        <p:spPr>
          <a:xfrm>
            <a:off x="6307777" y="4010189"/>
            <a:ext cx="315794"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dirty="0">
                <a:solidFill>
                  <a:schemeClr val="lt1"/>
                </a:solidFill>
                <a:latin typeface="Poppins"/>
                <a:ea typeface="Poppins"/>
                <a:cs typeface="Poppins"/>
                <a:sym typeface="Poppins"/>
              </a:rPr>
              <a:t>11</a:t>
            </a:r>
            <a:endParaRPr sz="1000" b="1" i="0" u="none" strike="noStrike" cap="none" dirty="0">
              <a:solidFill>
                <a:schemeClr val="lt1"/>
              </a:solidFill>
              <a:latin typeface="Poppins"/>
              <a:ea typeface="Poppins"/>
              <a:cs typeface="Poppins"/>
              <a:sym typeface="Poppins"/>
            </a:endParaRPr>
          </a:p>
        </p:txBody>
      </p:sp>
      <p:sp>
        <p:nvSpPr>
          <p:cNvPr id="17" name="Rectangle 16">
            <a:extLst>
              <a:ext uri="{FF2B5EF4-FFF2-40B4-BE49-F238E27FC236}">
                <a16:creationId xmlns:a16="http://schemas.microsoft.com/office/drawing/2014/main" id="{F799B662-B455-EEE6-69E7-A6CFF9705128}"/>
              </a:ext>
            </a:extLst>
          </p:cNvPr>
          <p:cNvSpPr/>
          <p:nvPr/>
        </p:nvSpPr>
        <p:spPr>
          <a:xfrm>
            <a:off x="1000433" y="3729539"/>
            <a:ext cx="467204" cy="564821"/>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23" name="Rectangle 22">
            <a:extLst>
              <a:ext uri="{FF2B5EF4-FFF2-40B4-BE49-F238E27FC236}">
                <a16:creationId xmlns:a16="http://schemas.microsoft.com/office/drawing/2014/main" id="{1CBC261B-6B33-3CF8-5477-65695D35BB79}"/>
              </a:ext>
            </a:extLst>
          </p:cNvPr>
          <p:cNvSpPr/>
          <p:nvPr/>
        </p:nvSpPr>
        <p:spPr>
          <a:xfrm>
            <a:off x="1000432" y="4294360"/>
            <a:ext cx="467204" cy="564821"/>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1" name="Rectangle 30">
            <a:extLst>
              <a:ext uri="{FF2B5EF4-FFF2-40B4-BE49-F238E27FC236}">
                <a16:creationId xmlns:a16="http://schemas.microsoft.com/office/drawing/2014/main" id="{58890A30-4246-46C9-B57A-C1FCDF236EAF}"/>
              </a:ext>
            </a:extLst>
          </p:cNvPr>
          <p:cNvSpPr/>
          <p:nvPr/>
        </p:nvSpPr>
        <p:spPr>
          <a:xfrm>
            <a:off x="1000432" y="4857832"/>
            <a:ext cx="467204" cy="549094"/>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3" name="Google Shape;265;p16" descr="Small square with numeral 1 inside">
            <a:extLst>
              <a:ext uri="{FF2B5EF4-FFF2-40B4-BE49-F238E27FC236}">
                <a16:creationId xmlns:a16="http://schemas.microsoft.com/office/drawing/2014/main" id="{B5BA3AD2-740B-5084-9CF8-7A85599E4642}"/>
              </a:ext>
            </a:extLst>
          </p:cNvPr>
          <p:cNvSpPr txBox="1"/>
          <p:nvPr/>
        </p:nvSpPr>
        <p:spPr>
          <a:xfrm>
            <a:off x="6246760" y="561215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8</a:t>
            </a:r>
            <a:endParaRPr sz="1000" b="1" i="0" u="none" strike="noStrike" cap="none" dirty="0">
              <a:solidFill>
                <a:schemeClr val="lt1"/>
              </a:solidFill>
              <a:latin typeface="Poppins"/>
              <a:ea typeface="Poppins"/>
              <a:cs typeface="Poppins"/>
              <a:sym typeface="Poppins"/>
            </a:endParaRPr>
          </a:p>
        </p:txBody>
      </p:sp>
      <p:cxnSp>
        <p:nvCxnSpPr>
          <p:cNvPr id="15" name="Google Shape;210;p7">
            <a:extLst>
              <a:ext uri="{FF2B5EF4-FFF2-40B4-BE49-F238E27FC236}">
                <a16:creationId xmlns:a16="http://schemas.microsoft.com/office/drawing/2014/main" id="{812130CD-D6C8-884F-DE96-5D709145EECD}"/>
              </a:ext>
            </a:extLst>
          </p:cNvPr>
          <p:cNvCxnSpPr>
            <a:cxnSpLocks/>
          </p:cNvCxnSpPr>
          <p:nvPr/>
        </p:nvCxnSpPr>
        <p:spPr>
          <a:xfrm rot="5400000" flipH="1">
            <a:off x="6249078" y="5490501"/>
            <a:ext cx="217185" cy="1"/>
          </a:xfrm>
          <a:prstGeom prst="straightConnector1">
            <a:avLst/>
          </a:prstGeom>
          <a:noFill/>
          <a:ln w="12700" cap="flat" cmpd="sng">
            <a:solidFill>
              <a:srgbClr val="901A8A"/>
            </a:solidFill>
            <a:prstDash val="solid"/>
            <a:round/>
            <a:headEnd type="none" w="sm" len="sm"/>
            <a:tailEnd type="triangle" w="med" len="med"/>
          </a:ln>
        </p:spPr>
      </p:cxnSp>
      <p:cxnSp>
        <p:nvCxnSpPr>
          <p:cNvPr id="20" name="Google Shape;210;p7">
            <a:extLst>
              <a:ext uri="{FF2B5EF4-FFF2-40B4-BE49-F238E27FC236}">
                <a16:creationId xmlns:a16="http://schemas.microsoft.com/office/drawing/2014/main" id="{277CE6DB-A959-41BF-6417-F9D696FC45CF}"/>
              </a:ext>
            </a:extLst>
          </p:cNvPr>
          <p:cNvCxnSpPr>
            <a:cxnSpLocks/>
          </p:cNvCxnSpPr>
          <p:nvPr/>
        </p:nvCxnSpPr>
        <p:spPr>
          <a:xfrm flipV="1">
            <a:off x="6565724" y="5381262"/>
            <a:ext cx="0" cy="548051"/>
          </a:xfrm>
          <a:prstGeom prst="straightConnector1">
            <a:avLst/>
          </a:prstGeom>
          <a:noFill/>
          <a:ln w="12700" cap="flat" cmpd="sng">
            <a:solidFill>
              <a:srgbClr val="901A8A"/>
            </a:solidFill>
            <a:prstDash val="solid"/>
            <a:round/>
            <a:headEnd type="none" w="sm" len="sm"/>
            <a:tailEnd type="triangle" w="med" len="med"/>
          </a:ln>
        </p:spPr>
      </p:cxnSp>
      <p:sp>
        <p:nvSpPr>
          <p:cNvPr id="36" name="Google Shape;265;p16" descr="Small square with numeral 1 inside">
            <a:extLst>
              <a:ext uri="{FF2B5EF4-FFF2-40B4-BE49-F238E27FC236}">
                <a16:creationId xmlns:a16="http://schemas.microsoft.com/office/drawing/2014/main" id="{04B701B8-C626-145E-A226-EED991191985}"/>
              </a:ext>
            </a:extLst>
          </p:cNvPr>
          <p:cNvSpPr txBox="1"/>
          <p:nvPr/>
        </p:nvSpPr>
        <p:spPr>
          <a:xfrm>
            <a:off x="6622793" y="5612156"/>
            <a:ext cx="324324"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10</a:t>
            </a:r>
            <a:endParaRPr sz="1000" b="1" i="0" u="none" strike="noStrike" cap="none" dirty="0">
              <a:solidFill>
                <a:schemeClr val="lt1"/>
              </a:solidFill>
              <a:latin typeface="Poppins"/>
              <a:ea typeface="Poppins"/>
              <a:cs typeface="Poppins"/>
              <a:sym typeface="Poppins"/>
            </a:endParaRPr>
          </a:p>
        </p:txBody>
      </p:sp>
      <p:cxnSp>
        <p:nvCxnSpPr>
          <p:cNvPr id="39" name="Google Shape;210;p7">
            <a:extLst>
              <a:ext uri="{FF2B5EF4-FFF2-40B4-BE49-F238E27FC236}">
                <a16:creationId xmlns:a16="http://schemas.microsoft.com/office/drawing/2014/main" id="{22235E48-ED46-B19A-6C52-B0E2BBCFA8FB}"/>
              </a:ext>
            </a:extLst>
          </p:cNvPr>
          <p:cNvCxnSpPr>
            <a:cxnSpLocks/>
          </p:cNvCxnSpPr>
          <p:nvPr/>
        </p:nvCxnSpPr>
        <p:spPr>
          <a:xfrm rot="5400000" flipH="1">
            <a:off x="6675112" y="5490501"/>
            <a:ext cx="217185" cy="1"/>
          </a:xfrm>
          <a:prstGeom prst="straightConnector1">
            <a:avLst/>
          </a:prstGeom>
          <a:noFill/>
          <a:ln w="12700" cap="flat" cmpd="sng">
            <a:solidFill>
              <a:srgbClr val="901A8A"/>
            </a:solidFill>
            <a:prstDash val="solid"/>
            <a:round/>
            <a:headEnd type="none" w="sm" len="sm"/>
            <a:tailEnd type="triangle" w="med" len="med"/>
          </a:ln>
        </p:spPr>
      </p:cxnSp>
      <p:sp>
        <p:nvSpPr>
          <p:cNvPr id="46" name="Google Shape;265;p16" descr="Small square with numeral 1 inside">
            <a:extLst>
              <a:ext uri="{FF2B5EF4-FFF2-40B4-BE49-F238E27FC236}">
                <a16:creationId xmlns:a16="http://schemas.microsoft.com/office/drawing/2014/main" id="{CE605220-ADC1-3EBA-49FD-D5451A4C0252}"/>
              </a:ext>
            </a:extLst>
          </p:cNvPr>
          <p:cNvSpPr txBox="1"/>
          <p:nvPr/>
        </p:nvSpPr>
        <p:spPr>
          <a:xfrm>
            <a:off x="6453432" y="594359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9</a:t>
            </a:r>
            <a:endParaRPr sz="1000" b="1" i="0" u="none" strike="noStrike" cap="none" dirty="0">
              <a:solidFill>
                <a:schemeClr val="lt1"/>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9">
          <a:extLst>
            <a:ext uri="{FF2B5EF4-FFF2-40B4-BE49-F238E27FC236}">
              <a16:creationId xmlns:a16="http://schemas.microsoft.com/office/drawing/2014/main" id="{44607FDE-C6BA-2727-0899-A8035EC13AF3}"/>
            </a:ext>
          </a:extLst>
        </p:cNvPr>
        <p:cNvGrpSpPr/>
        <p:nvPr/>
      </p:nvGrpSpPr>
      <p:grpSpPr>
        <a:xfrm>
          <a:off x="0" y="0"/>
          <a:ext cx="0" cy="0"/>
          <a:chOff x="0" y="0"/>
          <a:chExt cx="0" cy="0"/>
        </a:xfrm>
      </p:grpSpPr>
      <p:sp>
        <p:nvSpPr>
          <p:cNvPr id="371" name="Google Shape;371;p8">
            <a:extLst>
              <a:ext uri="{FF2B5EF4-FFF2-40B4-BE49-F238E27FC236}">
                <a16:creationId xmlns:a16="http://schemas.microsoft.com/office/drawing/2014/main" id="{F81ACC26-B178-5443-58AB-972D566F9849}"/>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2800"/>
              <a:buFont typeface="Cambria"/>
              <a:buNone/>
            </a:pPr>
            <a:r>
              <a:rPr lang="en-US" dirty="0"/>
              <a:t>Understanding the IMPRINT live editor</a:t>
            </a:r>
          </a:p>
        </p:txBody>
      </p:sp>
      <p:sp>
        <p:nvSpPr>
          <p:cNvPr id="430" name="Google Shape;430;p8">
            <a:hlinkClick r:id="rId4" action="ppaction://hlinksldjump"/>
            <a:extLst>
              <a:ext uri="{FF2B5EF4-FFF2-40B4-BE49-F238E27FC236}">
                <a16:creationId xmlns:a16="http://schemas.microsoft.com/office/drawing/2014/main" id="{DF9904BA-ACFC-1A43-3A1E-9DDBA24A4E45}"/>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dirty="0">
                <a:solidFill>
                  <a:schemeClr val="dk1"/>
                </a:solidFill>
                <a:latin typeface="Poppins"/>
                <a:ea typeface="Poppins"/>
                <a:cs typeface="Poppins"/>
                <a:sym typeface="Poppins"/>
              </a:rPr>
              <a:t>Table of Contents</a:t>
            </a:r>
            <a:endParaRPr dirty="0"/>
          </a:p>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Poppins"/>
              <a:ea typeface="Poppins"/>
              <a:cs typeface="Poppins"/>
              <a:sym typeface="Poppins"/>
            </a:endParaRPr>
          </a:p>
        </p:txBody>
      </p:sp>
      <p:sp>
        <p:nvSpPr>
          <p:cNvPr id="3" name="TextBox 2">
            <a:extLst>
              <a:ext uri="{FF2B5EF4-FFF2-40B4-BE49-F238E27FC236}">
                <a16:creationId xmlns:a16="http://schemas.microsoft.com/office/drawing/2014/main" id="{5D276F80-D463-591D-BF7E-15E2EA896076}"/>
              </a:ext>
            </a:extLst>
          </p:cNvPr>
          <p:cNvSpPr txBox="1"/>
          <p:nvPr/>
        </p:nvSpPr>
        <p:spPr>
          <a:xfrm>
            <a:off x="8975725" y="1449388"/>
            <a:ext cx="2854831" cy="5221942"/>
          </a:xfrm>
          <a:prstGeom prst="rect">
            <a:avLst/>
          </a:prstGeom>
          <a:noFill/>
        </p:spPr>
        <p:txBody>
          <a:bodyPr wrap="square">
            <a:spAutoFit/>
          </a:bodyPr>
          <a:lstStyle/>
          <a:p>
            <a:pPr marL="228600" marR="0" lvl="0" indent="-228600"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Preview</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 Used to view your shelf test in draft or live mode, allowing you to review the survey before deployment. </a:t>
            </a:r>
            <a:r>
              <a:rPr kumimoji="0" lang="en-US" sz="1000" b="1" i="0" u="sng" strike="noStrike" kern="0" cap="none" spc="0" normalizeH="0" baseline="0" noProof="0" dirty="0">
                <a:ln>
                  <a:noFill/>
                </a:ln>
                <a:solidFill>
                  <a:schemeClr val="tx1"/>
                </a:solidFill>
                <a:effectLst/>
                <a:uLnTx/>
                <a:uFillTx/>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Learn more</a:t>
            </a:r>
            <a:endParaRPr kumimoji="0" lang="en-US" sz="1000" b="1" i="0" u="sng" strike="noStrike" kern="0" cap="none" spc="0" normalizeH="0" baseline="0" noProof="0" dirty="0">
              <a:ln>
                <a:noFill/>
              </a:ln>
              <a:solidFill>
                <a:schemeClr val="tx1"/>
              </a:solidFill>
              <a:effectLst/>
              <a:uLnTx/>
              <a:uFillTx/>
              <a:latin typeface="Poppins"/>
              <a:ea typeface="Poppins"/>
              <a:cs typeface="Poppins"/>
              <a:sym typeface="Poppins"/>
            </a:endParaRPr>
          </a:p>
          <a:p>
            <a:pPr marL="228600" marR="0" lvl="0" indent="-228600"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strike="noStrike" kern="0" cap="none" spc="0" normalizeH="0" baseline="0" noProof="0" dirty="0">
                <a:ln>
                  <a:noFill/>
                </a:ln>
                <a:solidFill>
                  <a:schemeClr val="tx1"/>
                </a:solidFill>
                <a:effectLst/>
                <a:uLnTx/>
                <a:uFillTx/>
                <a:latin typeface="Poppins"/>
                <a:ea typeface="Poppins"/>
                <a:cs typeface="Poppins"/>
                <a:sym typeface="Poppins"/>
              </a:rPr>
              <a:t>AI Assistant Chat Box </a:t>
            </a:r>
            <a:r>
              <a:rPr kumimoji="0" lang="en-US" sz="1000" i="0" strike="noStrike" kern="0" cap="none" spc="0" normalizeH="0" baseline="0" noProof="0" dirty="0">
                <a:ln>
                  <a:noFill/>
                </a:ln>
                <a:solidFill>
                  <a:schemeClr val="tx1"/>
                </a:solidFill>
                <a:effectLst/>
                <a:uLnTx/>
                <a:uFillTx/>
                <a:latin typeface="Poppins"/>
                <a:ea typeface="Poppins"/>
                <a:cs typeface="Poppins"/>
                <a:sym typeface="Poppins"/>
              </a:rPr>
              <a:t>– Opens the AI chat box, which can help you modify the product display, configure settings, and add explicit questions. </a:t>
            </a:r>
            <a:r>
              <a:rPr kumimoji="0" lang="en-US" sz="1000" b="1" i="0" u="sng" strike="noStrike" kern="0" cap="none" spc="0" normalizeH="0" baseline="0" noProof="0" dirty="0">
                <a:ln>
                  <a:noFill/>
                </a:ln>
                <a:solidFill>
                  <a:schemeClr val="tx1"/>
                </a:solidFill>
                <a:effectLst/>
                <a:uLnTx/>
                <a:uFillTx/>
                <a:latin typeface="Poppins"/>
                <a:ea typeface="Poppins"/>
                <a:cs typeface="Poppins"/>
                <a:sym typeface="Poppins"/>
              </a:rPr>
              <a:t>Learn more</a:t>
            </a:r>
          </a:p>
          <a:p>
            <a:pPr marL="228600" marR="0" lvl="0" indent="-228600"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strike="noStrike" kern="0" cap="none" spc="0" normalizeH="0" baseline="0" noProof="0" dirty="0">
                <a:ln>
                  <a:noFill/>
                </a:ln>
                <a:solidFill>
                  <a:schemeClr val="tx1"/>
                </a:solidFill>
                <a:effectLst/>
                <a:uLnTx/>
                <a:uFillTx/>
                <a:latin typeface="Poppins"/>
                <a:ea typeface="Poppins"/>
                <a:cs typeface="Poppins"/>
                <a:sym typeface="Poppins"/>
              </a:rPr>
              <a:t>Settings Quick Access</a:t>
            </a:r>
            <a:r>
              <a:rPr kumimoji="0" lang="en-US" sz="1000" i="0" strike="noStrike" kern="0" cap="none" spc="0" normalizeH="0" baseline="0" noProof="0" dirty="0">
                <a:ln>
                  <a:noFill/>
                </a:ln>
                <a:solidFill>
                  <a:schemeClr val="tx1"/>
                </a:solidFill>
                <a:effectLst/>
                <a:uLnTx/>
                <a:uFillTx/>
                <a:latin typeface="Poppins"/>
                <a:ea typeface="Poppins"/>
                <a:cs typeface="Poppins"/>
                <a:sym typeface="Poppins"/>
              </a:rPr>
              <a:t> – Used to quickly access some of the settings options. </a:t>
            </a:r>
            <a:r>
              <a:rPr kumimoji="0" lang="en-US" sz="1000" b="1" i="0" u="sng" strike="noStrike" kern="0" cap="none" spc="0" normalizeH="0" baseline="0" noProof="0" dirty="0">
                <a:ln>
                  <a:noFill/>
                </a:ln>
                <a:solidFill>
                  <a:schemeClr val="tx1"/>
                </a:solidFill>
                <a:effectLst/>
                <a:uLnTx/>
                <a:uFillTx/>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Learn more</a:t>
            </a:r>
            <a:endParaRPr kumimoji="0" lang="en-US" sz="1000" b="1" i="0" u="sng" strike="noStrike" kern="0" cap="none" spc="0" normalizeH="0" baseline="0" noProof="0" dirty="0">
              <a:ln>
                <a:noFill/>
              </a:ln>
              <a:solidFill>
                <a:schemeClr val="tx1"/>
              </a:solidFill>
              <a:effectLst/>
              <a:uLnTx/>
              <a:uFillTx/>
              <a:latin typeface="Poppins"/>
              <a:ea typeface="Poppins"/>
              <a:cs typeface="Poppins"/>
              <a:sym typeface="Poppins"/>
            </a:endParaRPr>
          </a:p>
          <a:p>
            <a:pPr marL="228600" marR="0" lvl="0" indent="-228600"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lang="en-US" sz="1000" b="1" dirty="0">
                <a:solidFill>
                  <a:schemeClr val="tx1"/>
                </a:solidFill>
                <a:latin typeface="Poppins"/>
                <a:ea typeface="Poppins"/>
                <a:cs typeface="Poppins"/>
                <a:sym typeface="Poppins"/>
              </a:rPr>
              <a:t>Shuffle button </a:t>
            </a:r>
            <a:r>
              <a:rPr lang="en-US" sz="1000" dirty="0">
                <a:solidFill>
                  <a:schemeClr val="tx1"/>
                </a:solidFill>
                <a:latin typeface="Poppins"/>
                <a:ea typeface="Poppins"/>
                <a:cs typeface="Poppins"/>
                <a:sym typeface="Poppins"/>
              </a:rPr>
              <a:t>– Used to shuffle self products.</a:t>
            </a:r>
          </a:p>
          <a:p>
            <a:pPr marL="228600" marR="0" lvl="0" indent="-228600"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strike="noStrike" kern="0" cap="none" spc="0" normalizeH="0" baseline="0" noProof="0" dirty="0">
                <a:ln>
                  <a:noFill/>
                </a:ln>
                <a:solidFill>
                  <a:schemeClr val="tx1"/>
                </a:solidFill>
                <a:effectLst/>
                <a:uLnTx/>
                <a:uFillTx/>
                <a:latin typeface="Poppins"/>
                <a:ea typeface="Poppins"/>
                <a:cs typeface="Poppins"/>
                <a:sym typeface="Poppins"/>
              </a:rPr>
              <a:t>Screenshot button </a:t>
            </a:r>
            <a:r>
              <a:rPr kumimoji="0" lang="en-US" sz="1000" i="0" strike="noStrike" kern="0" cap="none" spc="0" normalizeH="0" baseline="0" noProof="0" dirty="0">
                <a:ln>
                  <a:noFill/>
                </a:ln>
                <a:solidFill>
                  <a:schemeClr val="tx1"/>
                </a:solidFill>
                <a:effectLst/>
                <a:uLnTx/>
                <a:uFillTx/>
                <a:latin typeface="Poppins"/>
                <a:ea typeface="Poppins"/>
                <a:cs typeface="Poppins"/>
                <a:sym typeface="Poppins"/>
              </a:rPr>
              <a:t>– Used to take a screenshot of t</a:t>
            </a:r>
            <a:r>
              <a:rPr lang="en-US" sz="1000" dirty="0">
                <a:solidFill>
                  <a:schemeClr val="tx1"/>
                </a:solidFill>
                <a:latin typeface="Poppins"/>
                <a:ea typeface="Poppins"/>
                <a:cs typeface="Poppins"/>
                <a:sym typeface="Poppins"/>
              </a:rPr>
              <a:t>he shelf.</a:t>
            </a:r>
            <a:endParaRPr kumimoji="0" lang="en-US" sz="1000" b="1" i="0" strike="noStrike" kern="0" cap="none" spc="0" normalizeH="0" baseline="0" noProof="0" dirty="0">
              <a:ln>
                <a:noFill/>
              </a:ln>
              <a:solidFill>
                <a:schemeClr val="tx1"/>
              </a:solidFill>
              <a:effectLst/>
              <a:uLnTx/>
              <a:uFillTx/>
              <a:latin typeface="Poppins"/>
              <a:ea typeface="Poppins"/>
              <a:cs typeface="Poppins"/>
              <a:sym typeface="Poppins"/>
            </a:endParaRP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Style Panel</a:t>
            </a:r>
            <a:r>
              <a:rPr lang="en-US" sz="1000" dirty="0">
                <a:solidFill>
                  <a:schemeClr val="tx1"/>
                </a:solidFill>
                <a:latin typeface="Poppins"/>
                <a:ea typeface="Poppins"/>
                <a:cs typeface="Poppins"/>
                <a:sym typeface="Poppins"/>
              </a:rPr>
              <a:t> – Used to adjust the visual appearance of your shelf test, including the modal layout, background, shelf, post, price tag, and </a:t>
            </a:r>
            <a:r>
              <a:rPr lang="en-US" sz="1000" dirty="0" err="1">
                <a:solidFill>
                  <a:schemeClr val="tx1"/>
                </a:solidFill>
                <a:latin typeface="Poppins"/>
                <a:ea typeface="Poppins"/>
                <a:cs typeface="Poppins"/>
                <a:sym typeface="Poppins"/>
              </a:rPr>
              <a:t>colours</a:t>
            </a:r>
            <a:r>
              <a:rPr lang="en-US" sz="1000" dirty="0">
                <a:solidFill>
                  <a:schemeClr val="tx1"/>
                </a:solidFill>
                <a:latin typeface="Poppins"/>
                <a:ea typeface="Poppins"/>
                <a:cs typeface="Poppins"/>
                <a:sym typeface="Poppins"/>
              </a:rPr>
              <a:t>. </a:t>
            </a:r>
            <a:r>
              <a:rPr lang="en-US" sz="1000" b="1" u="sng" dirty="0">
                <a:solidFill>
                  <a:schemeClr val="tx1"/>
                </a:solidFill>
                <a:latin typeface="Poppins"/>
                <a:ea typeface="Poppins"/>
                <a:cs typeface="Poppins"/>
                <a:sym typeface="Poppins"/>
              </a:rPr>
              <a:t>Learn more</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Chevron icon </a:t>
            </a:r>
            <a:r>
              <a:rPr lang="en-US" sz="1000" dirty="0">
                <a:solidFill>
                  <a:schemeClr val="tx1"/>
                </a:solidFill>
                <a:latin typeface="Poppins"/>
                <a:ea typeface="Poppins"/>
                <a:cs typeface="Poppins"/>
                <a:sym typeface="Poppins"/>
              </a:rPr>
              <a:t>- Used to expand or collapse the Style side panel.</a:t>
            </a:r>
          </a:p>
          <a:p>
            <a:pPr marL="228600" indent="-228600">
              <a:spcBef>
                <a:spcPts val="800"/>
              </a:spcBef>
              <a:buFont typeface="+mj-lt"/>
              <a:buAutoNum type="arabicPeriod"/>
              <a:defRPr/>
            </a:pPr>
            <a:r>
              <a:rPr kumimoji="0" lang="en-US" sz="1000" b="1" i="0" strike="noStrike" kern="0" cap="none" spc="0" normalizeH="0" baseline="0" noProof="0" dirty="0">
                <a:ln>
                  <a:noFill/>
                </a:ln>
                <a:solidFill>
                  <a:schemeClr val="tx1"/>
                </a:solidFill>
                <a:effectLst/>
                <a:uLnTx/>
                <a:uFillTx/>
                <a:latin typeface="Poppins"/>
                <a:ea typeface="Poppins"/>
                <a:cs typeface="Poppins"/>
                <a:sym typeface="Poppins"/>
              </a:rPr>
              <a:t>AI Assistant </a:t>
            </a:r>
            <a:r>
              <a:rPr kumimoji="0" lang="en-US" sz="1000" i="0" strike="noStrike" kern="0" cap="none" spc="0" normalizeH="0" baseline="0" noProof="0" dirty="0">
                <a:ln>
                  <a:noFill/>
                </a:ln>
                <a:solidFill>
                  <a:schemeClr val="tx1"/>
                </a:solidFill>
                <a:effectLst/>
                <a:uLnTx/>
                <a:uFillTx/>
                <a:latin typeface="Poppins"/>
                <a:ea typeface="Poppins"/>
                <a:cs typeface="Poppins"/>
                <a:sym typeface="Poppins"/>
              </a:rPr>
              <a:t>– Used this to open the AI Assistant Chat Box. </a:t>
            </a:r>
            <a:r>
              <a:rPr kumimoji="0" lang="en-US" sz="1000" b="1" i="0" u="sng" strike="noStrike" kern="0" cap="none" spc="0" normalizeH="0" baseline="0" noProof="0" dirty="0">
                <a:ln>
                  <a:noFill/>
                </a:ln>
                <a:solidFill>
                  <a:schemeClr val="tx1"/>
                </a:solidFill>
                <a:effectLst/>
                <a:uLnTx/>
                <a:uFillTx/>
                <a:latin typeface="Poppins"/>
                <a:ea typeface="Poppins"/>
                <a:cs typeface="Poppins"/>
                <a:sym typeface="Poppins"/>
              </a:rPr>
              <a:t>Learn more</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What’s New </a:t>
            </a:r>
            <a:r>
              <a:rPr lang="en-US" sz="1000" dirty="0">
                <a:solidFill>
                  <a:schemeClr val="tx1"/>
                </a:solidFill>
                <a:latin typeface="Poppins"/>
                <a:ea typeface="Poppins"/>
                <a:cs typeface="Poppins"/>
                <a:sym typeface="Poppins"/>
              </a:rPr>
              <a:t>– Displays the latest changes, updates, and improvements to the IMPRINT platform. </a:t>
            </a:r>
            <a:r>
              <a:rPr lang="en-US" sz="1000" b="1" u="sng" dirty="0">
                <a:solidFill>
                  <a:schemeClr val="tx1"/>
                </a:solidFill>
                <a:latin typeface="Poppins"/>
                <a:ea typeface="Poppins"/>
                <a:cs typeface="Poppins"/>
                <a:sym typeface="Poppins"/>
              </a:rPr>
              <a:t>Learn more</a:t>
            </a:r>
          </a:p>
        </p:txBody>
      </p:sp>
      <p:sp>
        <p:nvSpPr>
          <p:cNvPr id="9" name="Google Shape;265;p16" descr="Small square with numeral 1 inside">
            <a:extLst>
              <a:ext uri="{FF2B5EF4-FFF2-40B4-BE49-F238E27FC236}">
                <a16:creationId xmlns:a16="http://schemas.microsoft.com/office/drawing/2014/main" id="{45C185B1-F521-D0CB-59C9-753F101070AF}"/>
              </a:ext>
            </a:extLst>
          </p:cNvPr>
          <p:cNvSpPr txBox="1"/>
          <p:nvPr/>
        </p:nvSpPr>
        <p:spPr>
          <a:xfrm>
            <a:off x="9003555" y="1511300"/>
            <a:ext cx="2245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sp>
        <p:nvSpPr>
          <p:cNvPr id="13" name="Google Shape;265;p16" descr="Small square with numeral 1 inside">
            <a:extLst>
              <a:ext uri="{FF2B5EF4-FFF2-40B4-BE49-F238E27FC236}">
                <a16:creationId xmlns:a16="http://schemas.microsoft.com/office/drawing/2014/main" id="{EBC9DB2D-E842-4DD8-8D39-D0AC7CDF4DFB}"/>
              </a:ext>
            </a:extLst>
          </p:cNvPr>
          <p:cNvSpPr txBox="1"/>
          <p:nvPr/>
        </p:nvSpPr>
        <p:spPr>
          <a:xfrm>
            <a:off x="9002715" y="22225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dirty="0">
                <a:solidFill>
                  <a:schemeClr val="lt1"/>
                </a:solidFill>
                <a:latin typeface="Poppins"/>
                <a:ea typeface="Poppins"/>
                <a:cs typeface="Poppins"/>
                <a:sym typeface="Poppins"/>
              </a:rPr>
              <a:t>7</a:t>
            </a:r>
            <a:endParaRPr sz="1000" b="1" i="0" u="none" strike="noStrike" cap="none" dirty="0">
              <a:solidFill>
                <a:schemeClr val="lt1"/>
              </a:solidFill>
              <a:latin typeface="Poppins"/>
              <a:ea typeface="Poppins"/>
              <a:cs typeface="Poppins"/>
              <a:sym typeface="Poppins"/>
            </a:endParaRPr>
          </a:p>
        </p:txBody>
      </p:sp>
      <p:sp>
        <p:nvSpPr>
          <p:cNvPr id="17" name="Google Shape;265;p16" descr="Small square with numeral 1 inside">
            <a:extLst>
              <a:ext uri="{FF2B5EF4-FFF2-40B4-BE49-F238E27FC236}">
                <a16:creationId xmlns:a16="http://schemas.microsoft.com/office/drawing/2014/main" id="{D70E723E-9A10-6BEE-633F-D84F5B13C88A}"/>
              </a:ext>
            </a:extLst>
          </p:cNvPr>
          <p:cNvSpPr txBox="1"/>
          <p:nvPr/>
        </p:nvSpPr>
        <p:spPr>
          <a:xfrm>
            <a:off x="9002715" y="308419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dirty="0">
                <a:solidFill>
                  <a:schemeClr val="lt1"/>
                </a:solidFill>
                <a:latin typeface="Poppins"/>
                <a:ea typeface="Poppins"/>
                <a:cs typeface="Poppins"/>
                <a:sym typeface="Poppins"/>
              </a:rPr>
              <a:t>8</a:t>
            </a:r>
            <a:endParaRPr sz="1000" b="1" i="0" u="none" strike="noStrike" cap="none" dirty="0">
              <a:solidFill>
                <a:schemeClr val="lt1"/>
              </a:solidFill>
              <a:latin typeface="Poppins"/>
              <a:ea typeface="Poppins"/>
              <a:cs typeface="Poppins"/>
              <a:sym typeface="Poppins"/>
            </a:endParaRPr>
          </a:p>
        </p:txBody>
      </p:sp>
      <p:sp>
        <p:nvSpPr>
          <p:cNvPr id="20" name="Google Shape;265;p16" descr="Small square with numeral 1 inside">
            <a:extLst>
              <a:ext uri="{FF2B5EF4-FFF2-40B4-BE49-F238E27FC236}">
                <a16:creationId xmlns:a16="http://schemas.microsoft.com/office/drawing/2014/main" id="{1A1A87A2-2A5C-6068-2041-CF7D6524927F}"/>
              </a:ext>
            </a:extLst>
          </p:cNvPr>
          <p:cNvSpPr txBox="1"/>
          <p:nvPr/>
        </p:nvSpPr>
        <p:spPr>
          <a:xfrm>
            <a:off x="8896193" y="3643599"/>
            <a:ext cx="331945"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9</a:t>
            </a:r>
            <a:endParaRPr sz="1000" b="1" i="0" u="none" strike="noStrike" cap="none" dirty="0">
              <a:solidFill>
                <a:schemeClr val="lt1"/>
              </a:solidFill>
              <a:latin typeface="Poppins"/>
              <a:ea typeface="Poppins"/>
              <a:cs typeface="Poppins"/>
              <a:sym typeface="Poppins"/>
            </a:endParaRPr>
          </a:p>
        </p:txBody>
      </p:sp>
      <p:sp>
        <p:nvSpPr>
          <p:cNvPr id="23" name="Google Shape;265;p16" descr="Small square with numeral 1 inside">
            <a:extLst>
              <a:ext uri="{FF2B5EF4-FFF2-40B4-BE49-F238E27FC236}">
                <a16:creationId xmlns:a16="http://schemas.microsoft.com/office/drawing/2014/main" id="{8DF49D73-2849-05F0-D80A-D28C7BE9134C}"/>
              </a:ext>
            </a:extLst>
          </p:cNvPr>
          <p:cNvSpPr txBox="1"/>
          <p:nvPr/>
        </p:nvSpPr>
        <p:spPr>
          <a:xfrm>
            <a:off x="8896193" y="4053154"/>
            <a:ext cx="331945"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10</a:t>
            </a:r>
            <a:endParaRPr sz="1000" b="1" i="0" u="none" strike="noStrike" cap="none" dirty="0">
              <a:solidFill>
                <a:schemeClr val="lt1"/>
              </a:solidFill>
              <a:latin typeface="Poppins"/>
              <a:ea typeface="Poppins"/>
              <a:cs typeface="Poppins"/>
              <a:sym typeface="Poppins"/>
            </a:endParaRPr>
          </a:p>
        </p:txBody>
      </p:sp>
      <p:sp>
        <p:nvSpPr>
          <p:cNvPr id="31" name="Google Shape;265;p16" descr="Small square with numeral 1 inside">
            <a:extLst>
              <a:ext uri="{FF2B5EF4-FFF2-40B4-BE49-F238E27FC236}">
                <a16:creationId xmlns:a16="http://schemas.microsoft.com/office/drawing/2014/main" id="{A8F721F9-809A-1AF0-44C2-99D7959A7565}"/>
              </a:ext>
            </a:extLst>
          </p:cNvPr>
          <p:cNvSpPr txBox="1"/>
          <p:nvPr/>
        </p:nvSpPr>
        <p:spPr>
          <a:xfrm>
            <a:off x="8896193" y="4459607"/>
            <a:ext cx="331945"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11</a:t>
            </a:r>
            <a:endParaRPr sz="1000" b="1" i="0" u="none" strike="noStrike" cap="none" dirty="0">
              <a:solidFill>
                <a:schemeClr val="lt1"/>
              </a:solidFill>
              <a:latin typeface="Poppins"/>
              <a:ea typeface="Poppins"/>
              <a:cs typeface="Poppins"/>
              <a:sym typeface="Poppins"/>
            </a:endParaRPr>
          </a:p>
        </p:txBody>
      </p:sp>
      <p:sp>
        <p:nvSpPr>
          <p:cNvPr id="34" name="Google Shape;265;p16" descr="Small square with numeral 1 inside">
            <a:extLst>
              <a:ext uri="{FF2B5EF4-FFF2-40B4-BE49-F238E27FC236}">
                <a16:creationId xmlns:a16="http://schemas.microsoft.com/office/drawing/2014/main" id="{B73BCAB1-761D-7B87-A5EF-6912523478F8}"/>
              </a:ext>
            </a:extLst>
          </p:cNvPr>
          <p:cNvSpPr txBox="1"/>
          <p:nvPr/>
        </p:nvSpPr>
        <p:spPr>
          <a:xfrm>
            <a:off x="8895707" y="5316353"/>
            <a:ext cx="331945"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12</a:t>
            </a:r>
          </a:p>
        </p:txBody>
      </p:sp>
      <p:sp>
        <p:nvSpPr>
          <p:cNvPr id="36" name="Google Shape;265;p16" descr="Small square with numeral 1 inside">
            <a:extLst>
              <a:ext uri="{FF2B5EF4-FFF2-40B4-BE49-F238E27FC236}">
                <a16:creationId xmlns:a16="http://schemas.microsoft.com/office/drawing/2014/main" id="{FF9CEEA2-8394-8885-E2B2-1809874621A1}"/>
              </a:ext>
            </a:extLst>
          </p:cNvPr>
          <p:cNvSpPr txBox="1"/>
          <p:nvPr/>
        </p:nvSpPr>
        <p:spPr>
          <a:xfrm>
            <a:off x="8895353" y="5728722"/>
            <a:ext cx="331945"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13</a:t>
            </a:r>
          </a:p>
        </p:txBody>
      </p:sp>
      <p:pic>
        <p:nvPicPr>
          <p:cNvPr id="5" name="Picture 4">
            <a:extLst>
              <a:ext uri="{FF2B5EF4-FFF2-40B4-BE49-F238E27FC236}">
                <a16:creationId xmlns:a16="http://schemas.microsoft.com/office/drawing/2014/main" id="{F2DB27FF-EEBD-7AD2-9102-BD7687457258}"/>
              </a:ext>
            </a:extLst>
          </p:cNvPr>
          <p:cNvPicPr>
            <a:picLocks noChangeAspect="1"/>
          </p:cNvPicPr>
          <p:nvPr/>
        </p:nvPicPr>
        <p:blipFill>
          <a:blip r:embed="rId5"/>
          <a:stretch>
            <a:fillRect/>
          </a:stretch>
        </p:blipFill>
        <p:spPr>
          <a:xfrm>
            <a:off x="999231" y="1859834"/>
            <a:ext cx="7296717" cy="3705089"/>
          </a:xfrm>
          <a:prstGeom prst="rect">
            <a:avLst/>
          </a:prstGeom>
          <a:effectLst>
            <a:outerShdw blurRad="63500" sx="102000" sy="102000" algn="ctr" rotWithShape="0">
              <a:prstClr val="black">
                <a:alpha val="40000"/>
              </a:prstClr>
            </a:outerShdw>
          </a:effectLst>
        </p:spPr>
      </p:pic>
      <p:sp>
        <p:nvSpPr>
          <p:cNvPr id="6" name="Rectangle 5">
            <a:extLst>
              <a:ext uri="{FF2B5EF4-FFF2-40B4-BE49-F238E27FC236}">
                <a16:creationId xmlns:a16="http://schemas.microsoft.com/office/drawing/2014/main" id="{BC7D6AA4-66E7-22B3-C52B-637C377AD588}"/>
              </a:ext>
            </a:extLst>
          </p:cNvPr>
          <p:cNvSpPr/>
          <p:nvPr/>
        </p:nvSpPr>
        <p:spPr>
          <a:xfrm>
            <a:off x="999235" y="2071640"/>
            <a:ext cx="468405" cy="548793"/>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7" name="Rectangle 6">
            <a:extLst>
              <a:ext uri="{FF2B5EF4-FFF2-40B4-BE49-F238E27FC236}">
                <a16:creationId xmlns:a16="http://schemas.microsoft.com/office/drawing/2014/main" id="{836AE7E9-075C-513F-D71C-4605E0055D88}"/>
              </a:ext>
            </a:extLst>
          </p:cNvPr>
          <p:cNvSpPr/>
          <p:nvPr/>
        </p:nvSpPr>
        <p:spPr>
          <a:xfrm>
            <a:off x="999235" y="2619383"/>
            <a:ext cx="468405" cy="564820"/>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8" name="Google Shape;210;p7">
            <a:extLst>
              <a:ext uri="{FF2B5EF4-FFF2-40B4-BE49-F238E27FC236}">
                <a16:creationId xmlns:a16="http://schemas.microsoft.com/office/drawing/2014/main" id="{64030F33-2F49-EE8D-72D2-AA0524D35B2D}"/>
              </a:ext>
            </a:extLst>
          </p:cNvPr>
          <p:cNvCxnSpPr>
            <a:cxnSpLocks/>
          </p:cNvCxnSpPr>
          <p:nvPr/>
        </p:nvCxnSpPr>
        <p:spPr>
          <a:xfrm>
            <a:off x="764382" y="2343735"/>
            <a:ext cx="211600" cy="0"/>
          </a:xfrm>
          <a:prstGeom prst="straightConnector1">
            <a:avLst/>
          </a:prstGeom>
          <a:noFill/>
          <a:ln w="12700" cap="flat" cmpd="sng">
            <a:solidFill>
              <a:srgbClr val="901A8A"/>
            </a:solidFill>
            <a:prstDash val="solid"/>
            <a:round/>
            <a:headEnd type="none" w="sm" len="sm"/>
            <a:tailEnd type="triangle" w="med" len="med"/>
          </a:ln>
        </p:spPr>
      </p:cxnSp>
      <p:cxnSp>
        <p:nvCxnSpPr>
          <p:cNvPr id="10" name="Google Shape;210;p7">
            <a:extLst>
              <a:ext uri="{FF2B5EF4-FFF2-40B4-BE49-F238E27FC236}">
                <a16:creationId xmlns:a16="http://schemas.microsoft.com/office/drawing/2014/main" id="{9924991D-AE54-7C36-09FD-450C0F2ED2A4}"/>
              </a:ext>
            </a:extLst>
          </p:cNvPr>
          <p:cNvCxnSpPr>
            <a:cxnSpLocks/>
          </p:cNvCxnSpPr>
          <p:nvPr/>
        </p:nvCxnSpPr>
        <p:spPr>
          <a:xfrm flipV="1">
            <a:off x="765238" y="2901005"/>
            <a:ext cx="212384" cy="360"/>
          </a:xfrm>
          <a:prstGeom prst="straightConnector1">
            <a:avLst/>
          </a:prstGeom>
          <a:noFill/>
          <a:ln w="12700" cap="flat" cmpd="sng">
            <a:solidFill>
              <a:srgbClr val="901A8A"/>
            </a:solidFill>
            <a:prstDash val="solid"/>
            <a:round/>
            <a:headEnd type="none" w="sm" len="sm"/>
            <a:tailEnd type="triangle" w="med" len="med"/>
          </a:ln>
        </p:spPr>
      </p:cxnSp>
      <p:cxnSp>
        <p:nvCxnSpPr>
          <p:cNvPr id="11" name="Google Shape;210;p7">
            <a:extLst>
              <a:ext uri="{FF2B5EF4-FFF2-40B4-BE49-F238E27FC236}">
                <a16:creationId xmlns:a16="http://schemas.microsoft.com/office/drawing/2014/main" id="{01AA1A07-F0A9-EAA5-E70D-D5241F1B9B14}"/>
              </a:ext>
            </a:extLst>
          </p:cNvPr>
          <p:cNvCxnSpPr>
            <a:cxnSpLocks/>
          </p:cNvCxnSpPr>
          <p:nvPr/>
        </p:nvCxnSpPr>
        <p:spPr>
          <a:xfrm>
            <a:off x="766763" y="3456076"/>
            <a:ext cx="210845" cy="0"/>
          </a:xfrm>
          <a:prstGeom prst="straightConnector1">
            <a:avLst/>
          </a:prstGeom>
          <a:noFill/>
          <a:ln w="12700" cap="flat" cmpd="sng">
            <a:solidFill>
              <a:srgbClr val="901A8A"/>
            </a:solidFill>
            <a:prstDash val="solid"/>
            <a:round/>
            <a:headEnd type="none" w="sm" len="sm"/>
            <a:tailEnd type="triangle" w="med" len="med"/>
          </a:ln>
        </p:spPr>
      </p:cxnSp>
      <p:cxnSp>
        <p:nvCxnSpPr>
          <p:cNvPr id="14" name="Google Shape;210;p7">
            <a:extLst>
              <a:ext uri="{FF2B5EF4-FFF2-40B4-BE49-F238E27FC236}">
                <a16:creationId xmlns:a16="http://schemas.microsoft.com/office/drawing/2014/main" id="{4E31114A-2277-B1C6-0148-0F5512231C8F}"/>
              </a:ext>
            </a:extLst>
          </p:cNvPr>
          <p:cNvCxnSpPr>
            <a:cxnSpLocks/>
          </p:cNvCxnSpPr>
          <p:nvPr/>
        </p:nvCxnSpPr>
        <p:spPr>
          <a:xfrm>
            <a:off x="766763" y="4010189"/>
            <a:ext cx="212539" cy="523"/>
          </a:xfrm>
          <a:prstGeom prst="straightConnector1">
            <a:avLst/>
          </a:prstGeom>
          <a:noFill/>
          <a:ln w="12700" cap="flat" cmpd="sng">
            <a:solidFill>
              <a:srgbClr val="901A8A"/>
            </a:solidFill>
            <a:prstDash val="solid"/>
            <a:round/>
            <a:headEnd type="none" w="sm" len="sm"/>
            <a:tailEnd type="triangle" w="med" len="med"/>
          </a:ln>
        </p:spPr>
      </p:cxnSp>
      <p:cxnSp>
        <p:nvCxnSpPr>
          <p:cNvPr id="16" name="Google Shape;210;p7">
            <a:extLst>
              <a:ext uri="{FF2B5EF4-FFF2-40B4-BE49-F238E27FC236}">
                <a16:creationId xmlns:a16="http://schemas.microsoft.com/office/drawing/2014/main" id="{90B7B41C-BD66-0C35-89FB-A26662A8B863}"/>
              </a:ext>
            </a:extLst>
          </p:cNvPr>
          <p:cNvCxnSpPr>
            <a:cxnSpLocks/>
          </p:cNvCxnSpPr>
          <p:nvPr/>
        </p:nvCxnSpPr>
        <p:spPr>
          <a:xfrm>
            <a:off x="766763" y="4576770"/>
            <a:ext cx="212983" cy="755"/>
          </a:xfrm>
          <a:prstGeom prst="straightConnector1">
            <a:avLst/>
          </a:prstGeom>
          <a:noFill/>
          <a:ln w="12700" cap="flat" cmpd="sng">
            <a:solidFill>
              <a:srgbClr val="901A8A"/>
            </a:solidFill>
            <a:prstDash val="solid"/>
            <a:round/>
            <a:headEnd type="none" w="sm" len="sm"/>
            <a:tailEnd type="triangle" w="med" len="med"/>
          </a:ln>
        </p:spPr>
      </p:cxnSp>
      <p:cxnSp>
        <p:nvCxnSpPr>
          <p:cNvPr id="18" name="Google Shape;210;p7">
            <a:extLst>
              <a:ext uri="{FF2B5EF4-FFF2-40B4-BE49-F238E27FC236}">
                <a16:creationId xmlns:a16="http://schemas.microsoft.com/office/drawing/2014/main" id="{BD63524E-A9C0-BBD8-7C0D-ECCF0F2F5574}"/>
              </a:ext>
            </a:extLst>
          </p:cNvPr>
          <p:cNvCxnSpPr>
            <a:cxnSpLocks/>
          </p:cNvCxnSpPr>
          <p:nvPr/>
        </p:nvCxnSpPr>
        <p:spPr>
          <a:xfrm flipV="1">
            <a:off x="769867" y="5132280"/>
            <a:ext cx="209315" cy="988"/>
          </a:xfrm>
          <a:prstGeom prst="straightConnector1">
            <a:avLst/>
          </a:prstGeom>
          <a:noFill/>
          <a:ln w="12700" cap="flat" cmpd="sng">
            <a:solidFill>
              <a:srgbClr val="901A8A"/>
            </a:solidFill>
            <a:prstDash val="solid"/>
            <a:round/>
            <a:headEnd type="none" w="sm" len="sm"/>
            <a:tailEnd type="triangle" w="med" len="med"/>
          </a:ln>
        </p:spPr>
      </p:cxnSp>
      <p:sp>
        <p:nvSpPr>
          <p:cNvPr id="22" name="Google Shape;265;p16" descr="Small square with numeral 1 inside">
            <a:extLst>
              <a:ext uri="{FF2B5EF4-FFF2-40B4-BE49-F238E27FC236}">
                <a16:creationId xmlns:a16="http://schemas.microsoft.com/office/drawing/2014/main" id="{E33FF913-D00D-4E0D-4AA7-792E2305F634}"/>
              </a:ext>
            </a:extLst>
          </p:cNvPr>
          <p:cNvSpPr txBox="1"/>
          <p:nvPr/>
        </p:nvSpPr>
        <p:spPr>
          <a:xfrm flipH="1">
            <a:off x="528912" y="222094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24" name="Google Shape;265;p16" descr="Small square with numeral 1 inside">
            <a:extLst>
              <a:ext uri="{FF2B5EF4-FFF2-40B4-BE49-F238E27FC236}">
                <a16:creationId xmlns:a16="http://schemas.microsoft.com/office/drawing/2014/main" id="{C1B2BAA7-CCBF-B919-EE04-5AC176F37623}"/>
              </a:ext>
            </a:extLst>
          </p:cNvPr>
          <p:cNvSpPr txBox="1"/>
          <p:nvPr/>
        </p:nvSpPr>
        <p:spPr>
          <a:xfrm flipH="1">
            <a:off x="527894" y="277873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25" name="Google Shape;265;p16" descr="Small square with numeral 1 inside">
            <a:extLst>
              <a:ext uri="{FF2B5EF4-FFF2-40B4-BE49-F238E27FC236}">
                <a16:creationId xmlns:a16="http://schemas.microsoft.com/office/drawing/2014/main" id="{153B9B50-BC3B-1A40-FE38-3D0F20F4722F}"/>
              </a:ext>
            </a:extLst>
          </p:cNvPr>
          <p:cNvSpPr txBox="1"/>
          <p:nvPr/>
        </p:nvSpPr>
        <p:spPr>
          <a:xfrm flipH="1">
            <a:off x="532656" y="333372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
        <p:nvSpPr>
          <p:cNvPr id="26" name="Google Shape;265;p16" descr="Small square with numeral 1 inside">
            <a:extLst>
              <a:ext uri="{FF2B5EF4-FFF2-40B4-BE49-F238E27FC236}">
                <a16:creationId xmlns:a16="http://schemas.microsoft.com/office/drawing/2014/main" id="{525DDEC8-767A-6355-FCA5-2AD1C1B09221}"/>
              </a:ext>
            </a:extLst>
          </p:cNvPr>
          <p:cNvSpPr txBox="1"/>
          <p:nvPr/>
        </p:nvSpPr>
        <p:spPr>
          <a:xfrm flipH="1">
            <a:off x="531920" y="388846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4</a:t>
            </a:r>
            <a:endParaRPr sz="1000" b="1" i="0" u="none" strike="noStrike" cap="none">
              <a:solidFill>
                <a:schemeClr val="lt1"/>
              </a:solidFill>
              <a:latin typeface="Poppins"/>
              <a:ea typeface="Poppins"/>
              <a:cs typeface="Poppins"/>
              <a:sym typeface="Poppins"/>
            </a:endParaRPr>
          </a:p>
        </p:txBody>
      </p:sp>
      <p:sp>
        <p:nvSpPr>
          <p:cNvPr id="27" name="Google Shape;265;p16" descr="Small square with numeral 1 inside">
            <a:extLst>
              <a:ext uri="{FF2B5EF4-FFF2-40B4-BE49-F238E27FC236}">
                <a16:creationId xmlns:a16="http://schemas.microsoft.com/office/drawing/2014/main" id="{280D5C1F-1090-C9CF-7881-AC2ECA1F2424}"/>
              </a:ext>
            </a:extLst>
          </p:cNvPr>
          <p:cNvSpPr txBox="1"/>
          <p:nvPr/>
        </p:nvSpPr>
        <p:spPr>
          <a:xfrm flipH="1">
            <a:off x="530069" y="445522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28" name="Google Shape;265;p16" descr="Small square with numeral 1 inside">
            <a:extLst>
              <a:ext uri="{FF2B5EF4-FFF2-40B4-BE49-F238E27FC236}">
                <a16:creationId xmlns:a16="http://schemas.microsoft.com/office/drawing/2014/main" id="{AA9E524C-C629-256F-C011-C7F6D04B3C42}"/>
              </a:ext>
            </a:extLst>
          </p:cNvPr>
          <p:cNvSpPr txBox="1"/>
          <p:nvPr/>
        </p:nvSpPr>
        <p:spPr>
          <a:xfrm flipH="1">
            <a:off x="534903" y="50124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sp>
        <p:nvSpPr>
          <p:cNvPr id="30" name="Rectangle 29">
            <a:extLst>
              <a:ext uri="{FF2B5EF4-FFF2-40B4-BE49-F238E27FC236}">
                <a16:creationId xmlns:a16="http://schemas.microsoft.com/office/drawing/2014/main" id="{14674ACD-F339-7025-ADB9-BA3426BCC3BA}"/>
              </a:ext>
            </a:extLst>
          </p:cNvPr>
          <p:cNvSpPr/>
          <p:nvPr/>
        </p:nvSpPr>
        <p:spPr>
          <a:xfrm>
            <a:off x="6144675" y="2102391"/>
            <a:ext cx="282610" cy="13298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2" name="Rectangle 31">
            <a:extLst>
              <a:ext uri="{FF2B5EF4-FFF2-40B4-BE49-F238E27FC236}">
                <a16:creationId xmlns:a16="http://schemas.microsoft.com/office/drawing/2014/main" id="{35D713F7-FE4C-84A4-9D59-10C83F86E496}"/>
              </a:ext>
            </a:extLst>
          </p:cNvPr>
          <p:cNvSpPr/>
          <p:nvPr/>
        </p:nvSpPr>
        <p:spPr>
          <a:xfrm>
            <a:off x="4957161" y="2102099"/>
            <a:ext cx="314758" cy="132985"/>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7" name="Rectangle 36">
            <a:extLst>
              <a:ext uri="{FF2B5EF4-FFF2-40B4-BE49-F238E27FC236}">
                <a16:creationId xmlns:a16="http://schemas.microsoft.com/office/drawing/2014/main" id="{6C12742B-352F-CA0A-81F7-BA6AD19C018E}"/>
              </a:ext>
            </a:extLst>
          </p:cNvPr>
          <p:cNvSpPr/>
          <p:nvPr/>
        </p:nvSpPr>
        <p:spPr>
          <a:xfrm>
            <a:off x="4612221" y="2099719"/>
            <a:ext cx="301469" cy="132985"/>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8" name="Rectangle 37">
            <a:extLst>
              <a:ext uri="{FF2B5EF4-FFF2-40B4-BE49-F238E27FC236}">
                <a16:creationId xmlns:a16="http://schemas.microsoft.com/office/drawing/2014/main" id="{45E0B286-F435-2D65-8E99-C706D7DF9207}"/>
              </a:ext>
            </a:extLst>
          </p:cNvPr>
          <p:cNvSpPr/>
          <p:nvPr/>
        </p:nvSpPr>
        <p:spPr>
          <a:xfrm>
            <a:off x="3100391" y="2098051"/>
            <a:ext cx="1468359" cy="132985"/>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ln>
                <a:solidFill>
                  <a:schemeClr val="tx1"/>
                </a:solidFill>
              </a:ln>
              <a:noFill/>
            </a:endParaRPr>
          </a:p>
        </p:txBody>
      </p:sp>
      <p:cxnSp>
        <p:nvCxnSpPr>
          <p:cNvPr id="41" name="Google Shape;210;p7">
            <a:extLst>
              <a:ext uri="{FF2B5EF4-FFF2-40B4-BE49-F238E27FC236}">
                <a16:creationId xmlns:a16="http://schemas.microsoft.com/office/drawing/2014/main" id="{0FB777D8-9275-F26A-F421-388EF2B2C526}"/>
              </a:ext>
            </a:extLst>
          </p:cNvPr>
          <p:cNvCxnSpPr>
            <a:cxnSpLocks/>
          </p:cNvCxnSpPr>
          <p:nvPr/>
        </p:nvCxnSpPr>
        <p:spPr>
          <a:xfrm>
            <a:off x="6635750" y="4132566"/>
            <a:ext cx="343444" cy="0"/>
          </a:xfrm>
          <a:prstGeom prst="straightConnector1">
            <a:avLst/>
          </a:prstGeom>
          <a:noFill/>
          <a:ln w="12700" cap="flat" cmpd="sng">
            <a:solidFill>
              <a:srgbClr val="901A8A"/>
            </a:solidFill>
            <a:prstDash val="solid"/>
            <a:round/>
            <a:headEnd type="none" w="sm" len="sm"/>
            <a:tailEnd type="triangle" w="med" len="med"/>
          </a:ln>
        </p:spPr>
      </p:cxnSp>
      <p:cxnSp>
        <p:nvCxnSpPr>
          <p:cNvPr id="42" name="Google Shape;210;p7">
            <a:extLst>
              <a:ext uri="{FF2B5EF4-FFF2-40B4-BE49-F238E27FC236}">
                <a16:creationId xmlns:a16="http://schemas.microsoft.com/office/drawing/2014/main" id="{87B1966D-C021-CBD3-4FDC-03B850796FD1}"/>
              </a:ext>
            </a:extLst>
          </p:cNvPr>
          <p:cNvCxnSpPr>
            <a:cxnSpLocks/>
          </p:cNvCxnSpPr>
          <p:nvPr/>
        </p:nvCxnSpPr>
        <p:spPr>
          <a:xfrm flipV="1">
            <a:off x="6282524" y="2255066"/>
            <a:ext cx="0" cy="446920"/>
          </a:xfrm>
          <a:prstGeom prst="straightConnector1">
            <a:avLst/>
          </a:prstGeom>
          <a:noFill/>
          <a:ln w="12700" cap="flat" cmpd="sng">
            <a:solidFill>
              <a:srgbClr val="901A8A"/>
            </a:solidFill>
            <a:prstDash val="solid"/>
            <a:round/>
            <a:headEnd type="none" w="sm" len="sm"/>
            <a:tailEnd type="triangle" w="med" len="med"/>
          </a:ln>
        </p:spPr>
      </p:cxnSp>
      <p:sp>
        <p:nvSpPr>
          <p:cNvPr id="44" name="Rectangle 43">
            <a:extLst>
              <a:ext uri="{FF2B5EF4-FFF2-40B4-BE49-F238E27FC236}">
                <a16:creationId xmlns:a16="http://schemas.microsoft.com/office/drawing/2014/main" id="{8FBB3AF8-2370-0498-1A93-31C554FA4B0B}"/>
              </a:ext>
            </a:extLst>
          </p:cNvPr>
          <p:cNvSpPr/>
          <p:nvPr/>
        </p:nvSpPr>
        <p:spPr>
          <a:xfrm>
            <a:off x="6999685" y="2099731"/>
            <a:ext cx="1239433" cy="3311039"/>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45" name="Google Shape;210;p7">
            <a:extLst>
              <a:ext uri="{FF2B5EF4-FFF2-40B4-BE49-F238E27FC236}">
                <a16:creationId xmlns:a16="http://schemas.microsoft.com/office/drawing/2014/main" id="{2AB936CB-643D-6D3E-EF9F-7E73307406A1}"/>
              </a:ext>
            </a:extLst>
          </p:cNvPr>
          <p:cNvCxnSpPr>
            <a:cxnSpLocks/>
          </p:cNvCxnSpPr>
          <p:nvPr/>
        </p:nvCxnSpPr>
        <p:spPr>
          <a:xfrm>
            <a:off x="7451388" y="1449388"/>
            <a:ext cx="0" cy="428093"/>
          </a:xfrm>
          <a:prstGeom prst="straightConnector1">
            <a:avLst/>
          </a:prstGeom>
          <a:noFill/>
          <a:ln w="12700" cap="flat" cmpd="sng">
            <a:solidFill>
              <a:srgbClr val="901A8A"/>
            </a:solidFill>
            <a:prstDash val="solid"/>
            <a:round/>
            <a:headEnd type="none" w="sm" len="sm"/>
            <a:tailEnd type="triangle" w="med" len="med"/>
          </a:ln>
        </p:spPr>
      </p:cxnSp>
      <p:sp>
        <p:nvSpPr>
          <p:cNvPr id="47" name="Google Shape;265;p16" descr="Small square with numeral 1 inside">
            <a:extLst>
              <a:ext uri="{FF2B5EF4-FFF2-40B4-BE49-F238E27FC236}">
                <a16:creationId xmlns:a16="http://schemas.microsoft.com/office/drawing/2014/main" id="{163D108A-97B2-ACD9-79DC-03670AAD4BA3}"/>
              </a:ext>
            </a:extLst>
          </p:cNvPr>
          <p:cNvSpPr txBox="1"/>
          <p:nvPr/>
        </p:nvSpPr>
        <p:spPr>
          <a:xfrm>
            <a:off x="7291162" y="1191539"/>
            <a:ext cx="324066"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13</a:t>
            </a:r>
            <a:endParaRPr sz="1000" b="1" i="0" u="none" strike="noStrike" cap="none" dirty="0">
              <a:solidFill>
                <a:schemeClr val="lt1"/>
              </a:solidFill>
              <a:latin typeface="Poppins"/>
              <a:ea typeface="Poppins"/>
              <a:cs typeface="Poppins"/>
              <a:sym typeface="Poppins"/>
            </a:endParaRPr>
          </a:p>
        </p:txBody>
      </p:sp>
      <p:sp>
        <p:nvSpPr>
          <p:cNvPr id="48" name="Google Shape;265;p16" descr="Small square with numeral 1 inside">
            <a:extLst>
              <a:ext uri="{FF2B5EF4-FFF2-40B4-BE49-F238E27FC236}">
                <a16:creationId xmlns:a16="http://schemas.microsoft.com/office/drawing/2014/main" id="{15AA96CE-97D6-455F-FAAA-61554A16F92F}"/>
              </a:ext>
            </a:extLst>
          </p:cNvPr>
          <p:cNvSpPr txBox="1"/>
          <p:nvPr/>
        </p:nvSpPr>
        <p:spPr>
          <a:xfrm>
            <a:off x="6791523" y="1191636"/>
            <a:ext cx="324067"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14</a:t>
            </a:r>
            <a:endParaRPr sz="1000" b="1" i="0" u="none" strike="noStrike" cap="none" dirty="0">
              <a:solidFill>
                <a:schemeClr val="lt1"/>
              </a:solidFill>
              <a:latin typeface="Poppins"/>
              <a:ea typeface="Poppins"/>
              <a:cs typeface="Poppins"/>
              <a:sym typeface="Poppins"/>
            </a:endParaRPr>
          </a:p>
        </p:txBody>
      </p:sp>
      <p:cxnSp>
        <p:nvCxnSpPr>
          <p:cNvPr id="49" name="Google Shape;210;p7">
            <a:extLst>
              <a:ext uri="{FF2B5EF4-FFF2-40B4-BE49-F238E27FC236}">
                <a16:creationId xmlns:a16="http://schemas.microsoft.com/office/drawing/2014/main" id="{42C1CFE4-4F12-9CE8-3A6B-F2FD4E54EB32}"/>
              </a:ext>
            </a:extLst>
          </p:cNvPr>
          <p:cNvCxnSpPr>
            <a:cxnSpLocks/>
          </p:cNvCxnSpPr>
          <p:nvPr/>
        </p:nvCxnSpPr>
        <p:spPr>
          <a:xfrm>
            <a:off x="4761620" y="1449388"/>
            <a:ext cx="0" cy="628557"/>
          </a:xfrm>
          <a:prstGeom prst="straightConnector1">
            <a:avLst/>
          </a:prstGeom>
          <a:noFill/>
          <a:ln w="12700" cap="flat" cmpd="sng">
            <a:solidFill>
              <a:srgbClr val="901A8A"/>
            </a:solidFill>
            <a:prstDash val="solid"/>
            <a:round/>
            <a:headEnd type="none" w="sm" len="sm"/>
            <a:tailEnd type="triangle" w="med" len="med"/>
          </a:ln>
        </p:spPr>
      </p:cxnSp>
      <p:sp>
        <p:nvSpPr>
          <p:cNvPr id="52" name="Google Shape;265;p16" descr="Small square with numeral 1 inside">
            <a:extLst>
              <a:ext uri="{FF2B5EF4-FFF2-40B4-BE49-F238E27FC236}">
                <a16:creationId xmlns:a16="http://schemas.microsoft.com/office/drawing/2014/main" id="{920D1818-8F52-FEB7-DA26-A17D8E138D90}"/>
              </a:ext>
            </a:extLst>
          </p:cNvPr>
          <p:cNvSpPr txBox="1"/>
          <p:nvPr/>
        </p:nvSpPr>
        <p:spPr>
          <a:xfrm>
            <a:off x="6124702" y="2716472"/>
            <a:ext cx="31729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17</a:t>
            </a:r>
            <a:endParaRPr sz="1000" b="1" i="0" u="none" strike="noStrike" cap="none" dirty="0">
              <a:solidFill>
                <a:schemeClr val="lt1"/>
              </a:solidFill>
              <a:latin typeface="Poppins"/>
              <a:ea typeface="Poppins"/>
              <a:cs typeface="Poppins"/>
              <a:sym typeface="Poppins"/>
            </a:endParaRPr>
          </a:p>
        </p:txBody>
      </p:sp>
      <p:sp>
        <p:nvSpPr>
          <p:cNvPr id="53" name="Google Shape;265;p16" descr="Small square with numeral 1 inside">
            <a:extLst>
              <a:ext uri="{FF2B5EF4-FFF2-40B4-BE49-F238E27FC236}">
                <a16:creationId xmlns:a16="http://schemas.microsoft.com/office/drawing/2014/main" id="{98F316DF-578F-8B35-3F79-E6CB7AD04C70}"/>
              </a:ext>
            </a:extLst>
          </p:cNvPr>
          <p:cNvSpPr txBox="1"/>
          <p:nvPr/>
        </p:nvSpPr>
        <p:spPr>
          <a:xfrm>
            <a:off x="4956791" y="1192274"/>
            <a:ext cx="31729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18</a:t>
            </a:r>
            <a:endParaRPr sz="1000" b="1" i="0" u="none" strike="noStrike" cap="none" dirty="0">
              <a:solidFill>
                <a:schemeClr val="lt1"/>
              </a:solidFill>
              <a:latin typeface="Poppins"/>
              <a:ea typeface="Poppins"/>
              <a:cs typeface="Poppins"/>
              <a:sym typeface="Poppins"/>
            </a:endParaRPr>
          </a:p>
        </p:txBody>
      </p:sp>
      <p:cxnSp>
        <p:nvCxnSpPr>
          <p:cNvPr id="54" name="Google Shape;210;p7">
            <a:extLst>
              <a:ext uri="{FF2B5EF4-FFF2-40B4-BE49-F238E27FC236}">
                <a16:creationId xmlns:a16="http://schemas.microsoft.com/office/drawing/2014/main" id="{E8785899-A6AA-28EC-6D95-44130F7EA80C}"/>
              </a:ext>
            </a:extLst>
          </p:cNvPr>
          <p:cNvCxnSpPr>
            <a:cxnSpLocks/>
          </p:cNvCxnSpPr>
          <p:nvPr/>
        </p:nvCxnSpPr>
        <p:spPr>
          <a:xfrm>
            <a:off x="3836603" y="1449388"/>
            <a:ext cx="0" cy="628440"/>
          </a:xfrm>
          <a:prstGeom prst="straightConnector1">
            <a:avLst/>
          </a:prstGeom>
          <a:noFill/>
          <a:ln w="12700" cap="flat" cmpd="sng">
            <a:solidFill>
              <a:srgbClr val="901A8A"/>
            </a:solidFill>
            <a:prstDash val="solid"/>
            <a:round/>
            <a:headEnd type="none" w="sm" len="sm"/>
            <a:tailEnd type="triangle" w="med" len="med"/>
          </a:ln>
        </p:spPr>
      </p:cxnSp>
      <p:sp>
        <p:nvSpPr>
          <p:cNvPr id="55" name="Google Shape;265;p16" descr="Small square with numeral 1 inside">
            <a:extLst>
              <a:ext uri="{FF2B5EF4-FFF2-40B4-BE49-F238E27FC236}">
                <a16:creationId xmlns:a16="http://schemas.microsoft.com/office/drawing/2014/main" id="{34185B1D-9A68-0CEF-1249-55A7E39E2B88}"/>
              </a:ext>
            </a:extLst>
          </p:cNvPr>
          <p:cNvSpPr txBox="1"/>
          <p:nvPr/>
        </p:nvSpPr>
        <p:spPr>
          <a:xfrm>
            <a:off x="4604896" y="1192421"/>
            <a:ext cx="31729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19</a:t>
            </a:r>
            <a:endParaRPr sz="1000" b="1" i="0" u="none" strike="noStrike" cap="none" dirty="0">
              <a:solidFill>
                <a:schemeClr val="lt1"/>
              </a:solidFill>
              <a:latin typeface="Poppins"/>
              <a:ea typeface="Poppins"/>
              <a:cs typeface="Poppins"/>
              <a:sym typeface="Poppins"/>
            </a:endParaRPr>
          </a:p>
        </p:txBody>
      </p:sp>
      <p:cxnSp>
        <p:nvCxnSpPr>
          <p:cNvPr id="56" name="Google Shape;210;p7">
            <a:extLst>
              <a:ext uri="{FF2B5EF4-FFF2-40B4-BE49-F238E27FC236}">
                <a16:creationId xmlns:a16="http://schemas.microsoft.com/office/drawing/2014/main" id="{F1376343-CA8A-2A44-418C-D735F9AF471B}"/>
              </a:ext>
            </a:extLst>
          </p:cNvPr>
          <p:cNvCxnSpPr>
            <a:cxnSpLocks/>
          </p:cNvCxnSpPr>
          <p:nvPr/>
        </p:nvCxnSpPr>
        <p:spPr>
          <a:xfrm>
            <a:off x="5114514" y="1449388"/>
            <a:ext cx="0" cy="630938"/>
          </a:xfrm>
          <a:prstGeom prst="straightConnector1">
            <a:avLst/>
          </a:prstGeom>
          <a:noFill/>
          <a:ln w="12700" cap="flat" cmpd="sng">
            <a:solidFill>
              <a:srgbClr val="901A8A"/>
            </a:solidFill>
            <a:prstDash val="solid"/>
            <a:round/>
            <a:headEnd type="none" w="sm" len="sm"/>
            <a:tailEnd type="triangle" w="med" len="med"/>
          </a:ln>
        </p:spPr>
      </p:cxnSp>
      <p:sp>
        <p:nvSpPr>
          <p:cNvPr id="57" name="Google Shape;265;p16" descr="Small square with numeral 1 inside">
            <a:extLst>
              <a:ext uri="{FF2B5EF4-FFF2-40B4-BE49-F238E27FC236}">
                <a16:creationId xmlns:a16="http://schemas.microsoft.com/office/drawing/2014/main" id="{F243E808-2086-808F-B705-5347E8614371}"/>
              </a:ext>
            </a:extLst>
          </p:cNvPr>
          <p:cNvSpPr txBox="1"/>
          <p:nvPr/>
        </p:nvSpPr>
        <p:spPr>
          <a:xfrm>
            <a:off x="6429781" y="2421781"/>
            <a:ext cx="31729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16</a:t>
            </a:r>
            <a:endParaRPr sz="1000" b="1" i="0" u="none" strike="noStrike" cap="none" dirty="0">
              <a:solidFill>
                <a:schemeClr val="lt1"/>
              </a:solidFill>
              <a:latin typeface="Poppins"/>
              <a:ea typeface="Poppins"/>
              <a:cs typeface="Poppins"/>
              <a:sym typeface="Poppins"/>
            </a:endParaRPr>
          </a:p>
        </p:txBody>
      </p:sp>
      <p:cxnSp>
        <p:nvCxnSpPr>
          <p:cNvPr id="60" name="Google Shape;210;p7">
            <a:extLst>
              <a:ext uri="{FF2B5EF4-FFF2-40B4-BE49-F238E27FC236}">
                <a16:creationId xmlns:a16="http://schemas.microsoft.com/office/drawing/2014/main" id="{94908C79-F8FC-C4F5-B5BC-16D0920236EE}"/>
              </a:ext>
            </a:extLst>
          </p:cNvPr>
          <p:cNvCxnSpPr>
            <a:cxnSpLocks/>
          </p:cNvCxnSpPr>
          <p:nvPr/>
        </p:nvCxnSpPr>
        <p:spPr>
          <a:xfrm>
            <a:off x="6952137" y="1449388"/>
            <a:ext cx="0" cy="398947"/>
          </a:xfrm>
          <a:prstGeom prst="straightConnector1">
            <a:avLst/>
          </a:prstGeom>
          <a:noFill/>
          <a:ln w="12700" cap="flat" cmpd="sng">
            <a:solidFill>
              <a:srgbClr val="901A8A"/>
            </a:solidFill>
            <a:prstDash val="solid"/>
            <a:round/>
            <a:headEnd type="none" w="sm" len="sm"/>
            <a:tailEnd type="triangle" w="med" len="med"/>
          </a:ln>
        </p:spPr>
      </p:cxnSp>
      <p:sp>
        <p:nvSpPr>
          <p:cNvPr id="61" name="Rectangle 60">
            <a:extLst>
              <a:ext uri="{FF2B5EF4-FFF2-40B4-BE49-F238E27FC236}">
                <a16:creationId xmlns:a16="http://schemas.microsoft.com/office/drawing/2014/main" id="{4C53BE72-DEA8-82A4-FAE4-0EEC0CC26275}"/>
              </a:ext>
            </a:extLst>
          </p:cNvPr>
          <p:cNvSpPr/>
          <p:nvPr/>
        </p:nvSpPr>
        <p:spPr>
          <a:xfrm>
            <a:off x="7225634" y="1897974"/>
            <a:ext cx="453898" cy="13582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51" name="Google Shape;265;p16" descr="Small square with numeral 1 inside">
            <a:extLst>
              <a:ext uri="{FF2B5EF4-FFF2-40B4-BE49-F238E27FC236}">
                <a16:creationId xmlns:a16="http://schemas.microsoft.com/office/drawing/2014/main" id="{EAD4B015-2C5E-D981-4123-F757BA2B5DE4}"/>
              </a:ext>
            </a:extLst>
          </p:cNvPr>
          <p:cNvSpPr txBox="1"/>
          <p:nvPr/>
        </p:nvSpPr>
        <p:spPr>
          <a:xfrm>
            <a:off x="6646862" y="2708456"/>
            <a:ext cx="324067"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15</a:t>
            </a:r>
            <a:endParaRPr sz="1000" b="1" i="0" u="none" strike="noStrike" cap="none" dirty="0">
              <a:solidFill>
                <a:schemeClr val="lt1"/>
              </a:solidFill>
              <a:latin typeface="Poppins"/>
              <a:ea typeface="Poppins"/>
              <a:cs typeface="Poppins"/>
              <a:sym typeface="Poppins"/>
            </a:endParaRPr>
          </a:p>
        </p:txBody>
      </p:sp>
      <p:cxnSp>
        <p:nvCxnSpPr>
          <p:cNvPr id="452" name="Google Shape;210;p7">
            <a:extLst>
              <a:ext uri="{FF2B5EF4-FFF2-40B4-BE49-F238E27FC236}">
                <a16:creationId xmlns:a16="http://schemas.microsoft.com/office/drawing/2014/main" id="{5FAD61F6-6610-BF5D-D532-79F1991CB0C7}"/>
              </a:ext>
            </a:extLst>
          </p:cNvPr>
          <p:cNvCxnSpPr>
            <a:cxnSpLocks/>
          </p:cNvCxnSpPr>
          <p:nvPr/>
        </p:nvCxnSpPr>
        <p:spPr>
          <a:xfrm flipV="1">
            <a:off x="6807560" y="2243161"/>
            <a:ext cx="0" cy="454063"/>
          </a:xfrm>
          <a:prstGeom prst="straightConnector1">
            <a:avLst/>
          </a:prstGeom>
          <a:noFill/>
          <a:ln w="12700" cap="flat" cmpd="sng">
            <a:solidFill>
              <a:srgbClr val="901A8A"/>
            </a:solidFill>
            <a:prstDash val="solid"/>
            <a:round/>
            <a:headEnd type="none" w="sm" len="sm"/>
            <a:tailEnd type="triangle" w="med" len="med"/>
          </a:ln>
        </p:spPr>
      </p:cxnSp>
      <p:sp>
        <p:nvSpPr>
          <p:cNvPr id="453" name="Google Shape;265;p16" descr="Small square with numeral 1 inside">
            <a:extLst>
              <a:ext uri="{FF2B5EF4-FFF2-40B4-BE49-F238E27FC236}">
                <a16:creationId xmlns:a16="http://schemas.microsoft.com/office/drawing/2014/main" id="{F9534A7B-788B-DF95-2C28-B951B8637E4E}"/>
              </a:ext>
            </a:extLst>
          </p:cNvPr>
          <p:cNvSpPr txBox="1"/>
          <p:nvPr/>
        </p:nvSpPr>
        <p:spPr>
          <a:xfrm>
            <a:off x="3661010" y="1192274"/>
            <a:ext cx="352507"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20</a:t>
            </a:r>
            <a:endParaRPr sz="1000" b="1" i="0" u="none" strike="noStrike" cap="none" dirty="0">
              <a:solidFill>
                <a:schemeClr val="lt1"/>
              </a:solidFill>
              <a:latin typeface="Poppins"/>
              <a:ea typeface="Poppins"/>
              <a:cs typeface="Poppins"/>
              <a:sym typeface="Poppins"/>
            </a:endParaRPr>
          </a:p>
        </p:txBody>
      </p:sp>
      <p:sp>
        <p:nvSpPr>
          <p:cNvPr id="458" name="Rectangle 457">
            <a:extLst>
              <a:ext uri="{FF2B5EF4-FFF2-40B4-BE49-F238E27FC236}">
                <a16:creationId xmlns:a16="http://schemas.microsoft.com/office/drawing/2014/main" id="{E46B9A02-6077-32C3-03C4-79CFDB40B523}"/>
              </a:ext>
            </a:extLst>
          </p:cNvPr>
          <p:cNvSpPr/>
          <p:nvPr/>
        </p:nvSpPr>
        <p:spPr>
          <a:xfrm>
            <a:off x="1522578" y="2102098"/>
            <a:ext cx="507658" cy="134652"/>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464" name="Google Shape;210;p7">
            <a:extLst>
              <a:ext uri="{FF2B5EF4-FFF2-40B4-BE49-F238E27FC236}">
                <a16:creationId xmlns:a16="http://schemas.microsoft.com/office/drawing/2014/main" id="{A988E9EE-EAD9-7B9C-398A-B0523D012951}"/>
              </a:ext>
            </a:extLst>
          </p:cNvPr>
          <p:cNvCxnSpPr>
            <a:cxnSpLocks/>
          </p:cNvCxnSpPr>
          <p:nvPr/>
        </p:nvCxnSpPr>
        <p:spPr>
          <a:xfrm>
            <a:off x="1775008" y="1449388"/>
            <a:ext cx="0" cy="632679"/>
          </a:xfrm>
          <a:prstGeom prst="straightConnector1">
            <a:avLst/>
          </a:prstGeom>
          <a:noFill/>
          <a:ln w="12700" cap="flat" cmpd="sng">
            <a:solidFill>
              <a:srgbClr val="901A8A"/>
            </a:solidFill>
            <a:prstDash val="solid"/>
            <a:round/>
            <a:headEnd type="none" w="sm" len="sm"/>
            <a:tailEnd type="triangle" w="med" len="med"/>
          </a:ln>
        </p:spPr>
      </p:cxnSp>
      <p:cxnSp>
        <p:nvCxnSpPr>
          <p:cNvPr id="465" name="Google Shape;210;p7">
            <a:extLst>
              <a:ext uri="{FF2B5EF4-FFF2-40B4-BE49-F238E27FC236}">
                <a16:creationId xmlns:a16="http://schemas.microsoft.com/office/drawing/2014/main" id="{DB50D89F-414E-9E22-57A3-35BA22340318}"/>
              </a:ext>
            </a:extLst>
          </p:cNvPr>
          <p:cNvCxnSpPr>
            <a:cxnSpLocks/>
          </p:cNvCxnSpPr>
          <p:nvPr/>
        </p:nvCxnSpPr>
        <p:spPr>
          <a:xfrm flipV="1">
            <a:off x="6587642" y="2243161"/>
            <a:ext cx="0" cy="166725"/>
          </a:xfrm>
          <a:prstGeom prst="straightConnector1">
            <a:avLst/>
          </a:prstGeom>
          <a:noFill/>
          <a:ln w="12700" cap="flat" cmpd="sng">
            <a:solidFill>
              <a:srgbClr val="901A8A"/>
            </a:solidFill>
            <a:prstDash val="solid"/>
            <a:round/>
            <a:headEnd type="none" w="sm" len="sm"/>
            <a:tailEnd type="triangle" w="med" len="med"/>
          </a:ln>
        </p:spPr>
      </p:cxnSp>
      <p:sp>
        <p:nvSpPr>
          <p:cNvPr id="466" name="Google Shape;265;p16" descr="Small square with numeral 1 inside">
            <a:extLst>
              <a:ext uri="{FF2B5EF4-FFF2-40B4-BE49-F238E27FC236}">
                <a16:creationId xmlns:a16="http://schemas.microsoft.com/office/drawing/2014/main" id="{42BBA1D2-E671-894B-BAEE-6E096B269C36}"/>
              </a:ext>
            </a:extLst>
          </p:cNvPr>
          <p:cNvSpPr txBox="1"/>
          <p:nvPr/>
        </p:nvSpPr>
        <p:spPr>
          <a:xfrm flipH="1">
            <a:off x="1601423" y="1191129"/>
            <a:ext cx="347949"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21</a:t>
            </a:r>
            <a:endParaRPr sz="1000" b="1" i="0" u="none" strike="noStrike" cap="none" dirty="0">
              <a:solidFill>
                <a:schemeClr val="lt1"/>
              </a:solidFill>
              <a:latin typeface="Poppins"/>
              <a:ea typeface="Poppins"/>
              <a:cs typeface="Poppins"/>
              <a:sym typeface="Poppins"/>
            </a:endParaRPr>
          </a:p>
        </p:txBody>
      </p:sp>
      <p:cxnSp>
        <p:nvCxnSpPr>
          <p:cNvPr id="467" name="Google Shape;210;p7">
            <a:extLst>
              <a:ext uri="{FF2B5EF4-FFF2-40B4-BE49-F238E27FC236}">
                <a16:creationId xmlns:a16="http://schemas.microsoft.com/office/drawing/2014/main" id="{BED9A1EB-6BC0-7C7D-DBC2-8917D9552A59}"/>
              </a:ext>
            </a:extLst>
          </p:cNvPr>
          <p:cNvCxnSpPr>
            <a:cxnSpLocks/>
          </p:cNvCxnSpPr>
          <p:nvPr/>
        </p:nvCxnSpPr>
        <p:spPr>
          <a:xfrm>
            <a:off x="6635750" y="3735425"/>
            <a:ext cx="239108" cy="0"/>
          </a:xfrm>
          <a:prstGeom prst="straightConnector1">
            <a:avLst/>
          </a:prstGeom>
          <a:noFill/>
          <a:ln w="12700" cap="flat" cmpd="sng">
            <a:solidFill>
              <a:srgbClr val="901A8A"/>
            </a:solidFill>
            <a:prstDash val="solid"/>
            <a:round/>
            <a:headEnd type="none" w="sm" len="sm"/>
            <a:tailEnd type="triangle" w="med" len="med"/>
          </a:ln>
        </p:spPr>
      </p:cxnSp>
      <p:sp>
        <p:nvSpPr>
          <p:cNvPr id="468" name="Google Shape;265;p16" descr="Small square with numeral 1 inside">
            <a:extLst>
              <a:ext uri="{FF2B5EF4-FFF2-40B4-BE49-F238E27FC236}">
                <a16:creationId xmlns:a16="http://schemas.microsoft.com/office/drawing/2014/main" id="{61EB5D32-F851-A6C7-B76C-F4A56D1B0600}"/>
              </a:ext>
            </a:extLst>
          </p:cNvPr>
          <p:cNvSpPr txBox="1"/>
          <p:nvPr/>
        </p:nvSpPr>
        <p:spPr>
          <a:xfrm>
            <a:off x="6307069" y="3613457"/>
            <a:ext cx="315794"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dirty="0">
                <a:solidFill>
                  <a:schemeClr val="lt1"/>
                </a:solidFill>
                <a:latin typeface="Poppins"/>
                <a:ea typeface="Poppins"/>
                <a:cs typeface="Poppins"/>
                <a:sym typeface="Poppins"/>
              </a:rPr>
              <a:t>12</a:t>
            </a:r>
            <a:endParaRPr sz="1000" b="1" i="0" u="none" strike="noStrike" cap="none" dirty="0">
              <a:solidFill>
                <a:schemeClr val="lt1"/>
              </a:solidFill>
              <a:latin typeface="Poppins"/>
              <a:ea typeface="Poppins"/>
              <a:cs typeface="Poppins"/>
              <a:sym typeface="Poppins"/>
            </a:endParaRPr>
          </a:p>
        </p:txBody>
      </p:sp>
      <p:sp>
        <p:nvSpPr>
          <p:cNvPr id="469" name="Rectangle 468">
            <a:extLst>
              <a:ext uri="{FF2B5EF4-FFF2-40B4-BE49-F238E27FC236}">
                <a16:creationId xmlns:a16="http://schemas.microsoft.com/office/drawing/2014/main" id="{A61BB216-F508-9C47-BEFD-B05646079E05}"/>
              </a:ext>
            </a:extLst>
          </p:cNvPr>
          <p:cNvSpPr/>
          <p:nvPr/>
        </p:nvSpPr>
        <p:spPr>
          <a:xfrm>
            <a:off x="6718067" y="1870449"/>
            <a:ext cx="471826" cy="164249"/>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70" name="Rectangle 469">
            <a:extLst>
              <a:ext uri="{FF2B5EF4-FFF2-40B4-BE49-F238E27FC236}">
                <a16:creationId xmlns:a16="http://schemas.microsoft.com/office/drawing/2014/main" id="{33004AA3-DEB2-6C47-E31D-A4B050CAEE97}"/>
              </a:ext>
            </a:extLst>
          </p:cNvPr>
          <p:cNvSpPr/>
          <p:nvPr/>
        </p:nvSpPr>
        <p:spPr>
          <a:xfrm>
            <a:off x="999231" y="3185256"/>
            <a:ext cx="468405" cy="545633"/>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72" name="Google Shape;265;p16" descr="Small square with numeral 1 inside">
            <a:extLst>
              <a:ext uri="{FF2B5EF4-FFF2-40B4-BE49-F238E27FC236}">
                <a16:creationId xmlns:a16="http://schemas.microsoft.com/office/drawing/2014/main" id="{8F6A8F97-8CC5-13D5-DDCA-8EB31AFA84CC}"/>
              </a:ext>
            </a:extLst>
          </p:cNvPr>
          <p:cNvSpPr txBox="1"/>
          <p:nvPr/>
        </p:nvSpPr>
        <p:spPr>
          <a:xfrm>
            <a:off x="4079139" y="561215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7</a:t>
            </a:r>
            <a:endParaRPr sz="1000" b="1" i="0" u="none" strike="noStrike" cap="none" dirty="0">
              <a:solidFill>
                <a:schemeClr val="lt1"/>
              </a:solidFill>
              <a:latin typeface="Poppins"/>
              <a:ea typeface="Poppins"/>
              <a:cs typeface="Poppins"/>
              <a:sym typeface="Poppins"/>
            </a:endParaRPr>
          </a:p>
        </p:txBody>
      </p:sp>
      <p:sp>
        <p:nvSpPr>
          <p:cNvPr id="473" name="Rectangle 472">
            <a:extLst>
              <a:ext uri="{FF2B5EF4-FFF2-40B4-BE49-F238E27FC236}">
                <a16:creationId xmlns:a16="http://schemas.microsoft.com/office/drawing/2014/main" id="{6316C8B6-90EF-C3DB-C614-EDFB15DD85CB}"/>
              </a:ext>
            </a:extLst>
          </p:cNvPr>
          <p:cNvSpPr/>
          <p:nvPr/>
        </p:nvSpPr>
        <p:spPr>
          <a:xfrm>
            <a:off x="3374232" y="5152523"/>
            <a:ext cx="1636063" cy="210338"/>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475" name="Google Shape;210;p7">
            <a:extLst>
              <a:ext uri="{FF2B5EF4-FFF2-40B4-BE49-F238E27FC236}">
                <a16:creationId xmlns:a16="http://schemas.microsoft.com/office/drawing/2014/main" id="{62C5D0BA-7376-66CE-8650-E63CC8093C05}"/>
              </a:ext>
            </a:extLst>
          </p:cNvPr>
          <p:cNvCxnSpPr>
            <a:cxnSpLocks/>
          </p:cNvCxnSpPr>
          <p:nvPr/>
        </p:nvCxnSpPr>
        <p:spPr>
          <a:xfrm rot="5400000" flipH="1">
            <a:off x="4081457" y="5490501"/>
            <a:ext cx="217185" cy="1"/>
          </a:xfrm>
          <a:prstGeom prst="straightConnector1">
            <a:avLst/>
          </a:prstGeom>
          <a:noFill/>
          <a:ln w="12700" cap="flat" cmpd="sng">
            <a:solidFill>
              <a:srgbClr val="901A8A"/>
            </a:solidFill>
            <a:prstDash val="solid"/>
            <a:round/>
            <a:headEnd type="none" w="sm" len="sm"/>
            <a:tailEnd type="triangle" w="med" len="med"/>
          </a:ln>
        </p:spPr>
      </p:cxnSp>
      <p:sp>
        <p:nvSpPr>
          <p:cNvPr id="476" name="Google Shape;265;p16" descr="Small square with numeral 1 inside">
            <a:extLst>
              <a:ext uri="{FF2B5EF4-FFF2-40B4-BE49-F238E27FC236}">
                <a16:creationId xmlns:a16="http://schemas.microsoft.com/office/drawing/2014/main" id="{BC9EA790-40EC-718B-3680-FABBB146D76B}"/>
              </a:ext>
            </a:extLst>
          </p:cNvPr>
          <p:cNvSpPr txBox="1"/>
          <p:nvPr/>
        </p:nvSpPr>
        <p:spPr>
          <a:xfrm>
            <a:off x="6307777" y="4010189"/>
            <a:ext cx="315794"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dirty="0">
                <a:solidFill>
                  <a:schemeClr val="lt1"/>
                </a:solidFill>
                <a:latin typeface="Poppins"/>
                <a:ea typeface="Poppins"/>
                <a:cs typeface="Poppins"/>
                <a:sym typeface="Poppins"/>
              </a:rPr>
              <a:t>11</a:t>
            </a:r>
            <a:endParaRPr sz="1000" b="1" i="0" u="none" strike="noStrike" cap="none" dirty="0">
              <a:solidFill>
                <a:schemeClr val="lt1"/>
              </a:solidFill>
              <a:latin typeface="Poppins"/>
              <a:ea typeface="Poppins"/>
              <a:cs typeface="Poppins"/>
              <a:sym typeface="Poppins"/>
            </a:endParaRPr>
          </a:p>
        </p:txBody>
      </p:sp>
      <p:sp>
        <p:nvSpPr>
          <p:cNvPr id="479" name="Rectangle 478">
            <a:extLst>
              <a:ext uri="{FF2B5EF4-FFF2-40B4-BE49-F238E27FC236}">
                <a16:creationId xmlns:a16="http://schemas.microsoft.com/office/drawing/2014/main" id="{6ED9C76A-6461-DE0E-2E0B-D2FA6F9BD0EB}"/>
              </a:ext>
            </a:extLst>
          </p:cNvPr>
          <p:cNvSpPr/>
          <p:nvPr/>
        </p:nvSpPr>
        <p:spPr>
          <a:xfrm>
            <a:off x="1000433" y="3729539"/>
            <a:ext cx="467204" cy="564821"/>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81" name="Rectangle 480">
            <a:extLst>
              <a:ext uri="{FF2B5EF4-FFF2-40B4-BE49-F238E27FC236}">
                <a16:creationId xmlns:a16="http://schemas.microsoft.com/office/drawing/2014/main" id="{19FA265D-B209-56C2-1D1D-71D3E6BB6C10}"/>
              </a:ext>
            </a:extLst>
          </p:cNvPr>
          <p:cNvSpPr/>
          <p:nvPr/>
        </p:nvSpPr>
        <p:spPr>
          <a:xfrm>
            <a:off x="1000432" y="4294360"/>
            <a:ext cx="467204" cy="564821"/>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82" name="Rectangle 481">
            <a:extLst>
              <a:ext uri="{FF2B5EF4-FFF2-40B4-BE49-F238E27FC236}">
                <a16:creationId xmlns:a16="http://schemas.microsoft.com/office/drawing/2014/main" id="{E42D2322-DCC0-01C7-1A33-662C695580F6}"/>
              </a:ext>
            </a:extLst>
          </p:cNvPr>
          <p:cNvSpPr/>
          <p:nvPr/>
        </p:nvSpPr>
        <p:spPr>
          <a:xfrm>
            <a:off x="1000432" y="4857832"/>
            <a:ext cx="467204" cy="549094"/>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86" name="Google Shape;265;p16" descr="Small square with numeral 1 inside">
            <a:extLst>
              <a:ext uri="{FF2B5EF4-FFF2-40B4-BE49-F238E27FC236}">
                <a16:creationId xmlns:a16="http://schemas.microsoft.com/office/drawing/2014/main" id="{35EEDC8C-2999-1B27-F5C1-6D4AC00415D6}"/>
              </a:ext>
            </a:extLst>
          </p:cNvPr>
          <p:cNvSpPr txBox="1"/>
          <p:nvPr/>
        </p:nvSpPr>
        <p:spPr>
          <a:xfrm>
            <a:off x="6246760" y="561215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8</a:t>
            </a:r>
            <a:endParaRPr sz="1000" b="1" i="0" u="none" strike="noStrike" cap="none" dirty="0">
              <a:solidFill>
                <a:schemeClr val="lt1"/>
              </a:solidFill>
              <a:latin typeface="Poppins"/>
              <a:ea typeface="Poppins"/>
              <a:cs typeface="Poppins"/>
              <a:sym typeface="Poppins"/>
            </a:endParaRPr>
          </a:p>
        </p:txBody>
      </p:sp>
      <p:cxnSp>
        <p:nvCxnSpPr>
          <p:cNvPr id="487" name="Google Shape;210;p7">
            <a:extLst>
              <a:ext uri="{FF2B5EF4-FFF2-40B4-BE49-F238E27FC236}">
                <a16:creationId xmlns:a16="http://schemas.microsoft.com/office/drawing/2014/main" id="{9DE23763-8764-B529-9481-7E438B09698C}"/>
              </a:ext>
            </a:extLst>
          </p:cNvPr>
          <p:cNvCxnSpPr>
            <a:cxnSpLocks/>
          </p:cNvCxnSpPr>
          <p:nvPr/>
        </p:nvCxnSpPr>
        <p:spPr>
          <a:xfrm rot="5400000" flipH="1">
            <a:off x="6249078" y="5490501"/>
            <a:ext cx="217185" cy="1"/>
          </a:xfrm>
          <a:prstGeom prst="straightConnector1">
            <a:avLst/>
          </a:prstGeom>
          <a:noFill/>
          <a:ln w="12700" cap="flat" cmpd="sng">
            <a:solidFill>
              <a:srgbClr val="901A8A"/>
            </a:solidFill>
            <a:prstDash val="solid"/>
            <a:round/>
            <a:headEnd type="none" w="sm" len="sm"/>
            <a:tailEnd type="triangle" w="med" len="med"/>
          </a:ln>
        </p:spPr>
      </p:cxnSp>
      <p:cxnSp>
        <p:nvCxnSpPr>
          <p:cNvPr id="488" name="Google Shape;210;p7">
            <a:extLst>
              <a:ext uri="{FF2B5EF4-FFF2-40B4-BE49-F238E27FC236}">
                <a16:creationId xmlns:a16="http://schemas.microsoft.com/office/drawing/2014/main" id="{202D8C6E-23C7-960F-1F03-8B72E4548197}"/>
              </a:ext>
            </a:extLst>
          </p:cNvPr>
          <p:cNvCxnSpPr>
            <a:cxnSpLocks/>
          </p:cNvCxnSpPr>
          <p:nvPr/>
        </p:nvCxnSpPr>
        <p:spPr>
          <a:xfrm flipV="1">
            <a:off x="6565724" y="5381262"/>
            <a:ext cx="0" cy="548051"/>
          </a:xfrm>
          <a:prstGeom prst="straightConnector1">
            <a:avLst/>
          </a:prstGeom>
          <a:noFill/>
          <a:ln w="12700" cap="flat" cmpd="sng">
            <a:solidFill>
              <a:srgbClr val="901A8A"/>
            </a:solidFill>
            <a:prstDash val="solid"/>
            <a:round/>
            <a:headEnd type="none" w="sm" len="sm"/>
            <a:tailEnd type="triangle" w="med" len="med"/>
          </a:ln>
        </p:spPr>
      </p:cxnSp>
      <p:sp>
        <p:nvSpPr>
          <p:cNvPr id="490" name="Google Shape;265;p16" descr="Small square with numeral 1 inside">
            <a:extLst>
              <a:ext uri="{FF2B5EF4-FFF2-40B4-BE49-F238E27FC236}">
                <a16:creationId xmlns:a16="http://schemas.microsoft.com/office/drawing/2014/main" id="{0F79BE02-3789-34D6-C90D-BCE91A9F245A}"/>
              </a:ext>
            </a:extLst>
          </p:cNvPr>
          <p:cNvSpPr txBox="1"/>
          <p:nvPr/>
        </p:nvSpPr>
        <p:spPr>
          <a:xfrm>
            <a:off x="6622793" y="5612156"/>
            <a:ext cx="324324"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10</a:t>
            </a:r>
            <a:endParaRPr sz="1000" b="1" i="0" u="none" strike="noStrike" cap="none" dirty="0">
              <a:solidFill>
                <a:schemeClr val="lt1"/>
              </a:solidFill>
              <a:latin typeface="Poppins"/>
              <a:ea typeface="Poppins"/>
              <a:cs typeface="Poppins"/>
              <a:sym typeface="Poppins"/>
            </a:endParaRPr>
          </a:p>
        </p:txBody>
      </p:sp>
      <p:cxnSp>
        <p:nvCxnSpPr>
          <p:cNvPr id="505" name="Google Shape;210;p7">
            <a:extLst>
              <a:ext uri="{FF2B5EF4-FFF2-40B4-BE49-F238E27FC236}">
                <a16:creationId xmlns:a16="http://schemas.microsoft.com/office/drawing/2014/main" id="{0AFD95FC-729C-82B4-4176-44C9924E8A0F}"/>
              </a:ext>
            </a:extLst>
          </p:cNvPr>
          <p:cNvCxnSpPr>
            <a:cxnSpLocks/>
          </p:cNvCxnSpPr>
          <p:nvPr/>
        </p:nvCxnSpPr>
        <p:spPr>
          <a:xfrm rot="5400000" flipH="1">
            <a:off x="6675112" y="5490501"/>
            <a:ext cx="217185" cy="1"/>
          </a:xfrm>
          <a:prstGeom prst="straightConnector1">
            <a:avLst/>
          </a:prstGeom>
          <a:noFill/>
          <a:ln w="12700" cap="flat" cmpd="sng">
            <a:solidFill>
              <a:srgbClr val="901A8A"/>
            </a:solidFill>
            <a:prstDash val="solid"/>
            <a:round/>
            <a:headEnd type="none" w="sm" len="sm"/>
            <a:tailEnd type="triangle" w="med" len="med"/>
          </a:ln>
        </p:spPr>
      </p:cxnSp>
      <p:sp>
        <p:nvSpPr>
          <p:cNvPr id="507" name="Google Shape;265;p16" descr="Small square with numeral 1 inside">
            <a:extLst>
              <a:ext uri="{FF2B5EF4-FFF2-40B4-BE49-F238E27FC236}">
                <a16:creationId xmlns:a16="http://schemas.microsoft.com/office/drawing/2014/main" id="{77497188-EC6F-E9DB-66DC-77BE0BAF9FB1}"/>
              </a:ext>
            </a:extLst>
          </p:cNvPr>
          <p:cNvSpPr txBox="1"/>
          <p:nvPr/>
        </p:nvSpPr>
        <p:spPr>
          <a:xfrm>
            <a:off x="6453432" y="594359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9</a:t>
            </a:r>
            <a:endParaRPr sz="1000" b="1" i="0" u="none" strike="noStrike" cap="none" dirty="0">
              <a:solidFill>
                <a:schemeClr val="lt1"/>
              </a:solidFill>
              <a:latin typeface="Poppins"/>
              <a:ea typeface="Poppins"/>
              <a:cs typeface="Poppins"/>
              <a:sym typeface="Poppins"/>
            </a:endParaRPr>
          </a:p>
        </p:txBody>
      </p:sp>
      <p:sp>
        <p:nvSpPr>
          <p:cNvPr id="509" name="Google Shape;265;p16" descr="Small square with numeral 1 inside">
            <a:extLst>
              <a:ext uri="{FF2B5EF4-FFF2-40B4-BE49-F238E27FC236}">
                <a16:creationId xmlns:a16="http://schemas.microsoft.com/office/drawing/2014/main" id="{8DF64FEF-2C40-679D-8F79-8E54878B3708}"/>
              </a:ext>
            </a:extLst>
          </p:cNvPr>
          <p:cNvSpPr txBox="1"/>
          <p:nvPr/>
        </p:nvSpPr>
        <p:spPr>
          <a:xfrm>
            <a:off x="8896193" y="6129259"/>
            <a:ext cx="331945"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14</a:t>
            </a:r>
          </a:p>
        </p:txBody>
      </p:sp>
    </p:spTree>
    <p:extLst>
      <p:ext uri="{BB962C8B-B14F-4D97-AF65-F5344CB8AC3E}">
        <p14:creationId xmlns:p14="http://schemas.microsoft.com/office/powerpoint/2010/main" val="2397074417"/>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9">
          <a:extLst>
            <a:ext uri="{FF2B5EF4-FFF2-40B4-BE49-F238E27FC236}">
              <a16:creationId xmlns:a16="http://schemas.microsoft.com/office/drawing/2014/main" id="{6AF29571-1EB2-6E45-A2AC-B1ECC6F4F16C}"/>
            </a:ext>
          </a:extLst>
        </p:cNvPr>
        <p:cNvGrpSpPr/>
        <p:nvPr/>
      </p:nvGrpSpPr>
      <p:grpSpPr>
        <a:xfrm>
          <a:off x="0" y="0"/>
          <a:ext cx="0" cy="0"/>
          <a:chOff x="0" y="0"/>
          <a:chExt cx="0" cy="0"/>
        </a:xfrm>
      </p:grpSpPr>
      <p:sp>
        <p:nvSpPr>
          <p:cNvPr id="371" name="Google Shape;371;p8">
            <a:extLst>
              <a:ext uri="{FF2B5EF4-FFF2-40B4-BE49-F238E27FC236}">
                <a16:creationId xmlns:a16="http://schemas.microsoft.com/office/drawing/2014/main" id="{D3447D2B-7DFB-5AB9-F348-02E4D6D4BDA3}"/>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2800"/>
              <a:buFont typeface="Cambria"/>
              <a:buNone/>
            </a:pPr>
            <a:r>
              <a:rPr lang="en-US" dirty="0"/>
              <a:t>Understanding the IMPRINT live editor</a:t>
            </a:r>
          </a:p>
        </p:txBody>
      </p:sp>
      <p:sp>
        <p:nvSpPr>
          <p:cNvPr id="430" name="Google Shape;430;p8">
            <a:hlinkClick r:id="rId3" action="ppaction://hlinksldjump"/>
            <a:extLst>
              <a:ext uri="{FF2B5EF4-FFF2-40B4-BE49-F238E27FC236}">
                <a16:creationId xmlns:a16="http://schemas.microsoft.com/office/drawing/2014/main" id="{917F3BD1-CD6D-0DF1-156E-8549DBAA939A}"/>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dirty="0">
                <a:solidFill>
                  <a:schemeClr val="dk1"/>
                </a:solidFill>
                <a:latin typeface="Poppins"/>
                <a:ea typeface="Poppins"/>
                <a:cs typeface="Poppins"/>
                <a:sym typeface="Poppins"/>
              </a:rPr>
              <a:t>Table of Contents</a:t>
            </a:r>
            <a:endParaRPr dirty="0"/>
          </a:p>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Poppins"/>
              <a:ea typeface="Poppins"/>
              <a:cs typeface="Poppins"/>
              <a:sym typeface="Poppins"/>
            </a:endParaRPr>
          </a:p>
        </p:txBody>
      </p:sp>
      <p:sp>
        <p:nvSpPr>
          <p:cNvPr id="43" name="TextBox 42">
            <a:extLst>
              <a:ext uri="{FF2B5EF4-FFF2-40B4-BE49-F238E27FC236}">
                <a16:creationId xmlns:a16="http://schemas.microsoft.com/office/drawing/2014/main" id="{65924488-31E1-AD1F-D26D-FF20FA4E8C98}"/>
              </a:ext>
            </a:extLst>
          </p:cNvPr>
          <p:cNvSpPr txBox="1"/>
          <p:nvPr/>
        </p:nvSpPr>
        <p:spPr>
          <a:xfrm>
            <a:off x="8975725" y="1449388"/>
            <a:ext cx="2854831" cy="3939540"/>
          </a:xfrm>
          <a:prstGeom prst="rect">
            <a:avLst/>
          </a:prstGeom>
          <a:noFill/>
        </p:spPr>
        <p:txBody>
          <a:bodyPr wrap="square">
            <a:spAutoFit/>
          </a:bodyPr>
          <a:lstStyle/>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Kebab Menu</a:t>
            </a:r>
            <a:r>
              <a:rPr lang="en-US" sz="1000" dirty="0">
                <a:solidFill>
                  <a:schemeClr val="tx1"/>
                </a:solidFill>
                <a:latin typeface="Poppins"/>
                <a:ea typeface="Poppins"/>
                <a:cs typeface="Poppins"/>
                <a:sym typeface="Poppins"/>
              </a:rPr>
              <a:t> – Provides access to additional actions and options for managing your project, including saving, previewing, and reviewing, restoring, or reverting recent changes. </a:t>
            </a:r>
            <a:r>
              <a:rPr lang="en-US" sz="1000" b="1" u="sng" dirty="0">
                <a:solidFill>
                  <a:schemeClr val="tx1"/>
                </a:solidFill>
                <a:latin typeface="Poppins"/>
                <a:ea typeface="Poppins"/>
                <a:cs typeface="Poppins"/>
                <a:sym typeface="Poppins"/>
              </a:rPr>
              <a:t>Learn more</a:t>
            </a:r>
            <a:endParaRPr lang="en-US" sz="1000" b="1" dirty="0">
              <a:latin typeface="Poppins"/>
              <a:ea typeface="Poppins"/>
              <a:cs typeface="Poppins"/>
              <a:sym typeface="Poppins"/>
            </a:endParaRPr>
          </a:p>
          <a:p>
            <a:pPr marL="228600" indent="-228600">
              <a:spcBef>
                <a:spcPts val="800"/>
              </a:spcBef>
              <a:buFont typeface="+mj-lt"/>
              <a:buAutoNum type="arabicPeriod"/>
              <a:defRPr/>
            </a:pPr>
            <a:r>
              <a:rPr lang="en-US" sz="1000" b="1" dirty="0">
                <a:latin typeface="Poppins"/>
                <a:ea typeface="Poppins"/>
                <a:cs typeface="Poppins"/>
                <a:sym typeface="Poppins"/>
              </a:rPr>
              <a:t>Save </a:t>
            </a:r>
            <a:r>
              <a:rPr lang="en-US" sz="1000" dirty="0">
                <a:latin typeface="Poppins"/>
                <a:ea typeface="Poppins"/>
                <a:cs typeface="Poppins"/>
                <a:sym typeface="Poppins"/>
              </a:rPr>
              <a:t>– Used to save the changes made.</a:t>
            </a:r>
          </a:p>
          <a:p>
            <a:pPr marL="228600" indent="-228600">
              <a:spcBef>
                <a:spcPts val="800"/>
              </a:spcBef>
              <a:buFont typeface="+mj-lt"/>
              <a:buAutoNum type="arabicPeriod"/>
              <a:defRPr/>
            </a:pPr>
            <a:r>
              <a:rPr lang="en-US" sz="1000" b="1" dirty="0">
                <a:latin typeface="Poppins"/>
                <a:ea typeface="Poppins"/>
                <a:cs typeface="Poppins"/>
                <a:sym typeface="Poppins"/>
              </a:rPr>
              <a:t>Undo / Redo </a:t>
            </a:r>
            <a:r>
              <a:rPr lang="en-US" sz="1000" dirty="0">
                <a:latin typeface="Poppins"/>
                <a:ea typeface="Poppins"/>
                <a:cs typeface="Poppins"/>
                <a:sym typeface="Poppins"/>
              </a:rPr>
              <a:t>– Used to undo or redo changes made to the survey.</a:t>
            </a:r>
          </a:p>
          <a:p>
            <a:pPr marL="228600" indent="-228600">
              <a:spcBef>
                <a:spcPts val="800"/>
              </a:spcBef>
              <a:buFont typeface="+mj-lt"/>
              <a:buAutoNum type="arabicPeriod"/>
              <a:defRPr/>
            </a:pPr>
            <a:r>
              <a:rPr lang="en-US" sz="1000" b="1" dirty="0">
                <a:latin typeface="Poppins"/>
                <a:ea typeface="Poppins"/>
                <a:cs typeface="Poppins"/>
                <a:sym typeface="Poppins"/>
              </a:rPr>
              <a:t>Next </a:t>
            </a:r>
            <a:r>
              <a:rPr lang="en-US" sz="1000" dirty="0">
                <a:latin typeface="Poppins"/>
                <a:ea typeface="Poppins"/>
                <a:cs typeface="Poppins"/>
                <a:sym typeface="Poppins"/>
              </a:rPr>
              <a:t>– Used to navigate to the next page or section.</a:t>
            </a:r>
            <a:endParaRPr lang="en-US" sz="1000" b="1" dirty="0">
              <a:latin typeface="Poppins"/>
              <a:ea typeface="Poppins"/>
              <a:cs typeface="Poppins"/>
              <a:sym typeface="Poppins"/>
            </a:endParaRPr>
          </a:p>
          <a:p>
            <a:pPr marL="228600" indent="-228600">
              <a:spcBef>
                <a:spcPts val="800"/>
              </a:spcBef>
              <a:buFont typeface="+mj-lt"/>
              <a:buAutoNum type="arabicPeriod"/>
              <a:defRPr/>
            </a:pPr>
            <a:r>
              <a:rPr lang="en-US" sz="1000" b="1" dirty="0">
                <a:latin typeface="Poppins"/>
                <a:ea typeface="Poppins"/>
                <a:cs typeface="Poppins"/>
                <a:sym typeface="Poppins"/>
              </a:rPr>
              <a:t>Previous</a:t>
            </a:r>
            <a:r>
              <a:rPr lang="en-US" sz="1000" dirty="0">
                <a:latin typeface="Poppins"/>
                <a:ea typeface="Poppins"/>
                <a:cs typeface="Poppins"/>
                <a:sym typeface="Poppins"/>
              </a:rPr>
              <a:t> – Used to navigate to the previous page or section.</a:t>
            </a:r>
            <a:endParaRPr lang="en-US" sz="1000" b="1" dirty="0">
              <a:latin typeface="Poppins"/>
              <a:ea typeface="Poppins"/>
              <a:cs typeface="Poppins"/>
              <a:sym typeface="Poppins"/>
            </a:endParaRPr>
          </a:p>
          <a:p>
            <a:pPr marL="228600" lvl="0" indent="-228600">
              <a:spcBef>
                <a:spcPts val="800"/>
              </a:spcBef>
              <a:buFont typeface="+mj-lt"/>
              <a:buAutoNum type="arabicPeriod"/>
              <a:defRPr/>
            </a:pPr>
            <a:r>
              <a:rPr lang="en-US" sz="1000" b="1" dirty="0">
                <a:latin typeface="Poppins"/>
                <a:ea typeface="Poppins"/>
                <a:cs typeface="Poppins"/>
                <a:sym typeface="Poppins"/>
              </a:rPr>
              <a:t>Navigation Dropdown </a:t>
            </a:r>
            <a:r>
              <a:rPr lang="en-US" sz="1000" dirty="0">
                <a:latin typeface="Poppins"/>
                <a:ea typeface="Poppins"/>
                <a:cs typeface="Poppins"/>
                <a:sym typeface="Poppins"/>
              </a:rPr>
              <a:t>– Used to navigate between different pages or sections of the shelf test. .</a:t>
            </a:r>
          </a:p>
          <a:p>
            <a:pPr marL="228600" lvl="0" indent="-228600">
              <a:spcBef>
                <a:spcPts val="800"/>
              </a:spcBef>
              <a:buFont typeface="+mj-lt"/>
              <a:buAutoNum type="arabicPeriod"/>
              <a:defRPr/>
            </a:pPr>
            <a:r>
              <a:rPr lang="en-US" sz="1000" b="1" dirty="0">
                <a:latin typeface="Poppins"/>
                <a:ea typeface="Poppins"/>
                <a:cs typeface="Poppins"/>
                <a:sym typeface="Poppins"/>
              </a:rPr>
              <a:t>How it works </a:t>
            </a:r>
            <a:r>
              <a:rPr lang="en-US" sz="1000" dirty="0">
                <a:latin typeface="Poppins"/>
                <a:ea typeface="Poppins"/>
                <a:cs typeface="Poppins"/>
                <a:sym typeface="Poppins"/>
              </a:rPr>
              <a:t>– Used to launch a guided tour of the Imprint live editor. The Imprint User Guide can also be downloaded here.</a:t>
            </a:r>
          </a:p>
        </p:txBody>
      </p:sp>
      <p:sp>
        <p:nvSpPr>
          <p:cNvPr id="50" name="Google Shape;265;p16" descr="Small square with numeral 1 inside">
            <a:extLst>
              <a:ext uri="{FF2B5EF4-FFF2-40B4-BE49-F238E27FC236}">
                <a16:creationId xmlns:a16="http://schemas.microsoft.com/office/drawing/2014/main" id="{893FDC0F-721C-E350-B417-071BF17E9BE1}"/>
              </a:ext>
            </a:extLst>
          </p:cNvPr>
          <p:cNvSpPr txBox="1"/>
          <p:nvPr/>
        </p:nvSpPr>
        <p:spPr>
          <a:xfrm>
            <a:off x="8896193" y="1511969"/>
            <a:ext cx="331945"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dirty="0">
                <a:solidFill>
                  <a:schemeClr val="lt1"/>
                </a:solidFill>
                <a:latin typeface="Poppins"/>
                <a:ea typeface="Poppins"/>
                <a:cs typeface="Poppins"/>
                <a:sym typeface="Poppins"/>
              </a:rPr>
              <a:t>15</a:t>
            </a:r>
            <a:endParaRPr lang="en-US" sz="1000" b="1" i="0" u="none" strike="noStrike" cap="none" dirty="0">
              <a:solidFill>
                <a:schemeClr val="lt1"/>
              </a:solidFill>
              <a:latin typeface="Poppins"/>
              <a:ea typeface="Poppins"/>
              <a:cs typeface="Poppins"/>
              <a:sym typeface="Poppins"/>
            </a:endParaRPr>
          </a:p>
        </p:txBody>
      </p:sp>
      <p:sp>
        <p:nvSpPr>
          <p:cNvPr id="58" name="Google Shape;265;p16" descr="Small square with numeral 1 inside">
            <a:extLst>
              <a:ext uri="{FF2B5EF4-FFF2-40B4-BE49-F238E27FC236}">
                <a16:creationId xmlns:a16="http://schemas.microsoft.com/office/drawing/2014/main" id="{A0B964AC-7130-873A-1544-12BD7FCB3428}"/>
              </a:ext>
            </a:extLst>
          </p:cNvPr>
          <p:cNvSpPr txBox="1"/>
          <p:nvPr/>
        </p:nvSpPr>
        <p:spPr>
          <a:xfrm>
            <a:off x="8896192" y="2530236"/>
            <a:ext cx="331945"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16</a:t>
            </a:r>
          </a:p>
        </p:txBody>
      </p:sp>
      <p:sp>
        <p:nvSpPr>
          <p:cNvPr id="62" name="Google Shape;265;p16" descr="Small square with numeral 1 inside">
            <a:extLst>
              <a:ext uri="{FF2B5EF4-FFF2-40B4-BE49-F238E27FC236}">
                <a16:creationId xmlns:a16="http://schemas.microsoft.com/office/drawing/2014/main" id="{890BC613-AAD3-1C4A-C517-A7702874E0D8}"/>
              </a:ext>
            </a:extLst>
          </p:cNvPr>
          <p:cNvSpPr txBox="1"/>
          <p:nvPr/>
        </p:nvSpPr>
        <p:spPr>
          <a:xfrm>
            <a:off x="8896193" y="2930756"/>
            <a:ext cx="331945"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17</a:t>
            </a:r>
          </a:p>
        </p:txBody>
      </p:sp>
      <p:sp>
        <p:nvSpPr>
          <p:cNvPr id="448" name="Google Shape;265;p16" descr="Small square with numeral 1 inside">
            <a:extLst>
              <a:ext uri="{FF2B5EF4-FFF2-40B4-BE49-F238E27FC236}">
                <a16:creationId xmlns:a16="http://schemas.microsoft.com/office/drawing/2014/main" id="{EDE071C4-1951-8810-B291-9204BC2EF545}"/>
              </a:ext>
            </a:extLst>
          </p:cNvPr>
          <p:cNvSpPr txBox="1"/>
          <p:nvPr/>
        </p:nvSpPr>
        <p:spPr>
          <a:xfrm>
            <a:off x="8896193" y="3340311"/>
            <a:ext cx="331945"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18</a:t>
            </a:r>
          </a:p>
        </p:txBody>
      </p:sp>
      <p:sp>
        <p:nvSpPr>
          <p:cNvPr id="450" name="Google Shape;265;p16" descr="Small square with numeral 1 inside">
            <a:extLst>
              <a:ext uri="{FF2B5EF4-FFF2-40B4-BE49-F238E27FC236}">
                <a16:creationId xmlns:a16="http://schemas.microsoft.com/office/drawing/2014/main" id="{A4EFB638-A3E7-3D08-1956-8DC4BA750035}"/>
              </a:ext>
            </a:extLst>
          </p:cNvPr>
          <p:cNvSpPr txBox="1"/>
          <p:nvPr/>
        </p:nvSpPr>
        <p:spPr>
          <a:xfrm>
            <a:off x="8896193" y="3746756"/>
            <a:ext cx="331945"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19</a:t>
            </a:r>
          </a:p>
        </p:txBody>
      </p:sp>
      <p:sp>
        <p:nvSpPr>
          <p:cNvPr id="455" name="Google Shape;265;p16" descr="Small square with numeral 1 inside">
            <a:extLst>
              <a:ext uri="{FF2B5EF4-FFF2-40B4-BE49-F238E27FC236}">
                <a16:creationId xmlns:a16="http://schemas.microsoft.com/office/drawing/2014/main" id="{DBFDB7AF-F748-C3FD-402A-07DD3095A5EF}"/>
              </a:ext>
            </a:extLst>
          </p:cNvPr>
          <p:cNvSpPr txBox="1"/>
          <p:nvPr/>
        </p:nvSpPr>
        <p:spPr>
          <a:xfrm>
            <a:off x="8874983" y="4152906"/>
            <a:ext cx="353156"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20</a:t>
            </a:r>
          </a:p>
        </p:txBody>
      </p:sp>
      <p:sp>
        <p:nvSpPr>
          <p:cNvPr id="457" name="Google Shape;265;p16" descr="Small square with numeral 1 inside">
            <a:extLst>
              <a:ext uri="{FF2B5EF4-FFF2-40B4-BE49-F238E27FC236}">
                <a16:creationId xmlns:a16="http://schemas.microsoft.com/office/drawing/2014/main" id="{65AB97EC-ADB3-A87B-96AF-61C255FDE5F2}"/>
              </a:ext>
            </a:extLst>
          </p:cNvPr>
          <p:cNvSpPr txBox="1"/>
          <p:nvPr/>
        </p:nvSpPr>
        <p:spPr>
          <a:xfrm>
            <a:off x="8874982" y="4707148"/>
            <a:ext cx="351616"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21</a:t>
            </a:r>
          </a:p>
        </p:txBody>
      </p:sp>
      <p:pic>
        <p:nvPicPr>
          <p:cNvPr id="5" name="Picture 4">
            <a:extLst>
              <a:ext uri="{FF2B5EF4-FFF2-40B4-BE49-F238E27FC236}">
                <a16:creationId xmlns:a16="http://schemas.microsoft.com/office/drawing/2014/main" id="{1B7E3DED-4846-8A69-83C1-8360AD739593}"/>
              </a:ext>
            </a:extLst>
          </p:cNvPr>
          <p:cNvPicPr>
            <a:picLocks noChangeAspect="1"/>
          </p:cNvPicPr>
          <p:nvPr/>
        </p:nvPicPr>
        <p:blipFill>
          <a:blip r:embed="rId4"/>
          <a:stretch>
            <a:fillRect/>
          </a:stretch>
        </p:blipFill>
        <p:spPr>
          <a:xfrm>
            <a:off x="999231" y="1859834"/>
            <a:ext cx="7296717" cy="3705089"/>
          </a:xfrm>
          <a:prstGeom prst="rect">
            <a:avLst/>
          </a:prstGeom>
          <a:effectLst>
            <a:outerShdw blurRad="63500" sx="102000" sy="102000" algn="ctr" rotWithShape="0">
              <a:prstClr val="black">
                <a:alpha val="40000"/>
              </a:prstClr>
            </a:outerShdw>
          </a:effectLst>
        </p:spPr>
      </p:pic>
      <p:sp>
        <p:nvSpPr>
          <p:cNvPr id="6" name="Rectangle 5">
            <a:extLst>
              <a:ext uri="{FF2B5EF4-FFF2-40B4-BE49-F238E27FC236}">
                <a16:creationId xmlns:a16="http://schemas.microsoft.com/office/drawing/2014/main" id="{2D9EDBC7-996E-B5DF-1088-3B98BBCE0466}"/>
              </a:ext>
            </a:extLst>
          </p:cNvPr>
          <p:cNvSpPr/>
          <p:nvPr/>
        </p:nvSpPr>
        <p:spPr>
          <a:xfrm>
            <a:off x="999235" y="2071640"/>
            <a:ext cx="468405" cy="548793"/>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7" name="Rectangle 6">
            <a:extLst>
              <a:ext uri="{FF2B5EF4-FFF2-40B4-BE49-F238E27FC236}">
                <a16:creationId xmlns:a16="http://schemas.microsoft.com/office/drawing/2014/main" id="{DF857BE7-C3EA-0D0D-F0BE-BC154B4BF911}"/>
              </a:ext>
            </a:extLst>
          </p:cNvPr>
          <p:cNvSpPr/>
          <p:nvPr/>
        </p:nvSpPr>
        <p:spPr>
          <a:xfrm>
            <a:off x="999235" y="2619383"/>
            <a:ext cx="468405" cy="564820"/>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8" name="Google Shape;210;p7">
            <a:extLst>
              <a:ext uri="{FF2B5EF4-FFF2-40B4-BE49-F238E27FC236}">
                <a16:creationId xmlns:a16="http://schemas.microsoft.com/office/drawing/2014/main" id="{EAFF4450-83DB-2648-9BA1-2C94668177F0}"/>
              </a:ext>
            </a:extLst>
          </p:cNvPr>
          <p:cNvCxnSpPr>
            <a:cxnSpLocks/>
          </p:cNvCxnSpPr>
          <p:nvPr/>
        </p:nvCxnSpPr>
        <p:spPr>
          <a:xfrm>
            <a:off x="764382" y="2343735"/>
            <a:ext cx="211600" cy="0"/>
          </a:xfrm>
          <a:prstGeom prst="straightConnector1">
            <a:avLst/>
          </a:prstGeom>
          <a:noFill/>
          <a:ln w="12700" cap="flat" cmpd="sng">
            <a:solidFill>
              <a:srgbClr val="901A8A"/>
            </a:solidFill>
            <a:prstDash val="solid"/>
            <a:round/>
            <a:headEnd type="none" w="sm" len="sm"/>
            <a:tailEnd type="triangle" w="med" len="med"/>
          </a:ln>
        </p:spPr>
      </p:cxnSp>
      <p:cxnSp>
        <p:nvCxnSpPr>
          <p:cNvPr id="10" name="Google Shape;210;p7">
            <a:extLst>
              <a:ext uri="{FF2B5EF4-FFF2-40B4-BE49-F238E27FC236}">
                <a16:creationId xmlns:a16="http://schemas.microsoft.com/office/drawing/2014/main" id="{B662E30F-5EA8-6DD3-B8E8-304BFC6E026C}"/>
              </a:ext>
            </a:extLst>
          </p:cNvPr>
          <p:cNvCxnSpPr>
            <a:cxnSpLocks/>
          </p:cNvCxnSpPr>
          <p:nvPr/>
        </p:nvCxnSpPr>
        <p:spPr>
          <a:xfrm flipV="1">
            <a:off x="765238" y="2901005"/>
            <a:ext cx="212384" cy="360"/>
          </a:xfrm>
          <a:prstGeom prst="straightConnector1">
            <a:avLst/>
          </a:prstGeom>
          <a:noFill/>
          <a:ln w="12700" cap="flat" cmpd="sng">
            <a:solidFill>
              <a:srgbClr val="901A8A"/>
            </a:solidFill>
            <a:prstDash val="solid"/>
            <a:round/>
            <a:headEnd type="none" w="sm" len="sm"/>
            <a:tailEnd type="triangle" w="med" len="med"/>
          </a:ln>
        </p:spPr>
      </p:cxnSp>
      <p:cxnSp>
        <p:nvCxnSpPr>
          <p:cNvPr id="11" name="Google Shape;210;p7">
            <a:extLst>
              <a:ext uri="{FF2B5EF4-FFF2-40B4-BE49-F238E27FC236}">
                <a16:creationId xmlns:a16="http://schemas.microsoft.com/office/drawing/2014/main" id="{C2C66AD3-55F1-084F-CA53-0728E414C653}"/>
              </a:ext>
            </a:extLst>
          </p:cNvPr>
          <p:cNvCxnSpPr>
            <a:cxnSpLocks/>
          </p:cNvCxnSpPr>
          <p:nvPr/>
        </p:nvCxnSpPr>
        <p:spPr>
          <a:xfrm>
            <a:off x="766763" y="3456076"/>
            <a:ext cx="210845" cy="0"/>
          </a:xfrm>
          <a:prstGeom prst="straightConnector1">
            <a:avLst/>
          </a:prstGeom>
          <a:noFill/>
          <a:ln w="12700" cap="flat" cmpd="sng">
            <a:solidFill>
              <a:srgbClr val="901A8A"/>
            </a:solidFill>
            <a:prstDash val="solid"/>
            <a:round/>
            <a:headEnd type="none" w="sm" len="sm"/>
            <a:tailEnd type="triangle" w="med" len="med"/>
          </a:ln>
        </p:spPr>
      </p:cxnSp>
      <p:cxnSp>
        <p:nvCxnSpPr>
          <p:cNvPr id="14" name="Google Shape;210;p7">
            <a:extLst>
              <a:ext uri="{FF2B5EF4-FFF2-40B4-BE49-F238E27FC236}">
                <a16:creationId xmlns:a16="http://schemas.microsoft.com/office/drawing/2014/main" id="{A7647BA2-FEA7-85F1-BDE7-1FC9640497F8}"/>
              </a:ext>
            </a:extLst>
          </p:cNvPr>
          <p:cNvCxnSpPr>
            <a:cxnSpLocks/>
          </p:cNvCxnSpPr>
          <p:nvPr/>
        </p:nvCxnSpPr>
        <p:spPr>
          <a:xfrm>
            <a:off x="766763" y="4010189"/>
            <a:ext cx="212539" cy="523"/>
          </a:xfrm>
          <a:prstGeom prst="straightConnector1">
            <a:avLst/>
          </a:prstGeom>
          <a:noFill/>
          <a:ln w="12700" cap="flat" cmpd="sng">
            <a:solidFill>
              <a:srgbClr val="901A8A"/>
            </a:solidFill>
            <a:prstDash val="solid"/>
            <a:round/>
            <a:headEnd type="none" w="sm" len="sm"/>
            <a:tailEnd type="triangle" w="med" len="med"/>
          </a:ln>
        </p:spPr>
      </p:cxnSp>
      <p:cxnSp>
        <p:nvCxnSpPr>
          <p:cNvPr id="16" name="Google Shape;210;p7">
            <a:extLst>
              <a:ext uri="{FF2B5EF4-FFF2-40B4-BE49-F238E27FC236}">
                <a16:creationId xmlns:a16="http://schemas.microsoft.com/office/drawing/2014/main" id="{52F6E5E9-B82E-57A4-4E6C-C8BB6C575BD4}"/>
              </a:ext>
            </a:extLst>
          </p:cNvPr>
          <p:cNvCxnSpPr>
            <a:cxnSpLocks/>
          </p:cNvCxnSpPr>
          <p:nvPr/>
        </p:nvCxnSpPr>
        <p:spPr>
          <a:xfrm>
            <a:off x="766763" y="4576770"/>
            <a:ext cx="212983" cy="755"/>
          </a:xfrm>
          <a:prstGeom prst="straightConnector1">
            <a:avLst/>
          </a:prstGeom>
          <a:noFill/>
          <a:ln w="12700" cap="flat" cmpd="sng">
            <a:solidFill>
              <a:srgbClr val="901A8A"/>
            </a:solidFill>
            <a:prstDash val="solid"/>
            <a:round/>
            <a:headEnd type="none" w="sm" len="sm"/>
            <a:tailEnd type="triangle" w="med" len="med"/>
          </a:ln>
        </p:spPr>
      </p:cxnSp>
      <p:cxnSp>
        <p:nvCxnSpPr>
          <p:cNvPr id="18" name="Google Shape;210;p7">
            <a:extLst>
              <a:ext uri="{FF2B5EF4-FFF2-40B4-BE49-F238E27FC236}">
                <a16:creationId xmlns:a16="http://schemas.microsoft.com/office/drawing/2014/main" id="{B8D7AA11-4468-C511-EE71-3579FDD16277}"/>
              </a:ext>
            </a:extLst>
          </p:cNvPr>
          <p:cNvCxnSpPr>
            <a:cxnSpLocks/>
          </p:cNvCxnSpPr>
          <p:nvPr/>
        </p:nvCxnSpPr>
        <p:spPr>
          <a:xfrm flipV="1">
            <a:off x="769867" y="5132280"/>
            <a:ext cx="209315" cy="988"/>
          </a:xfrm>
          <a:prstGeom prst="straightConnector1">
            <a:avLst/>
          </a:prstGeom>
          <a:noFill/>
          <a:ln w="12700" cap="flat" cmpd="sng">
            <a:solidFill>
              <a:srgbClr val="901A8A"/>
            </a:solidFill>
            <a:prstDash val="solid"/>
            <a:round/>
            <a:headEnd type="none" w="sm" len="sm"/>
            <a:tailEnd type="triangle" w="med" len="med"/>
          </a:ln>
        </p:spPr>
      </p:cxnSp>
      <p:sp>
        <p:nvSpPr>
          <p:cNvPr id="22" name="Google Shape;265;p16" descr="Small square with numeral 1 inside">
            <a:extLst>
              <a:ext uri="{FF2B5EF4-FFF2-40B4-BE49-F238E27FC236}">
                <a16:creationId xmlns:a16="http://schemas.microsoft.com/office/drawing/2014/main" id="{D9FFE2FF-0190-EEF4-CD6E-EAA4886358DB}"/>
              </a:ext>
            </a:extLst>
          </p:cNvPr>
          <p:cNvSpPr txBox="1"/>
          <p:nvPr/>
        </p:nvSpPr>
        <p:spPr>
          <a:xfrm flipH="1">
            <a:off x="528912" y="222094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24" name="Google Shape;265;p16" descr="Small square with numeral 1 inside">
            <a:extLst>
              <a:ext uri="{FF2B5EF4-FFF2-40B4-BE49-F238E27FC236}">
                <a16:creationId xmlns:a16="http://schemas.microsoft.com/office/drawing/2014/main" id="{0820C09F-9060-D7C6-3644-6875985B27E5}"/>
              </a:ext>
            </a:extLst>
          </p:cNvPr>
          <p:cNvSpPr txBox="1"/>
          <p:nvPr/>
        </p:nvSpPr>
        <p:spPr>
          <a:xfrm flipH="1">
            <a:off x="527894" y="277873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25" name="Google Shape;265;p16" descr="Small square with numeral 1 inside">
            <a:extLst>
              <a:ext uri="{FF2B5EF4-FFF2-40B4-BE49-F238E27FC236}">
                <a16:creationId xmlns:a16="http://schemas.microsoft.com/office/drawing/2014/main" id="{E4A8E8FF-C0F4-6ACE-B7D3-DBF4616304F7}"/>
              </a:ext>
            </a:extLst>
          </p:cNvPr>
          <p:cNvSpPr txBox="1"/>
          <p:nvPr/>
        </p:nvSpPr>
        <p:spPr>
          <a:xfrm flipH="1">
            <a:off x="532656" y="333372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
        <p:nvSpPr>
          <p:cNvPr id="26" name="Google Shape;265;p16" descr="Small square with numeral 1 inside">
            <a:extLst>
              <a:ext uri="{FF2B5EF4-FFF2-40B4-BE49-F238E27FC236}">
                <a16:creationId xmlns:a16="http://schemas.microsoft.com/office/drawing/2014/main" id="{94822DF8-A436-727A-95BF-E48AE0FD4798}"/>
              </a:ext>
            </a:extLst>
          </p:cNvPr>
          <p:cNvSpPr txBox="1"/>
          <p:nvPr/>
        </p:nvSpPr>
        <p:spPr>
          <a:xfrm flipH="1">
            <a:off x="531920" y="388846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4</a:t>
            </a:r>
            <a:endParaRPr sz="1000" b="1" i="0" u="none" strike="noStrike" cap="none">
              <a:solidFill>
                <a:schemeClr val="lt1"/>
              </a:solidFill>
              <a:latin typeface="Poppins"/>
              <a:ea typeface="Poppins"/>
              <a:cs typeface="Poppins"/>
              <a:sym typeface="Poppins"/>
            </a:endParaRPr>
          </a:p>
        </p:txBody>
      </p:sp>
      <p:sp>
        <p:nvSpPr>
          <p:cNvPr id="27" name="Google Shape;265;p16" descr="Small square with numeral 1 inside">
            <a:extLst>
              <a:ext uri="{FF2B5EF4-FFF2-40B4-BE49-F238E27FC236}">
                <a16:creationId xmlns:a16="http://schemas.microsoft.com/office/drawing/2014/main" id="{641D7DF4-9B54-79C7-A0C7-91FA815871D1}"/>
              </a:ext>
            </a:extLst>
          </p:cNvPr>
          <p:cNvSpPr txBox="1"/>
          <p:nvPr/>
        </p:nvSpPr>
        <p:spPr>
          <a:xfrm flipH="1">
            <a:off x="530069" y="445522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28" name="Google Shape;265;p16" descr="Small square with numeral 1 inside">
            <a:extLst>
              <a:ext uri="{FF2B5EF4-FFF2-40B4-BE49-F238E27FC236}">
                <a16:creationId xmlns:a16="http://schemas.microsoft.com/office/drawing/2014/main" id="{8FAE7DDA-2908-67B9-F5E0-F7B9C2FF873D}"/>
              </a:ext>
            </a:extLst>
          </p:cNvPr>
          <p:cNvSpPr txBox="1"/>
          <p:nvPr/>
        </p:nvSpPr>
        <p:spPr>
          <a:xfrm flipH="1">
            <a:off x="534903" y="50124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sp>
        <p:nvSpPr>
          <p:cNvPr id="30" name="Rectangle 29">
            <a:extLst>
              <a:ext uri="{FF2B5EF4-FFF2-40B4-BE49-F238E27FC236}">
                <a16:creationId xmlns:a16="http://schemas.microsoft.com/office/drawing/2014/main" id="{C8DAB5DE-B710-1E6F-1F8C-1FC8F94BAB65}"/>
              </a:ext>
            </a:extLst>
          </p:cNvPr>
          <p:cNvSpPr/>
          <p:nvPr/>
        </p:nvSpPr>
        <p:spPr>
          <a:xfrm>
            <a:off x="6144675" y="2102391"/>
            <a:ext cx="282610" cy="13298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2" name="Rectangle 31">
            <a:extLst>
              <a:ext uri="{FF2B5EF4-FFF2-40B4-BE49-F238E27FC236}">
                <a16:creationId xmlns:a16="http://schemas.microsoft.com/office/drawing/2014/main" id="{713CA9BA-8E9B-D718-EEE4-5EEC0D424850}"/>
              </a:ext>
            </a:extLst>
          </p:cNvPr>
          <p:cNvSpPr/>
          <p:nvPr/>
        </p:nvSpPr>
        <p:spPr>
          <a:xfrm>
            <a:off x="4957161" y="2102099"/>
            <a:ext cx="314758" cy="132985"/>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7" name="Rectangle 36">
            <a:extLst>
              <a:ext uri="{FF2B5EF4-FFF2-40B4-BE49-F238E27FC236}">
                <a16:creationId xmlns:a16="http://schemas.microsoft.com/office/drawing/2014/main" id="{A3D026ED-2007-6F31-092A-46DACAB1DAC3}"/>
              </a:ext>
            </a:extLst>
          </p:cNvPr>
          <p:cNvSpPr/>
          <p:nvPr/>
        </p:nvSpPr>
        <p:spPr>
          <a:xfrm>
            <a:off x="4612221" y="2099719"/>
            <a:ext cx="301469" cy="132985"/>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8" name="Rectangle 37">
            <a:extLst>
              <a:ext uri="{FF2B5EF4-FFF2-40B4-BE49-F238E27FC236}">
                <a16:creationId xmlns:a16="http://schemas.microsoft.com/office/drawing/2014/main" id="{05515353-F4F6-77E5-1056-A34D7AA5204B}"/>
              </a:ext>
            </a:extLst>
          </p:cNvPr>
          <p:cNvSpPr/>
          <p:nvPr/>
        </p:nvSpPr>
        <p:spPr>
          <a:xfrm>
            <a:off x="3100391" y="2098051"/>
            <a:ext cx="1468359" cy="132985"/>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ln>
                <a:solidFill>
                  <a:schemeClr val="tx1"/>
                </a:solidFill>
              </a:ln>
              <a:noFill/>
            </a:endParaRPr>
          </a:p>
        </p:txBody>
      </p:sp>
      <p:cxnSp>
        <p:nvCxnSpPr>
          <p:cNvPr id="41" name="Google Shape;210;p7">
            <a:extLst>
              <a:ext uri="{FF2B5EF4-FFF2-40B4-BE49-F238E27FC236}">
                <a16:creationId xmlns:a16="http://schemas.microsoft.com/office/drawing/2014/main" id="{B29E19A1-D1C4-5EE1-D2B9-C2F28A075F44}"/>
              </a:ext>
            </a:extLst>
          </p:cNvPr>
          <p:cNvCxnSpPr>
            <a:cxnSpLocks/>
          </p:cNvCxnSpPr>
          <p:nvPr/>
        </p:nvCxnSpPr>
        <p:spPr>
          <a:xfrm>
            <a:off x="6635750" y="4132566"/>
            <a:ext cx="343444" cy="0"/>
          </a:xfrm>
          <a:prstGeom prst="straightConnector1">
            <a:avLst/>
          </a:prstGeom>
          <a:noFill/>
          <a:ln w="12700" cap="flat" cmpd="sng">
            <a:solidFill>
              <a:srgbClr val="901A8A"/>
            </a:solidFill>
            <a:prstDash val="solid"/>
            <a:round/>
            <a:headEnd type="none" w="sm" len="sm"/>
            <a:tailEnd type="triangle" w="med" len="med"/>
          </a:ln>
        </p:spPr>
      </p:cxnSp>
      <p:cxnSp>
        <p:nvCxnSpPr>
          <p:cNvPr id="42" name="Google Shape;210;p7">
            <a:extLst>
              <a:ext uri="{FF2B5EF4-FFF2-40B4-BE49-F238E27FC236}">
                <a16:creationId xmlns:a16="http://schemas.microsoft.com/office/drawing/2014/main" id="{6942087B-0878-035C-CAE1-22F16C052434}"/>
              </a:ext>
            </a:extLst>
          </p:cNvPr>
          <p:cNvCxnSpPr>
            <a:cxnSpLocks/>
          </p:cNvCxnSpPr>
          <p:nvPr/>
        </p:nvCxnSpPr>
        <p:spPr>
          <a:xfrm flipV="1">
            <a:off x="6282524" y="2255066"/>
            <a:ext cx="0" cy="446920"/>
          </a:xfrm>
          <a:prstGeom prst="straightConnector1">
            <a:avLst/>
          </a:prstGeom>
          <a:noFill/>
          <a:ln w="12700" cap="flat" cmpd="sng">
            <a:solidFill>
              <a:srgbClr val="901A8A"/>
            </a:solidFill>
            <a:prstDash val="solid"/>
            <a:round/>
            <a:headEnd type="none" w="sm" len="sm"/>
            <a:tailEnd type="triangle" w="med" len="med"/>
          </a:ln>
        </p:spPr>
      </p:cxnSp>
      <p:sp>
        <p:nvSpPr>
          <p:cNvPr id="44" name="Rectangle 43">
            <a:extLst>
              <a:ext uri="{FF2B5EF4-FFF2-40B4-BE49-F238E27FC236}">
                <a16:creationId xmlns:a16="http://schemas.microsoft.com/office/drawing/2014/main" id="{C0FA15ED-CACC-DDA5-62E4-3A0512A0DA2C}"/>
              </a:ext>
            </a:extLst>
          </p:cNvPr>
          <p:cNvSpPr/>
          <p:nvPr/>
        </p:nvSpPr>
        <p:spPr>
          <a:xfrm>
            <a:off x="6999685" y="2099731"/>
            <a:ext cx="1239433" cy="3311039"/>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45" name="Google Shape;210;p7">
            <a:extLst>
              <a:ext uri="{FF2B5EF4-FFF2-40B4-BE49-F238E27FC236}">
                <a16:creationId xmlns:a16="http://schemas.microsoft.com/office/drawing/2014/main" id="{4FD83017-DAD2-4989-C91E-B4F909982970}"/>
              </a:ext>
            </a:extLst>
          </p:cNvPr>
          <p:cNvCxnSpPr>
            <a:cxnSpLocks/>
          </p:cNvCxnSpPr>
          <p:nvPr/>
        </p:nvCxnSpPr>
        <p:spPr>
          <a:xfrm>
            <a:off x="7451388" y="1449388"/>
            <a:ext cx="0" cy="428093"/>
          </a:xfrm>
          <a:prstGeom prst="straightConnector1">
            <a:avLst/>
          </a:prstGeom>
          <a:noFill/>
          <a:ln w="12700" cap="flat" cmpd="sng">
            <a:solidFill>
              <a:srgbClr val="901A8A"/>
            </a:solidFill>
            <a:prstDash val="solid"/>
            <a:round/>
            <a:headEnd type="none" w="sm" len="sm"/>
            <a:tailEnd type="triangle" w="med" len="med"/>
          </a:ln>
        </p:spPr>
      </p:cxnSp>
      <p:sp>
        <p:nvSpPr>
          <p:cNvPr id="47" name="Google Shape;265;p16" descr="Small square with numeral 1 inside">
            <a:extLst>
              <a:ext uri="{FF2B5EF4-FFF2-40B4-BE49-F238E27FC236}">
                <a16:creationId xmlns:a16="http://schemas.microsoft.com/office/drawing/2014/main" id="{4E6547E6-E96C-9A36-0D53-C85F22BAFDA0}"/>
              </a:ext>
            </a:extLst>
          </p:cNvPr>
          <p:cNvSpPr txBox="1"/>
          <p:nvPr/>
        </p:nvSpPr>
        <p:spPr>
          <a:xfrm>
            <a:off x="7291162" y="1191539"/>
            <a:ext cx="324066"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13</a:t>
            </a:r>
            <a:endParaRPr sz="1000" b="1" i="0" u="none" strike="noStrike" cap="none" dirty="0">
              <a:solidFill>
                <a:schemeClr val="lt1"/>
              </a:solidFill>
              <a:latin typeface="Poppins"/>
              <a:ea typeface="Poppins"/>
              <a:cs typeface="Poppins"/>
              <a:sym typeface="Poppins"/>
            </a:endParaRPr>
          </a:p>
        </p:txBody>
      </p:sp>
      <p:sp>
        <p:nvSpPr>
          <p:cNvPr id="48" name="Google Shape;265;p16" descr="Small square with numeral 1 inside">
            <a:extLst>
              <a:ext uri="{FF2B5EF4-FFF2-40B4-BE49-F238E27FC236}">
                <a16:creationId xmlns:a16="http://schemas.microsoft.com/office/drawing/2014/main" id="{63A89F38-146B-190B-C8A1-3BDF6C465F38}"/>
              </a:ext>
            </a:extLst>
          </p:cNvPr>
          <p:cNvSpPr txBox="1"/>
          <p:nvPr/>
        </p:nvSpPr>
        <p:spPr>
          <a:xfrm>
            <a:off x="6791523" y="1191636"/>
            <a:ext cx="324067"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14</a:t>
            </a:r>
            <a:endParaRPr sz="1000" b="1" i="0" u="none" strike="noStrike" cap="none" dirty="0">
              <a:solidFill>
                <a:schemeClr val="lt1"/>
              </a:solidFill>
              <a:latin typeface="Poppins"/>
              <a:ea typeface="Poppins"/>
              <a:cs typeface="Poppins"/>
              <a:sym typeface="Poppins"/>
            </a:endParaRPr>
          </a:p>
        </p:txBody>
      </p:sp>
      <p:cxnSp>
        <p:nvCxnSpPr>
          <p:cNvPr id="49" name="Google Shape;210;p7">
            <a:extLst>
              <a:ext uri="{FF2B5EF4-FFF2-40B4-BE49-F238E27FC236}">
                <a16:creationId xmlns:a16="http://schemas.microsoft.com/office/drawing/2014/main" id="{19DEC6C1-FC00-E72F-BD9C-29EB48D4E6E6}"/>
              </a:ext>
            </a:extLst>
          </p:cNvPr>
          <p:cNvCxnSpPr>
            <a:cxnSpLocks/>
          </p:cNvCxnSpPr>
          <p:nvPr/>
        </p:nvCxnSpPr>
        <p:spPr>
          <a:xfrm>
            <a:off x="4761620" y="1449388"/>
            <a:ext cx="0" cy="628557"/>
          </a:xfrm>
          <a:prstGeom prst="straightConnector1">
            <a:avLst/>
          </a:prstGeom>
          <a:noFill/>
          <a:ln w="12700" cap="flat" cmpd="sng">
            <a:solidFill>
              <a:srgbClr val="901A8A"/>
            </a:solidFill>
            <a:prstDash val="solid"/>
            <a:round/>
            <a:headEnd type="none" w="sm" len="sm"/>
            <a:tailEnd type="triangle" w="med" len="med"/>
          </a:ln>
        </p:spPr>
      </p:cxnSp>
      <p:sp>
        <p:nvSpPr>
          <p:cNvPr id="52" name="Google Shape;265;p16" descr="Small square with numeral 1 inside">
            <a:extLst>
              <a:ext uri="{FF2B5EF4-FFF2-40B4-BE49-F238E27FC236}">
                <a16:creationId xmlns:a16="http://schemas.microsoft.com/office/drawing/2014/main" id="{529A02A7-4B52-A783-ACA3-DEF8A5426D19}"/>
              </a:ext>
            </a:extLst>
          </p:cNvPr>
          <p:cNvSpPr txBox="1"/>
          <p:nvPr/>
        </p:nvSpPr>
        <p:spPr>
          <a:xfrm>
            <a:off x="6124702" y="2716472"/>
            <a:ext cx="31729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17</a:t>
            </a:r>
            <a:endParaRPr sz="1000" b="1" i="0" u="none" strike="noStrike" cap="none" dirty="0">
              <a:solidFill>
                <a:schemeClr val="lt1"/>
              </a:solidFill>
              <a:latin typeface="Poppins"/>
              <a:ea typeface="Poppins"/>
              <a:cs typeface="Poppins"/>
              <a:sym typeface="Poppins"/>
            </a:endParaRPr>
          </a:p>
        </p:txBody>
      </p:sp>
      <p:sp>
        <p:nvSpPr>
          <p:cNvPr id="53" name="Google Shape;265;p16" descr="Small square with numeral 1 inside">
            <a:extLst>
              <a:ext uri="{FF2B5EF4-FFF2-40B4-BE49-F238E27FC236}">
                <a16:creationId xmlns:a16="http://schemas.microsoft.com/office/drawing/2014/main" id="{A5912D49-36A5-CFE7-5467-108B720001FB}"/>
              </a:ext>
            </a:extLst>
          </p:cNvPr>
          <p:cNvSpPr txBox="1"/>
          <p:nvPr/>
        </p:nvSpPr>
        <p:spPr>
          <a:xfrm>
            <a:off x="4956791" y="1192274"/>
            <a:ext cx="31729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18</a:t>
            </a:r>
            <a:endParaRPr sz="1000" b="1" i="0" u="none" strike="noStrike" cap="none" dirty="0">
              <a:solidFill>
                <a:schemeClr val="lt1"/>
              </a:solidFill>
              <a:latin typeface="Poppins"/>
              <a:ea typeface="Poppins"/>
              <a:cs typeface="Poppins"/>
              <a:sym typeface="Poppins"/>
            </a:endParaRPr>
          </a:p>
        </p:txBody>
      </p:sp>
      <p:cxnSp>
        <p:nvCxnSpPr>
          <p:cNvPr id="54" name="Google Shape;210;p7">
            <a:extLst>
              <a:ext uri="{FF2B5EF4-FFF2-40B4-BE49-F238E27FC236}">
                <a16:creationId xmlns:a16="http://schemas.microsoft.com/office/drawing/2014/main" id="{F081CFDE-5D15-8CBB-81A7-956D0275DAC6}"/>
              </a:ext>
            </a:extLst>
          </p:cNvPr>
          <p:cNvCxnSpPr>
            <a:cxnSpLocks/>
          </p:cNvCxnSpPr>
          <p:nvPr/>
        </p:nvCxnSpPr>
        <p:spPr>
          <a:xfrm>
            <a:off x="3836603" y="1449388"/>
            <a:ext cx="0" cy="628440"/>
          </a:xfrm>
          <a:prstGeom prst="straightConnector1">
            <a:avLst/>
          </a:prstGeom>
          <a:noFill/>
          <a:ln w="12700" cap="flat" cmpd="sng">
            <a:solidFill>
              <a:srgbClr val="901A8A"/>
            </a:solidFill>
            <a:prstDash val="solid"/>
            <a:round/>
            <a:headEnd type="none" w="sm" len="sm"/>
            <a:tailEnd type="triangle" w="med" len="med"/>
          </a:ln>
        </p:spPr>
      </p:cxnSp>
      <p:sp>
        <p:nvSpPr>
          <p:cNvPr id="55" name="Google Shape;265;p16" descr="Small square with numeral 1 inside">
            <a:extLst>
              <a:ext uri="{FF2B5EF4-FFF2-40B4-BE49-F238E27FC236}">
                <a16:creationId xmlns:a16="http://schemas.microsoft.com/office/drawing/2014/main" id="{F49C5B09-083A-77DB-A2A7-F0805A3D020B}"/>
              </a:ext>
            </a:extLst>
          </p:cNvPr>
          <p:cNvSpPr txBox="1"/>
          <p:nvPr/>
        </p:nvSpPr>
        <p:spPr>
          <a:xfrm>
            <a:off x="4604896" y="1192421"/>
            <a:ext cx="31729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19</a:t>
            </a:r>
            <a:endParaRPr sz="1000" b="1" i="0" u="none" strike="noStrike" cap="none" dirty="0">
              <a:solidFill>
                <a:schemeClr val="lt1"/>
              </a:solidFill>
              <a:latin typeface="Poppins"/>
              <a:ea typeface="Poppins"/>
              <a:cs typeface="Poppins"/>
              <a:sym typeface="Poppins"/>
            </a:endParaRPr>
          </a:p>
        </p:txBody>
      </p:sp>
      <p:cxnSp>
        <p:nvCxnSpPr>
          <p:cNvPr id="56" name="Google Shape;210;p7">
            <a:extLst>
              <a:ext uri="{FF2B5EF4-FFF2-40B4-BE49-F238E27FC236}">
                <a16:creationId xmlns:a16="http://schemas.microsoft.com/office/drawing/2014/main" id="{1382B416-978D-8C88-1598-7B0CC7FEDF5B}"/>
              </a:ext>
            </a:extLst>
          </p:cNvPr>
          <p:cNvCxnSpPr>
            <a:cxnSpLocks/>
          </p:cNvCxnSpPr>
          <p:nvPr/>
        </p:nvCxnSpPr>
        <p:spPr>
          <a:xfrm>
            <a:off x="5114514" y="1449388"/>
            <a:ext cx="0" cy="630938"/>
          </a:xfrm>
          <a:prstGeom prst="straightConnector1">
            <a:avLst/>
          </a:prstGeom>
          <a:noFill/>
          <a:ln w="12700" cap="flat" cmpd="sng">
            <a:solidFill>
              <a:srgbClr val="901A8A"/>
            </a:solidFill>
            <a:prstDash val="solid"/>
            <a:round/>
            <a:headEnd type="none" w="sm" len="sm"/>
            <a:tailEnd type="triangle" w="med" len="med"/>
          </a:ln>
        </p:spPr>
      </p:cxnSp>
      <p:sp>
        <p:nvSpPr>
          <p:cNvPr id="57" name="Google Shape;265;p16" descr="Small square with numeral 1 inside">
            <a:extLst>
              <a:ext uri="{FF2B5EF4-FFF2-40B4-BE49-F238E27FC236}">
                <a16:creationId xmlns:a16="http://schemas.microsoft.com/office/drawing/2014/main" id="{FE2B0389-DE8F-AB13-E1D9-4D3E06FE1D10}"/>
              </a:ext>
            </a:extLst>
          </p:cNvPr>
          <p:cNvSpPr txBox="1"/>
          <p:nvPr/>
        </p:nvSpPr>
        <p:spPr>
          <a:xfrm>
            <a:off x="6429781" y="2421781"/>
            <a:ext cx="31729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16</a:t>
            </a:r>
            <a:endParaRPr sz="1000" b="1" i="0" u="none" strike="noStrike" cap="none" dirty="0">
              <a:solidFill>
                <a:schemeClr val="lt1"/>
              </a:solidFill>
              <a:latin typeface="Poppins"/>
              <a:ea typeface="Poppins"/>
              <a:cs typeface="Poppins"/>
              <a:sym typeface="Poppins"/>
            </a:endParaRPr>
          </a:p>
        </p:txBody>
      </p:sp>
      <p:cxnSp>
        <p:nvCxnSpPr>
          <p:cNvPr id="60" name="Google Shape;210;p7">
            <a:extLst>
              <a:ext uri="{FF2B5EF4-FFF2-40B4-BE49-F238E27FC236}">
                <a16:creationId xmlns:a16="http://schemas.microsoft.com/office/drawing/2014/main" id="{FA5FB1C2-FFD9-9ADC-CED3-E3A880125C58}"/>
              </a:ext>
            </a:extLst>
          </p:cNvPr>
          <p:cNvCxnSpPr>
            <a:cxnSpLocks/>
          </p:cNvCxnSpPr>
          <p:nvPr/>
        </p:nvCxnSpPr>
        <p:spPr>
          <a:xfrm>
            <a:off x="6952137" y="1449388"/>
            <a:ext cx="0" cy="398947"/>
          </a:xfrm>
          <a:prstGeom prst="straightConnector1">
            <a:avLst/>
          </a:prstGeom>
          <a:noFill/>
          <a:ln w="12700" cap="flat" cmpd="sng">
            <a:solidFill>
              <a:srgbClr val="901A8A"/>
            </a:solidFill>
            <a:prstDash val="solid"/>
            <a:round/>
            <a:headEnd type="none" w="sm" len="sm"/>
            <a:tailEnd type="triangle" w="med" len="med"/>
          </a:ln>
        </p:spPr>
      </p:cxnSp>
      <p:sp>
        <p:nvSpPr>
          <p:cNvPr id="61" name="Rectangle 60">
            <a:extLst>
              <a:ext uri="{FF2B5EF4-FFF2-40B4-BE49-F238E27FC236}">
                <a16:creationId xmlns:a16="http://schemas.microsoft.com/office/drawing/2014/main" id="{5629404C-F514-D2AD-2D41-625C42ED74A4}"/>
              </a:ext>
            </a:extLst>
          </p:cNvPr>
          <p:cNvSpPr/>
          <p:nvPr/>
        </p:nvSpPr>
        <p:spPr>
          <a:xfrm>
            <a:off x="7225634" y="1897974"/>
            <a:ext cx="453898" cy="13582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51" name="Google Shape;265;p16" descr="Small square with numeral 1 inside">
            <a:extLst>
              <a:ext uri="{FF2B5EF4-FFF2-40B4-BE49-F238E27FC236}">
                <a16:creationId xmlns:a16="http://schemas.microsoft.com/office/drawing/2014/main" id="{E0AF7757-7F83-4945-5EB2-2CC5FA6DF8F8}"/>
              </a:ext>
            </a:extLst>
          </p:cNvPr>
          <p:cNvSpPr txBox="1"/>
          <p:nvPr/>
        </p:nvSpPr>
        <p:spPr>
          <a:xfrm>
            <a:off x="6646862" y="2708456"/>
            <a:ext cx="324067"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15</a:t>
            </a:r>
            <a:endParaRPr sz="1000" b="1" i="0" u="none" strike="noStrike" cap="none" dirty="0">
              <a:solidFill>
                <a:schemeClr val="lt1"/>
              </a:solidFill>
              <a:latin typeface="Poppins"/>
              <a:ea typeface="Poppins"/>
              <a:cs typeface="Poppins"/>
              <a:sym typeface="Poppins"/>
            </a:endParaRPr>
          </a:p>
        </p:txBody>
      </p:sp>
      <p:cxnSp>
        <p:nvCxnSpPr>
          <p:cNvPr id="452" name="Google Shape;210;p7">
            <a:extLst>
              <a:ext uri="{FF2B5EF4-FFF2-40B4-BE49-F238E27FC236}">
                <a16:creationId xmlns:a16="http://schemas.microsoft.com/office/drawing/2014/main" id="{61417F05-7978-E8FD-818B-74B7E5E42D34}"/>
              </a:ext>
            </a:extLst>
          </p:cNvPr>
          <p:cNvCxnSpPr>
            <a:cxnSpLocks/>
          </p:cNvCxnSpPr>
          <p:nvPr/>
        </p:nvCxnSpPr>
        <p:spPr>
          <a:xfrm flipV="1">
            <a:off x="6807560" y="2243161"/>
            <a:ext cx="0" cy="454063"/>
          </a:xfrm>
          <a:prstGeom prst="straightConnector1">
            <a:avLst/>
          </a:prstGeom>
          <a:noFill/>
          <a:ln w="12700" cap="flat" cmpd="sng">
            <a:solidFill>
              <a:srgbClr val="901A8A"/>
            </a:solidFill>
            <a:prstDash val="solid"/>
            <a:round/>
            <a:headEnd type="none" w="sm" len="sm"/>
            <a:tailEnd type="triangle" w="med" len="med"/>
          </a:ln>
        </p:spPr>
      </p:cxnSp>
      <p:sp>
        <p:nvSpPr>
          <p:cNvPr id="453" name="Google Shape;265;p16" descr="Small square with numeral 1 inside">
            <a:extLst>
              <a:ext uri="{FF2B5EF4-FFF2-40B4-BE49-F238E27FC236}">
                <a16:creationId xmlns:a16="http://schemas.microsoft.com/office/drawing/2014/main" id="{199F375B-C9CE-76A3-BEFC-2AD0FF3A15F1}"/>
              </a:ext>
            </a:extLst>
          </p:cNvPr>
          <p:cNvSpPr txBox="1"/>
          <p:nvPr/>
        </p:nvSpPr>
        <p:spPr>
          <a:xfrm>
            <a:off x="3661010" y="1192274"/>
            <a:ext cx="352507"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20</a:t>
            </a:r>
            <a:endParaRPr sz="1000" b="1" i="0" u="none" strike="noStrike" cap="none" dirty="0">
              <a:solidFill>
                <a:schemeClr val="lt1"/>
              </a:solidFill>
              <a:latin typeface="Poppins"/>
              <a:ea typeface="Poppins"/>
              <a:cs typeface="Poppins"/>
              <a:sym typeface="Poppins"/>
            </a:endParaRPr>
          </a:p>
        </p:txBody>
      </p:sp>
      <p:sp>
        <p:nvSpPr>
          <p:cNvPr id="458" name="Rectangle 457">
            <a:extLst>
              <a:ext uri="{FF2B5EF4-FFF2-40B4-BE49-F238E27FC236}">
                <a16:creationId xmlns:a16="http://schemas.microsoft.com/office/drawing/2014/main" id="{7607CD5F-28CC-CA50-07C4-858A7E250D7C}"/>
              </a:ext>
            </a:extLst>
          </p:cNvPr>
          <p:cNvSpPr/>
          <p:nvPr/>
        </p:nvSpPr>
        <p:spPr>
          <a:xfrm>
            <a:off x="1522578" y="2102098"/>
            <a:ext cx="507658" cy="134652"/>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464" name="Google Shape;210;p7">
            <a:extLst>
              <a:ext uri="{FF2B5EF4-FFF2-40B4-BE49-F238E27FC236}">
                <a16:creationId xmlns:a16="http://schemas.microsoft.com/office/drawing/2014/main" id="{81F357CF-DB42-305E-2937-430CCB2EA174}"/>
              </a:ext>
            </a:extLst>
          </p:cNvPr>
          <p:cNvCxnSpPr>
            <a:cxnSpLocks/>
          </p:cNvCxnSpPr>
          <p:nvPr/>
        </p:nvCxnSpPr>
        <p:spPr>
          <a:xfrm>
            <a:off x="1775008" y="1449388"/>
            <a:ext cx="0" cy="632679"/>
          </a:xfrm>
          <a:prstGeom prst="straightConnector1">
            <a:avLst/>
          </a:prstGeom>
          <a:noFill/>
          <a:ln w="12700" cap="flat" cmpd="sng">
            <a:solidFill>
              <a:srgbClr val="901A8A"/>
            </a:solidFill>
            <a:prstDash val="solid"/>
            <a:round/>
            <a:headEnd type="none" w="sm" len="sm"/>
            <a:tailEnd type="triangle" w="med" len="med"/>
          </a:ln>
        </p:spPr>
      </p:cxnSp>
      <p:cxnSp>
        <p:nvCxnSpPr>
          <p:cNvPr id="465" name="Google Shape;210;p7">
            <a:extLst>
              <a:ext uri="{FF2B5EF4-FFF2-40B4-BE49-F238E27FC236}">
                <a16:creationId xmlns:a16="http://schemas.microsoft.com/office/drawing/2014/main" id="{015357BF-BE5C-7F4E-C24A-84D7D102B47A}"/>
              </a:ext>
            </a:extLst>
          </p:cNvPr>
          <p:cNvCxnSpPr>
            <a:cxnSpLocks/>
          </p:cNvCxnSpPr>
          <p:nvPr/>
        </p:nvCxnSpPr>
        <p:spPr>
          <a:xfrm flipV="1">
            <a:off x="6587642" y="2243161"/>
            <a:ext cx="0" cy="166725"/>
          </a:xfrm>
          <a:prstGeom prst="straightConnector1">
            <a:avLst/>
          </a:prstGeom>
          <a:noFill/>
          <a:ln w="12700" cap="flat" cmpd="sng">
            <a:solidFill>
              <a:srgbClr val="901A8A"/>
            </a:solidFill>
            <a:prstDash val="solid"/>
            <a:round/>
            <a:headEnd type="none" w="sm" len="sm"/>
            <a:tailEnd type="triangle" w="med" len="med"/>
          </a:ln>
        </p:spPr>
      </p:cxnSp>
      <p:sp>
        <p:nvSpPr>
          <p:cNvPr id="466" name="Google Shape;265;p16" descr="Small square with numeral 1 inside">
            <a:extLst>
              <a:ext uri="{FF2B5EF4-FFF2-40B4-BE49-F238E27FC236}">
                <a16:creationId xmlns:a16="http://schemas.microsoft.com/office/drawing/2014/main" id="{3E3CD231-7950-2374-51F6-43D23345EE68}"/>
              </a:ext>
            </a:extLst>
          </p:cNvPr>
          <p:cNvSpPr txBox="1"/>
          <p:nvPr/>
        </p:nvSpPr>
        <p:spPr>
          <a:xfrm flipH="1">
            <a:off x="1601423" y="1191129"/>
            <a:ext cx="347949"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21</a:t>
            </a:r>
            <a:endParaRPr sz="1000" b="1" i="0" u="none" strike="noStrike" cap="none" dirty="0">
              <a:solidFill>
                <a:schemeClr val="lt1"/>
              </a:solidFill>
              <a:latin typeface="Poppins"/>
              <a:ea typeface="Poppins"/>
              <a:cs typeface="Poppins"/>
              <a:sym typeface="Poppins"/>
            </a:endParaRPr>
          </a:p>
        </p:txBody>
      </p:sp>
      <p:cxnSp>
        <p:nvCxnSpPr>
          <p:cNvPr id="467" name="Google Shape;210;p7">
            <a:extLst>
              <a:ext uri="{FF2B5EF4-FFF2-40B4-BE49-F238E27FC236}">
                <a16:creationId xmlns:a16="http://schemas.microsoft.com/office/drawing/2014/main" id="{78C447FE-1CDC-20E9-F71C-7F79DCDFAF28}"/>
              </a:ext>
            </a:extLst>
          </p:cNvPr>
          <p:cNvCxnSpPr>
            <a:cxnSpLocks/>
          </p:cNvCxnSpPr>
          <p:nvPr/>
        </p:nvCxnSpPr>
        <p:spPr>
          <a:xfrm>
            <a:off x="6635750" y="3735425"/>
            <a:ext cx="239108" cy="0"/>
          </a:xfrm>
          <a:prstGeom prst="straightConnector1">
            <a:avLst/>
          </a:prstGeom>
          <a:noFill/>
          <a:ln w="12700" cap="flat" cmpd="sng">
            <a:solidFill>
              <a:srgbClr val="901A8A"/>
            </a:solidFill>
            <a:prstDash val="solid"/>
            <a:round/>
            <a:headEnd type="none" w="sm" len="sm"/>
            <a:tailEnd type="triangle" w="med" len="med"/>
          </a:ln>
        </p:spPr>
      </p:cxnSp>
      <p:sp>
        <p:nvSpPr>
          <p:cNvPr id="468" name="Google Shape;265;p16" descr="Small square with numeral 1 inside">
            <a:extLst>
              <a:ext uri="{FF2B5EF4-FFF2-40B4-BE49-F238E27FC236}">
                <a16:creationId xmlns:a16="http://schemas.microsoft.com/office/drawing/2014/main" id="{AAFEF29C-DE58-485F-964B-6B5619FC2807}"/>
              </a:ext>
            </a:extLst>
          </p:cNvPr>
          <p:cNvSpPr txBox="1"/>
          <p:nvPr/>
        </p:nvSpPr>
        <p:spPr>
          <a:xfrm>
            <a:off x="6307069" y="3613457"/>
            <a:ext cx="315794"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dirty="0">
                <a:solidFill>
                  <a:schemeClr val="lt1"/>
                </a:solidFill>
                <a:latin typeface="Poppins"/>
                <a:ea typeface="Poppins"/>
                <a:cs typeface="Poppins"/>
                <a:sym typeface="Poppins"/>
              </a:rPr>
              <a:t>12</a:t>
            </a:r>
            <a:endParaRPr sz="1000" b="1" i="0" u="none" strike="noStrike" cap="none" dirty="0">
              <a:solidFill>
                <a:schemeClr val="lt1"/>
              </a:solidFill>
              <a:latin typeface="Poppins"/>
              <a:ea typeface="Poppins"/>
              <a:cs typeface="Poppins"/>
              <a:sym typeface="Poppins"/>
            </a:endParaRPr>
          </a:p>
        </p:txBody>
      </p:sp>
      <p:sp>
        <p:nvSpPr>
          <p:cNvPr id="469" name="Rectangle 468">
            <a:extLst>
              <a:ext uri="{FF2B5EF4-FFF2-40B4-BE49-F238E27FC236}">
                <a16:creationId xmlns:a16="http://schemas.microsoft.com/office/drawing/2014/main" id="{2823075F-87E5-0A07-E445-7CC9C6807307}"/>
              </a:ext>
            </a:extLst>
          </p:cNvPr>
          <p:cNvSpPr/>
          <p:nvPr/>
        </p:nvSpPr>
        <p:spPr>
          <a:xfrm>
            <a:off x="6718067" y="1870449"/>
            <a:ext cx="471826" cy="164249"/>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70" name="Rectangle 469">
            <a:extLst>
              <a:ext uri="{FF2B5EF4-FFF2-40B4-BE49-F238E27FC236}">
                <a16:creationId xmlns:a16="http://schemas.microsoft.com/office/drawing/2014/main" id="{EFE23C05-F3EF-4112-F8C9-936303B180CC}"/>
              </a:ext>
            </a:extLst>
          </p:cNvPr>
          <p:cNvSpPr/>
          <p:nvPr/>
        </p:nvSpPr>
        <p:spPr>
          <a:xfrm>
            <a:off x="999231" y="3185256"/>
            <a:ext cx="468405" cy="545633"/>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72" name="Google Shape;265;p16" descr="Small square with numeral 1 inside">
            <a:extLst>
              <a:ext uri="{FF2B5EF4-FFF2-40B4-BE49-F238E27FC236}">
                <a16:creationId xmlns:a16="http://schemas.microsoft.com/office/drawing/2014/main" id="{92534C39-0D38-C296-C20D-23C6930F2965}"/>
              </a:ext>
            </a:extLst>
          </p:cNvPr>
          <p:cNvSpPr txBox="1"/>
          <p:nvPr/>
        </p:nvSpPr>
        <p:spPr>
          <a:xfrm>
            <a:off x="4079139" y="561215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7</a:t>
            </a:r>
            <a:endParaRPr sz="1000" b="1" i="0" u="none" strike="noStrike" cap="none" dirty="0">
              <a:solidFill>
                <a:schemeClr val="lt1"/>
              </a:solidFill>
              <a:latin typeface="Poppins"/>
              <a:ea typeface="Poppins"/>
              <a:cs typeface="Poppins"/>
              <a:sym typeface="Poppins"/>
            </a:endParaRPr>
          </a:p>
        </p:txBody>
      </p:sp>
      <p:sp>
        <p:nvSpPr>
          <p:cNvPr id="473" name="Rectangle 472">
            <a:extLst>
              <a:ext uri="{FF2B5EF4-FFF2-40B4-BE49-F238E27FC236}">
                <a16:creationId xmlns:a16="http://schemas.microsoft.com/office/drawing/2014/main" id="{0600958A-53C6-6B0A-7800-5DF7807BB8AB}"/>
              </a:ext>
            </a:extLst>
          </p:cNvPr>
          <p:cNvSpPr/>
          <p:nvPr/>
        </p:nvSpPr>
        <p:spPr>
          <a:xfrm>
            <a:off x="3374232" y="5152523"/>
            <a:ext cx="1636063" cy="210338"/>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475" name="Google Shape;210;p7">
            <a:extLst>
              <a:ext uri="{FF2B5EF4-FFF2-40B4-BE49-F238E27FC236}">
                <a16:creationId xmlns:a16="http://schemas.microsoft.com/office/drawing/2014/main" id="{7DCED057-0C78-913D-3D04-6B54D283C90C}"/>
              </a:ext>
            </a:extLst>
          </p:cNvPr>
          <p:cNvCxnSpPr>
            <a:cxnSpLocks/>
          </p:cNvCxnSpPr>
          <p:nvPr/>
        </p:nvCxnSpPr>
        <p:spPr>
          <a:xfrm rot="5400000" flipH="1">
            <a:off x="4081457" y="5490501"/>
            <a:ext cx="217185" cy="1"/>
          </a:xfrm>
          <a:prstGeom prst="straightConnector1">
            <a:avLst/>
          </a:prstGeom>
          <a:noFill/>
          <a:ln w="12700" cap="flat" cmpd="sng">
            <a:solidFill>
              <a:srgbClr val="901A8A"/>
            </a:solidFill>
            <a:prstDash val="solid"/>
            <a:round/>
            <a:headEnd type="none" w="sm" len="sm"/>
            <a:tailEnd type="triangle" w="med" len="med"/>
          </a:ln>
        </p:spPr>
      </p:cxnSp>
      <p:sp>
        <p:nvSpPr>
          <p:cNvPr id="476" name="Google Shape;265;p16" descr="Small square with numeral 1 inside">
            <a:extLst>
              <a:ext uri="{FF2B5EF4-FFF2-40B4-BE49-F238E27FC236}">
                <a16:creationId xmlns:a16="http://schemas.microsoft.com/office/drawing/2014/main" id="{E69B41C1-E47F-BA8A-CFDB-4FC2A125E6A9}"/>
              </a:ext>
            </a:extLst>
          </p:cNvPr>
          <p:cNvSpPr txBox="1"/>
          <p:nvPr/>
        </p:nvSpPr>
        <p:spPr>
          <a:xfrm>
            <a:off x="6307777" y="4010189"/>
            <a:ext cx="315794"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dirty="0">
                <a:solidFill>
                  <a:schemeClr val="lt1"/>
                </a:solidFill>
                <a:latin typeface="Poppins"/>
                <a:ea typeface="Poppins"/>
                <a:cs typeface="Poppins"/>
                <a:sym typeface="Poppins"/>
              </a:rPr>
              <a:t>11</a:t>
            </a:r>
            <a:endParaRPr sz="1000" b="1" i="0" u="none" strike="noStrike" cap="none" dirty="0">
              <a:solidFill>
                <a:schemeClr val="lt1"/>
              </a:solidFill>
              <a:latin typeface="Poppins"/>
              <a:ea typeface="Poppins"/>
              <a:cs typeface="Poppins"/>
              <a:sym typeface="Poppins"/>
            </a:endParaRPr>
          </a:p>
        </p:txBody>
      </p:sp>
      <p:sp>
        <p:nvSpPr>
          <p:cNvPr id="479" name="Rectangle 478">
            <a:extLst>
              <a:ext uri="{FF2B5EF4-FFF2-40B4-BE49-F238E27FC236}">
                <a16:creationId xmlns:a16="http://schemas.microsoft.com/office/drawing/2014/main" id="{E30FC7B3-CFBA-FBE1-A683-58A4BCC58F2D}"/>
              </a:ext>
            </a:extLst>
          </p:cNvPr>
          <p:cNvSpPr/>
          <p:nvPr/>
        </p:nvSpPr>
        <p:spPr>
          <a:xfrm>
            <a:off x="1000433" y="3729539"/>
            <a:ext cx="467204" cy="564821"/>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81" name="Rectangle 480">
            <a:extLst>
              <a:ext uri="{FF2B5EF4-FFF2-40B4-BE49-F238E27FC236}">
                <a16:creationId xmlns:a16="http://schemas.microsoft.com/office/drawing/2014/main" id="{EEA2B582-29CD-FC62-91C2-6CEEDEFF6499}"/>
              </a:ext>
            </a:extLst>
          </p:cNvPr>
          <p:cNvSpPr/>
          <p:nvPr/>
        </p:nvSpPr>
        <p:spPr>
          <a:xfrm>
            <a:off x="1000432" y="4294360"/>
            <a:ext cx="467204" cy="564821"/>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82" name="Rectangle 481">
            <a:extLst>
              <a:ext uri="{FF2B5EF4-FFF2-40B4-BE49-F238E27FC236}">
                <a16:creationId xmlns:a16="http://schemas.microsoft.com/office/drawing/2014/main" id="{F7016FDE-5301-D772-8B96-69EE776E3ED4}"/>
              </a:ext>
            </a:extLst>
          </p:cNvPr>
          <p:cNvSpPr/>
          <p:nvPr/>
        </p:nvSpPr>
        <p:spPr>
          <a:xfrm>
            <a:off x="1000432" y="4857832"/>
            <a:ext cx="467204" cy="549094"/>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86" name="Google Shape;265;p16" descr="Small square with numeral 1 inside">
            <a:extLst>
              <a:ext uri="{FF2B5EF4-FFF2-40B4-BE49-F238E27FC236}">
                <a16:creationId xmlns:a16="http://schemas.microsoft.com/office/drawing/2014/main" id="{CF291341-894C-3E74-3CCD-3C8CDAF4B2C9}"/>
              </a:ext>
            </a:extLst>
          </p:cNvPr>
          <p:cNvSpPr txBox="1"/>
          <p:nvPr/>
        </p:nvSpPr>
        <p:spPr>
          <a:xfrm>
            <a:off x="6246760" y="561215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8</a:t>
            </a:r>
            <a:endParaRPr sz="1000" b="1" i="0" u="none" strike="noStrike" cap="none" dirty="0">
              <a:solidFill>
                <a:schemeClr val="lt1"/>
              </a:solidFill>
              <a:latin typeface="Poppins"/>
              <a:ea typeface="Poppins"/>
              <a:cs typeface="Poppins"/>
              <a:sym typeface="Poppins"/>
            </a:endParaRPr>
          </a:p>
        </p:txBody>
      </p:sp>
      <p:cxnSp>
        <p:nvCxnSpPr>
          <p:cNvPr id="487" name="Google Shape;210;p7">
            <a:extLst>
              <a:ext uri="{FF2B5EF4-FFF2-40B4-BE49-F238E27FC236}">
                <a16:creationId xmlns:a16="http://schemas.microsoft.com/office/drawing/2014/main" id="{B7CFCBC5-980B-EF8A-E110-7D4727C69D09}"/>
              </a:ext>
            </a:extLst>
          </p:cNvPr>
          <p:cNvCxnSpPr>
            <a:cxnSpLocks/>
          </p:cNvCxnSpPr>
          <p:nvPr/>
        </p:nvCxnSpPr>
        <p:spPr>
          <a:xfrm rot="5400000" flipH="1">
            <a:off x="6249078" y="5490501"/>
            <a:ext cx="217185" cy="1"/>
          </a:xfrm>
          <a:prstGeom prst="straightConnector1">
            <a:avLst/>
          </a:prstGeom>
          <a:noFill/>
          <a:ln w="12700" cap="flat" cmpd="sng">
            <a:solidFill>
              <a:srgbClr val="901A8A"/>
            </a:solidFill>
            <a:prstDash val="solid"/>
            <a:round/>
            <a:headEnd type="none" w="sm" len="sm"/>
            <a:tailEnd type="triangle" w="med" len="med"/>
          </a:ln>
        </p:spPr>
      </p:cxnSp>
      <p:cxnSp>
        <p:nvCxnSpPr>
          <p:cNvPr id="488" name="Google Shape;210;p7">
            <a:extLst>
              <a:ext uri="{FF2B5EF4-FFF2-40B4-BE49-F238E27FC236}">
                <a16:creationId xmlns:a16="http://schemas.microsoft.com/office/drawing/2014/main" id="{8C5D3A19-FB96-B40B-6DF8-546E3C40C830}"/>
              </a:ext>
            </a:extLst>
          </p:cNvPr>
          <p:cNvCxnSpPr>
            <a:cxnSpLocks/>
          </p:cNvCxnSpPr>
          <p:nvPr/>
        </p:nvCxnSpPr>
        <p:spPr>
          <a:xfrm flipV="1">
            <a:off x="6565724" y="5381262"/>
            <a:ext cx="0" cy="548051"/>
          </a:xfrm>
          <a:prstGeom prst="straightConnector1">
            <a:avLst/>
          </a:prstGeom>
          <a:noFill/>
          <a:ln w="12700" cap="flat" cmpd="sng">
            <a:solidFill>
              <a:srgbClr val="901A8A"/>
            </a:solidFill>
            <a:prstDash val="solid"/>
            <a:round/>
            <a:headEnd type="none" w="sm" len="sm"/>
            <a:tailEnd type="triangle" w="med" len="med"/>
          </a:ln>
        </p:spPr>
      </p:cxnSp>
      <p:sp>
        <p:nvSpPr>
          <p:cNvPr id="490" name="Google Shape;265;p16" descr="Small square with numeral 1 inside">
            <a:extLst>
              <a:ext uri="{FF2B5EF4-FFF2-40B4-BE49-F238E27FC236}">
                <a16:creationId xmlns:a16="http://schemas.microsoft.com/office/drawing/2014/main" id="{13201518-F14D-3B88-6337-F2C6DDAFF4FC}"/>
              </a:ext>
            </a:extLst>
          </p:cNvPr>
          <p:cNvSpPr txBox="1"/>
          <p:nvPr/>
        </p:nvSpPr>
        <p:spPr>
          <a:xfrm>
            <a:off x="6622793" y="5612156"/>
            <a:ext cx="324324"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10</a:t>
            </a:r>
            <a:endParaRPr sz="1000" b="1" i="0" u="none" strike="noStrike" cap="none" dirty="0">
              <a:solidFill>
                <a:schemeClr val="lt1"/>
              </a:solidFill>
              <a:latin typeface="Poppins"/>
              <a:ea typeface="Poppins"/>
              <a:cs typeface="Poppins"/>
              <a:sym typeface="Poppins"/>
            </a:endParaRPr>
          </a:p>
        </p:txBody>
      </p:sp>
      <p:cxnSp>
        <p:nvCxnSpPr>
          <p:cNvPr id="505" name="Google Shape;210;p7">
            <a:extLst>
              <a:ext uri="{FF2B5EF4-FFF2-40B4-BE49-F238E27FC236}">
                <a16:creationId xmlns:a16="http://schemas.microsoft.com/office/drawing/2014/main" id="{B0FE28EB-39D3-E111-E6DA-C9928D7FE574}"/>
              </a:ext>
            </a:extLst>
          </p:cNvPr>
          <p:cNvCxnSpPr>
            <a:cxnSpLocks/>
          </p:cNvCxnSpPr>
          <p:nvPr/>
        </p:nvCxnSpPr>
        <p:spPr>
          <a:xfrm rot="5400000" flipH="1">
            <a:off x="6675112" y="5490501"/>
            <a:ext cx="217185" cy="1"/>
          </a:xfrm>
          <a:prstGeom prst="straightConnector1">
            <a:avLst/>
          </a:prstGeom>
          <a:noFill/>
          <a:ln w="12700" cap="flat" cmpd="sng">
            <a:solidFill>
              <a:srgbClr val="901A8A"/>
            </a:solidFill>
            <a:prstDash val="solid"/>
            <a:round/>
            <a:headEnd type="none" w="sm" len="sm"/>
            <a:tailEnd type="triangle" w="med" len="med"/>
          </a:ln>
        </p:spPr>
      </p:cxnSp>
      <p:sp>
        <p:nvSpPr>
          <p:cNvPr id="506" name="Google Shape;265;p16" descr="Small square with numeral 1 inside">
            <a:extLst>
              <a:ext uri="{FF2B5EF4-FFF2-40B4-BE49-F238E27FC236}">
                <a16:creationId xmlns:a16="http://schemas.microsoft.com/office/drawing/2014/main" id="{6F93BF87-EE66-8581-C6A7-EF57E4CA0A42}"/>
              </a:ext>
            </a:extLst>
          </p:cNvPr>
          <p:cNvSpPr txBox="1"/>
          <p:nvPr/>
        </p:nvSpPr>
        <p:spPr>
          <a:xfrm>
            <a:off x="6453432" y="594359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9</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27124893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8DD57C1F-EF5A-D820-3CC4-EC7FE6EB0FB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8B94998-B1AC-3CEE-CB0B-7E5C69A9A7E4}"/>
              </a:ext>
            </a:extLst>
          </p:cNvPr>
          <p:cNvPicPr>
            <a:picLocks noChangeAspect="1"/>
          </p:cNvPicPr>
          <p:nvPr/>
        </p:nvPicPr>
        <p:blipFill>
          <a:blip r:embed="rId3"/>
          <a:srcRect l="36439" t="9811" r="37240" b="9942"/>
          <a:stretch>
            <a:fillRect/>
          </a:stretch>
        </p:blipFill>
        <p:spPr>
          <a:xfrm>
            <a:off x="2715381" y="1511300"/>
            <a:ext cx="2969746" cy="5092980"/>
          </a:xfrm>
          <a:prstGeom prst="rect">
            <a:avLst/>
          </a:prstGeom>
          <a:effectLst>
            <a:outerShdw blurRad="63500" sx="102000" sy="102000" algn="ctr" rotWithShape="0">
              <a:prstClr val="black">
                <a:alpha val="40000"/>
              </a:prstClr>
            </a:outerShdw>
          </a:effectLst>
        </p:spPr>
      </p:pic>
      <p:sp>
        <p:nvSpPr>
          <p:cNvPr id="37" name="Rectangle 36">
            <a:extLst>
              <a:ext uri="{FF2B5EF4-FFF2-40B4-BE49-F238E27FC236}">
                <a16:creationId xmlns:a16="http://schemas.microsoft.com/office/drawing/2014/main" id="{4BD89C43-4EEC-243D-C7C5-F8CE8E37B842}"/>
              </a:ext>
            </a:extLst>
          </p:cNvPr>
          <p:cNvSpPr/>
          <p:nvPr/>
        </p:nvSpPr>
        <p:spPr>
          <a:xfrm>
            <a:off x="3565526" y="2310240"/>
            <a:ext cx="1918788" cy="876909"/>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2" name="Rectangle 41">
            <a:extLst>
              <a:ext uri="{FF2B5EF4-FFF2-40B4-BE49-F238E27FC236}">
                <a16:creationId xmlns:a16="http://schemas.microsoft.com/office/drawing/2014/main" id="{22F546F7-41F2-8337-0B85-036C38F5D394}"/>
              </a:ext>
            </a:extLst>
          </p:cNvPr>
          <p:cNvSpPr/>
          <p:nvPr/>
        </p:nvSpPr>
        <p:spPr>
          <a:xfrm>
            <a:off x="3481388" y="6286500"/>
            <a:ext cx="2126456" cy="267136"/>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67" name="Google Shape;371;p8">
            <a:extLst>
              <a:ext uri="{FF2B5EF4-FFF2-40B4-BE49-F238E27FC236}">
                <a16:creationId xmlns:a16="http://schemas.microsoft.com/office/drawing/2014/main" id="{090ACA0D-07A4-0E6B-3274-BC3D35186E6E}"/>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2800"/>
              <a:buFont typeface="Cambria"/>
              <a:buNone/>
            </a:pPr>
            <a:r>
              <a:rPr lang="en-US" dirty="0"/>
              <a:t>Understanding the Products Side Panel (Main Round)</a:t>
            </a:r>
          </a:p>
        </p:txBody>
      </p:sp>
      <p:sp>
        <p:nvSpPr>
          <p:cNvPr id="468" name="Google Shape;430;p8">
            <a:hlinkClick r:id="rId4" action="ppaction://hlinksldjump"/>
            <a:extLst>
              <a:ext uri="{FF2B5EF4-FFF2-40B4-BE49-F238E27FC236}">
                <a16:creationId xmlns:a16="http://schemas.microsoft.com/office/drawing/2014/main" id="{DD9C3971-AB63-1DAE-1FAF-9C6CE9495B39}"/>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dirty="0">
                <a:solidFill>
                  <a:schemeClr val="dk1"/>
                </a:solidFill>
                <a:latin typeface="Poppins"/>
                <a:ea typeface="Poppins"/>
                <a:cs typeface="Poppins"/>
                <a:sym typeface="Poppins"/>
              </a:rPr>
              <a:t>Table of Contents</a:t>
            </a:r>
            <a:endParaRPr dirty="0"/>
          </a:p>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Poppins"/>
              <a:ea typeface="Poppins"/>
              <a:cs typeface="Poppins"/>
              <a:sym typeface="Poppins"/>
            </a:endParaRPr>
          </a:p>
        </p:txBody>
      </p:sp>
      <p:cxnSp>
        <p:nvCxnSpPr>
          <p:cNvPr id="2" name="Google Shape;210;p7">
            <a:extLst>
              <a:ext uri="{FF2B5EF4-FFF2-40B4-BE49-F238E27FC236}">
                <a16:creationId xmlns:a16="http://schemas.microsoft.com/office/drawing/2014/main" id="{888B335E-6832-4EA6-3D10-E46F86BEEEFA}"/>
              </a:ext>
            </a:extLst>
          </p:cNvPr>
          <p:cNvCxnSpPr>
            <a:cxnSpLocks/>
          </p:cNvCxnSpPr>
          <p:nvPr/>
        </p:nvCxnSpPr>
        <p:spPr>
          <a:xfrm>
            <a:off x="2603500" y="2066107"/>
            <a:ext cx="995656" cy="846"/>
          </a:xfrm>
          <a:prstGeom prst="straightConnector1">
            <a:avLst/>
          </a:prstGeom>
          <a:noFill/>
          <a:ln w="12700" cap="flat" cmpd="sng">
            <a:solidFill>
              <a:srgbClr val="901A8A"/>
            </a:solidFill>
            <a:prstDash val="solid"/>
            <a:round/>
            <a:headEnd type="none" w="sm" len="sm"/>
            <a:tailEnd type="triangle" w="med" len="med"/>
          </a:ln>
        </p:spPr>
      </p:cxnSp>
      <p:sp>
        <p:nvSpPr>
          <p:cNvPr id="3" name="Google Shape;265;p16" descr="Small square with numeral 1 inside">
            <a:extLst>
              <a:ext uri="{FF2B5EF4-FFF2-40B4-BE49-F238E27FC236}">
                <a16:creationId xmlns:a16="http://schemas.microsoft.com/office/drawing/2014/main" id="{8BBDC0F2-99C9-BEC3-D171-A9A5FB8C9456}"/>
              </a:ext>
            </a:extLst>
          </p:cNvPr>
          <p:cNvSpPr txBox="1"/>
          <p:nvPr/>
        </p:nvSpPr>
        <p:spPr>
          <a:xfrm>
            <a:off x="2366035" y="194547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7" name="Google Shape;265;p16" descr="Small square with numeral 1 inside">
            <a:extLst>
              <a:ext uri="{FF2B5EF4-FFF2-40B4-BE49-F238E27FC236}">
                <a16:creationId xmlns:a16="http://schemas.microsoft.com/office/drawing/2014/main" id="{FA706E35-7A6C-67E6-9B62-ADE308603597}"/>
              </a:ext>
            </a:extLst>
          </p:cNvPr>
          <p:cNvSpPr txBox="1"/>
          <p:nvPr/>
        </p:nvSpPr>
        <p:spPr>
          <a:xfrm>
            <a:off x="2366219" y="262642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cxnSp>
        <p:nvCxnSpPr>
          <p:cNvPr id="8" name="Google Shape;210;p7">
            <a:extLst>
              <a:ext uri="{FF2B5EF4-FFF2-40B4-BE49-F238E27FC236}">
                <a16:creationId xmlns:a16="http://schemas.microsoft.com/office/drawing/2014/main" id="{80DAB35E-65E1-9C81-3747-1C0E1BB0698A}"/>
              </a:ext>
            </a:extLst>
          </p:cNvPr>
          <p:cNvCxnSpPr>
            <a:cxnSpLocks/>
          </p:cNvCxnSpPr>
          <p:nvPr/>
        </p:nvCxnSpPr>
        <p:spPr>
          <a:xfrm flipH="1">
            <a:off x="5677983" y="4043710"/>
            <a:ext cx="310067" cy="0"/>
          </a:xfrm>
          <a:prstGeom prst="straightConnector1">
            <a:avLst/>
          </a:prstGeom>
          <a:noFill/>
          <a:ln w="12700" cap="flat" cmpd="sng">
            <a:solidFill>
              <a:srgbClr val="901A8A"/>
            </a:solidFill>
            <a:prstDash val="solid"/>
            <a:round/>
            <a:headEnd type="none" w="sm" len="sm"/>
            <a:tailEnd type="triangle" w="med" len="med"/>
          </a:ln>
        </p:spPr>
      </p:cxnSp>
      <p:sp>
        <p:nvSpPr>
          <p:cNvPr id="9" name="Google Shape;265;p16" descr="Small square with numeral 1 inside">
            <a:extLst>
              <a:ext uri="{FF2B5EF4-FFF2-40B4-BE49-F238E27FC236}">
                <a16:creationId xmlns:a16="http://schemas.microsoft.com/office/drawing/2014/main" id="{D56653FE-C74F-7872-4E73-BEC737A790B9}"/>
              </a:ext>
            </a:extLst>
          </p:cNvPr>
          <p:cNvSpPr txBox="1"/>
          <p:nvPr/>
        </p:nvSpPr>
        <p:spPr>
          <a:xfrm>
            <a:off x="6003977" y="392044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14" name="TextBox 13">
            <a:extLst>
              <a:ext uri="{FF2B5EF4-FFF2-40B4-BE49-F238E27FC236}">
                <a16:creationId xmlns:a16="http://schemas.microsoft.com/office/drawing/2014/main" id="{9F2FC0AB-B8DF-DD0E-3E0D-2090EE762CF6}"/>
              </a:ext>
            </a:extLst>
          </p:cNvPr>
          <p:cNvSpPr txBox="1"/>
          <p:nvPr/>
        </p:nvSpPr>
        <p:spPr>
          <a:xfrm>
            <a:off x="8975725" y="1449388"/>
            <a:ext cx="2854831" cy="2964914"/>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Main Round </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This section allows you to manage test items and product details for the Main Round.</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 New Product </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This allows you to add new product/s to your Main Round.</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Total Count </a:t>
            </a:r>
            <a:r>
              <a:rPr lang="en-US" sz="1000" dirty="0">
                <a:solidFill>
                  <a:schemeClr val="tx1"/>
                </a:solidFill>
                <a:latin typeface="Poppins"/>
                <a:ea typeface="Poppins"/>
                <a:cs typeface="Poppins"/>
                <a:sym typeface="Poppins"/>
              </a:rPr>
              <a:t>– Displays the total number of products in the Main Round, including how many belong to the Target group and how many are Filler products. These counts also act as filters. </a:t>
            </a:r>
            <a:r>
              <a:rPr lang="en-US" sz="1000" b="1" u="sng" dirty="0">
                <a:solidFill>
                  <a:schemeClr val="tx1"/>
                </a:solidFill>
                <a:latin typeface="Poppins"/>
                <a:ea typeface="Poppins"/>
                <a:cs typeface="Poppins"/>
                <a:sym typeface="Poppins"/>
              </a:rPr>
              <a:t>Learn more</a:t>
            </a:r>
            <a:endPar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endParaRP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Chevron Icon </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Allows you to expand the Products side panel.</a:t>
            </a:r>
          </a:p>
          <a:p>
            <a:pPr marL="228600" lvl="0" indent="-228600">
              <a:spcBef>
                <a:spcPts val="800"/>
              </a:spcBef>
              <a:buFont typeface="+mj-lt"/>
              <a:buAutoNum type="arabicPeriod"/>
              <a:defRPr/>
            </a:pPr>
            <a:r>
              <a:rPr lang="en-US" sz="1000" b="1" dirty="0">
                <a:solidFill>
                  <a:schemeClr val="tx1"/>
                </a:solidFill>
                <a:latin typeface="Poppins" panose="00000500000000000000" pitchFamily="2" charset="0"/>
                <a:cs typeface="Poppins" panose="00000500000000000000" pitchFamily="2" charset="0"/>
              </a:rPr>
              <a:t>Close (X) icon </a:t>
            </a:r>
            <a:r>
              <a:rPr lang="en-US" sz="1000" dirty="0">
                <a:solidFill>
                  <a:schemeClr val="tx1"/>
                </a:solidFill>
                <a:latin typeface="Poppins" panose="00000500000000000000" pitchFamily="2" charset="0"/>
                <a:cs typeface="Poppins" panose="00000500000000000000" pitchFamily="2" charset="0"/>
              </a:rPr>
              <a:t>– Allows you to close the Products side panel.</a:t>
            </a:r>
            <a:endParaRPr lang="en-US" sz="1000" b="1" dirty="0">
              <a:solidFill>
                <a:schemeClr val="tx1"/>
              </a:solidFill>
              <a:latin typeface="Poppins" panose="00000500000000000000" pitchFamily="2" charset="0"/>
              <a:cs typeface="Poppins" panose="00000500000000000000" pitchFamily="2" charset="0"/>
            </a:endParaRPr>
          </a:p>
        </p:txBody>
      </p:sp>
      <p:sp>
        <p:nvSpPr>
          <p:cNvPr id="15" name="Google Shape;265;p16" descr="Small square with numeral 1 inside">
            <a:extLst>
              <a:ext uri="{FF2B5EF4-FFF2-40B4-BE49-F238E27FC236}">
                <a16:creationId xmlns:a16="http://schemas.microsoft.com/office/drawing/2014/main" id="{1CDF4693-E84A-FA7B-BDCF-EFF8E9467A2D}"/>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16" name="Google Shape;265;p16" descr="Small square with numeral 1 inside">
            <a:extLst>
              <a:ext uri="{FF2B5EF4-FFF2-40B4-BE49-F238E27FC236}">
                <a16:creationId xmlns:a16="http://schemas.microsoft.com/office/drawing/2014/main" id="{3FB8EA2B-1BB4-62F1-48A8-E61044750E3F}"/>
              </a:ext>
            </a:extLst>
          </p:cNvPr>
          <p:cNvSpPr txBox="1"/>
          <p:nvPr/>
        </p:nvSpPr>
        <p:spPr>
          <a:xfrm>
            <a:off x="9002388" y="2066107"/>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17" name="Google Shape;265;p16" descr="Small square with numeral 1 inside">
            <a:extLst>
              <a:ext uri="{FF2B5EF4-FFF2-40B4-BE49-F238E27FC236}">
                <a16:creationId xmlns:a16="http://schemas.microsoft.com/office/drawing/2014/main" id="{0A18FFA3-2ABC-D514-29C4-1783860C0E0D}"/>
              </a:ext>
            </a:extLst>
          </p:cNvPr>
          <p:cNvSpPr txBox="1"/>
          <p:nvPr/>
        </p:nvSpPr>
        <p:spPr>
          <a:xfrm>
            <a:off x="9002388" y="262641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
        <p:nvSpPr>
          <p:cNvPr id="18" name="Google Shape;265;p16" descr="Small square with numeral 1 inside">
            <a:extLst>
              <a:ext uri="{FF2B5EF4-FFF2-40B4-BE49-F238E27FC236}">
                <a16:creationId xmlns:a16="http://schemas.microsoft.com/office/drawing/2014/main" id="{676CC3D3-E219-02E5-389D-1835F63F7DB5}"/>
              </a:ext>
            </a:extLst>
          </p:cNvPr>
          <p:cNvSpPr txBox="1"/>
          <p:nvPr/>
        </p:nvSpPr>
        <p:spPr>
          <a:xfrm>
            <a:off x="9003555" y="364194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4</a:t>
            </a:r>
            <a:endParaRPr sz="1000" b="1" i="0" u="none" strike="noStrike" cap="none">
              <a:solidFill>
                <a:schemeClr val="lt1"/>
              </a:solidFill>
              <a:latin typeface="Poppins"/>
              <a:ea typeface="Poppins"/>
              <a:cs typeface="Poppins"/>
              <a:sym typeface="Poppins"/>
            </a:endParaRPr>
          </a:p>
        </p:txBody>
      </p:sp>
      <p:sp>
        <p:nvSpPr>
          <p:cNvPr id="19" name="Google Shape;265;p16" descr="Small square with numeral 1 inside">
            <a:extLst>
              <a:ext uri="{FF2B5EF4-FFF2-40B4-BE49-F238E27FC236}">
                <a16:creationId xmlns:a16="http://schemas.microsoft.com/office/drawing/2014/main" id="{96370D8A-478E-181C-1E27-4CBB2623FB5B}"/>
              </a:ext>
            </a:extLst>
          </p:cNvPr>
          <p:cNvSpPr txBox="1"/>
          <p:nvPr/>
        </p:nvSpPr>
        <p:spPr>
          <a:xfrm>
            <a:off x="9002388" y="4048116"/>
            <a:ext cx="2245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28" name="Google Shape;265;p16" descr="Small square with numeral 1 inside">
            <a:extLst>
              <a:ext uri="{FF2B5EF4-FFF2-40B4-BE49-F238E27FC236}">
                <a16:creationId xmlns:a16="http://schemas.microsoft.com/office/drawing/2014/main" id="{4C106530-5F2F-C434-A5B1-B29B29970480}"/>
              </a:ext>
            </a:extLst>
          </p:cNvPr>
          <p:cNvSpPr txBox="1"/>
          <p:nvPr/>
        </p:nvSpPr>
        <p:spPr>
          <a:xfrm>
            <a:off x="2365426" y="6299121"/>
            <a:ext cx="2245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cxnSp>
        <p:nvCxnSpPr>
          <p:cNvPr id="13" name="Google Shape;210;p7">
            <a:extLst>
              <a:ext uri="{FF2B5EF4-FFF2-40B4-BE49-F238E27FC236}">
                <a16:creationId xmlns:a16="http://schemas.microsoft.com/office/drawing/2014/main" id="{A8F747E0-FDAC-A314-CE8E-FD2D72718634}"/>
              </a:ext>
            </a:extLst>
          </p:cNvPr>
          <p:cNvCxnSpPr>
            <a:cxnSpLocks/>
          </p:cNvCxnSpPr>
          <p:nvPr/>
        </p:nvCxnSpPr>
        <p:spPr>
          <a:xfrm>
            <a:off x="2603500" y="2747052"/>
            <a:ext cx="939802" cy="0"/>
          </a:xfrm>
          <a:prstGeom prst="straightConnector1">
            <a:avLst/>
          </a:prstGeom>
          <a:noFill/>
          <a:ln w="12700" cap="flat" cmpd="sng">
            <a:solidFill>
              <a:srgbClr val="901A8A"/>
            </a:solidFill>
            <a:prstDash val="solid"/>
            <a:round/>
            <a:headEnd type="none" w="sm" len="sm"/>
            <a:tailEnd type="triangle" w="med" len="med"/>
          </a:ln>
        </p:spPr>
      </p:cxnSp>
      <p:cxnSp>
        <p:nvCxnSpPr>
          <p:cNvPr id="24" name="Google Shape;210;p7">
            <a:extLst>
              <a:ext uri="{FF2B5EF4-FFF2-40B4-BE49-F238E27FC236}">
                <a16:creationId xmlns:a16="http://schemas.microsoft.com/office/drawing/2014/main" id="{E0EDDE52-87EA-EAEA-20A7-08E1B88788DE}"/>
              </a:ext>
            </a:extLst>
          </p:cNvPr>
          <p:cNvCxnSpPr>
            <a:cxnSpLocks/>
          </p:cNvCxnSpPr>
          <p:nvPr/>
        </p:nvCxnSpPr>
        <p:spPr>
          <a:xfrm flipV="1">
            <a:off x="2603500" y="6418803"/>
            <a:ext cx="857250" cy="1265"/>
          </a:xfrm>
          <a:prstGeom prst="straightConnector1">
            <a:avLst/>
          </a:prstGeom>
          <a:noFill/>
          <a:ln w="12700" cap="flat" cmpd="sng">
            <a:solidFill>
              <a:srgbClr val="901A8A"/>
            </a:solidFill>
            <a:prstDash val="solid"/>
            <a:round/>
            <a:headEnd type="none" w="sm" len="sm"/>
            <a:tailEnd type="triangle" w="med" len="med"/>
          </a:ln>
        </p:spPr>
      </p:cxnSp>
      <p:sp>
        <p:nvSpPr>
          <p:cNvPr id="25" name="Rectangle 24">
            <a:extLst>
              <a:ext uri="{FF2B5EF4-FFF2-40B4-BE49-F238E27FC236}">
                <a16:creationId xmlns:a16="http://schemas.microsoft.com/office/drawing/2014/main" id="{9C670C1B-303A-74DF-EC8D-9A49E5F504C7}"/>
              </a:ext>
            </a:extLst>
          </p:cNvPr>
          <p:cNvSpPr/>
          <p:nvPr/>
        </p:nvSpPr>
        <p:spPr>
          <a:xfrm>
            <a:off x="5297782" y="1628778"/>
            <a:ext cx="207669" cy="19563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29" name="Google Shape;210;p7">
            <a:extLst>
              <a:ext uri="{FF2B5EF4-FFF2-40B4-BE49-F238E27FC236}">
                <a16:creationId xmlns:a16="http://schemas.microsoft.com/office/drawing/2014/main" id="{A5B1AABC-AD54-F6C2-6D3E-A4A8414DE410}"/>
              </a:ext>
            </a:extLst>
          </p:cNvPr>
          <p:cNvCxnSpPr>
            <a:cxnSpLocks/>
          </p:cNvCxnSpPr>
          <p:nvPr/>
        </p:nvCxnSpPr>
        <p:spPr>
          <a:xfrm flipH="1">
            <a:off x="5524405" y="1726596"/>
            <a:ext cx="467664" cy="1"/>
          </a:xfrm>
          <a:prstGeom prst="straightConnector1">
            <a:avLst/>
          </a:prstGeom>
          <a:noFill/>
          <a:ln w="12700" cap="flat" cmpd="sng">
            <a:solidFill>
              <a:srgbClr val="901A8A"/>
            </a:solidFill>
            <a:prstDash val="solid"/>
            <a:round/>
            <a:headEnd type="none" w="sm" len="sm"/>
            <a:tailEnd type="triangle" w="med" len="med"/>
          </a:ln>
        </p:spPr>
      </p:cxnSp>
      <p:sp>
        <p:nvSpPr>
          <p:cNvPr id="30" name="Google Shape;265;p16" descr="Small square with numeral 1 inside">
            <a:extLst>
              <a:ext uri="{FF2B5EF4-FFF2-40B4-BE49-F238E27FC236}">
                <a16:creationId xmlns:a16="http://schemas.microsoft.com/office/drawing/2014/main" id="{51DD2205-EA45-F89E-EDED-D4A2C1F29F6B}"/>
              </a:ext>
            </a:extLst>
          </p:cNvPr>
          <p:cNvSpPr txBox="1"/>
          <p:nvPr/>
        </p:nvSpPr>
        <p:spPr>
          <a:xfrm>
            <a:off x="6006359" y="160480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638963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4AECF23A-A40B-91E6-C398-9C3A07153512}"/>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4A36223E-49EB-621F-A08C-392F94284E76}"/>
              </a:ext>
            </a:extLst>
          </p:cNvPr>
          <p:cNvPicPr>
            <a:picLocks noChangeAspect="1"/>
          </p:cNvPicPr>
          <p:nvPr/>
        </p:nvPicPr>
        <p:blipFill>
          <a:blip r:embed="rId3"/>
          <a:srcRect l="36124" t="10314" r="37099" b="9559"/>
          <a:stretch>
            <a:fillRect/>
          </a:stretch>
        </p:blipFill>
        <p:spPr>
          <a:xfrm>
            <a:off x="2677781" y="1510452"/>
            <a:ext cx="3026291" cy="5093828"/>
          </a:xfrm>
          <a:prstGeom prst="rect">
            <a:avLst/>
          </a:prstGeom>
          <a:effectLst>
            <a:outerShdw blurRad="63500" sx="102000" sy="102000" algn="ctr" rotWithShape="0">
              <a:prstClr val="black">
                <a:alpha val="40000"/>
              </a:prstClr>
            </a:outerShdw>
          </a:effectLst>
        </p:spPr>
      </p:pic>
      <p:sp>
        <p:nvSpPr>
          <p:cNvPr id="467" name="Google Shape;371;p8">
            <a:extLst>
              <a:ext uri="{FF2B5EF4-FFF2-40B4-BE49-F238E27FC236}">
                <a16:creationId xmlns:a16="http://schemas.microsoft.com/office/drawing/2014/main" id="{713A1C91-4D0D-6A55-63E7-1AB6C65AC6A4}"/>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2800"/>
              <a:buFont typeface="Cambria"/>
              <a:buNone/>
            </a:pPr>
            <a:r>
              <a:rPr lang="en-US" sz="2600" dirty="0"/>
              <a:t>Understanding the Products Side Panel (Practice Round)</a:t>
            </a:r>
          </a:p>
        </p:txBody>
      </p:sp>
      <p:sp>
        <p:nvSpPr>
          <p:cNvPr id="468" name="Google Shape;430;p8">
            <a:hlinkClick r:id="rId4" action="ppaction://hlinksldjump"/>
            <a:extLst>
              <a:ext uri="{FF2B5EF4-FFF2-40B4-BE49-F238E27FC236}">
                <a16:creationId xmlns:a16="http://schemas.microsoft.com/office/drawing/2014/main" id="{0C8A5DCD-1E5C-2E08-3A5D-26129BA30156}"/>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44" name="TextBox 43">
            <a:extLst>
              <a:ext uri="{FF2B5EF4-FFF2-40B4-BE49-F238E27FC236}">
                <a16:creationId xmlns:a16="http://schemas.microsoft.com/office/drawing/2014/main" id="{68B43C7F-6EEA-DF61-7016-EA86AB44C352}"/>
              </a:ext>
            </a:extLst>
          </p:cNvPr>
          <p:cNvSpPr txBox="1"/>
          <p:nvPr/>
        </p:nvSpPr>
        <p:spPr>
          <a:xfrm>
            <a:off x="8975725" y="1449388"/>
            <a:ext cx="2854831" cy="2964914"/>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Practice Round </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This section allows you to manage test items and product details for the Practice Round.</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 New Product </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This allows you to add new product/s to your Practice Round.</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Total Count </a:t>
            </a:r>
            <a:r>
              <a:rPr lang="en-US" sz="1000" dirty="0">
                <a:solidFill>
                  <a:schemeClr val="tx1"/>
                </a:solidFill>
                <a:latin typeface="Poppins"/>
                <a:ea typeface="Poppins"/>
                <a:cs typeface="Poppins"/>
                <a:sym typeface="Poppins"/>
              </a:rPr>
              <a:t>– Displays the total number of products in the Practice Round, including how many belong to the Target group and how many are Filler products. These counts also act as filters. </a:t>
            </a:r>
            <a:r>
              <a:rPr lang="en-US" sz="1000" b="1" u="sng" dirty="0">
                <a:solidFill>
                  <a:schemeClr val="tx1"/>
                </a:solidFill>
                <a:latin typeface="Poppins"/>
                <a:ea typeface="Poppins"/>
                <a:cs typeface="Poppins"/>
                <a:sym typeface="Poppins"/>
              </a:rPr>
              <a:t>Learn more</a:t>
            </a:r>
            <a:endPar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endParaRP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Chevron Icon </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Allows you to expand the Products side panel.</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lang="en-US" sz="1000" b="1" dirty="0">
                <a:solidFill>
                  <a:schemeClr val="tx1"/>
                </a:solidFill>
                <a:latin typeface="Poppins" panose="00000500000000000000" pitchFamily="2" charset="0"/>
                <a:cs typeface="Poppins" panose="00000500000000000000" pitchFamily="2" charset="0"/>
              </a:rPr>
              <a:t>Close (X) icon </a:t>
            </a:r>
            <a:r>
              <a:rPr lang="en-US" sz="1000" dirty="0">
                <a:solidFill>
                  <a:schemeClr val="tx1"/>
                </a:solidFill>
                <a:latin typeface="Poppins" panose="00000500000000000000" pitchFamily="2" charset="0"/>
                <a:cs typeface="Poppins" panose="00000500000000000000" pitchFamily="2" charset="0"/>
              </a:rPr>
              <a:t>– Allows you to close the Products side panel.</a:t>
            </a:r>
            <a:endParaRPr lang="en-US" sz="1000" b="1" dirty="0">
              <a:solidFill>
                <a:schemeClr val="tx1"/>
              </a:solidFill>
              <a:latin typeface="Poppins" panose="00000500000000000000" pitchFamily="2" charset="0"/>
              <a:cs typeface="Poppins" panose="00000500000000000000" pitchFamily="2" charset="0"/>
            </a:endParaRPr>
          </a:p>
        </p:txBody>
      </p:sp>
      <p:sp>
        <p:nvSpPr>
          <p:cNvPr id="46" name="Google Shape;265;p16" descr="Small square with numeral 1 inside">
            <a:extLst>
              <a:ext uri="{FF2B5EF4-FFF2-40B4-BE49-F238E27FC236}">
                <a16:creationId xmlns:a16="http://schemas.microsoft.com/office/drawing/2014/main" id="{1603BF17-ECF9-6791-EFFE-7CA7DB2D609F}"/>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48" name="Google Shape;265;p16" descr="Small square with numeral 1 inside">
            <a:extLst>
              <a:ext uri="{FF2B5EF4-FFF2-40B4-BE49-F238E27FC236}">
                <a16:creationId xmlns:a16="http://schemas.microsoft.com/office/drawing/2014/main" id="{98EFE600-7BCC-8FCD-C1A6-97E9E62D6AA6}"/>
              </a:ext>
            </a:extLst>
          </p:cNvPr>
          <p:cNvSpPr txBox="1"/>
          <p:nvPr/>
        </p:nvSpPr>
        <p:spPr>
          <a:xfrm>
            <a:off x="9002389" y="206644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50" name="Google Shape;265;p16" descr="Small square with numeral 1 inside">
            <a:extLst>
              <a:ext uri="{FF2B5EF4-FFF2-40B4-BE49-F238E27FC236}">
                <a16:creationId xmlns:a16="http://schemas.microsoft.com/office/drawing/2014/main" id="{20C6E655-049D-75E3-D00A-04DF72D40453}"/>
              </a:ext>
            </a:extLst>
          </p:cNvPr>
          <p:cNvSpPr txBox="1"/>
          <p:nvPr/>
        </p:nvSpPr>
        <p:spPr>
          <a:xfrm>
            <a:off x="9002809" y="262158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
        <p:nvSpPr>
          <p:cNvPr id="52" name="Google Shape;265;p16" descr="Small square with numeral 1 inside">
            <a:extLst>
              <a:ext uri="{FF2B5EF4-FFF2-40B4-BE49-F238E27FC236}">
                <a16:creationId xmlns:a16="http://schemas.microsoft.com/office/drawing/2014/main" id="{25C9E73F-A652-CC68-3EEF-72BF7017FC84}"/>
              </a:ext>
            </a:extLst>
          </p:cNvPr>
          <p:cNvSpPr txBox="1"/>
          <p:nvPr/>
        </p:nvSpPr>
        <p:spPr>
          <a:xfrm>
            <a:off x="9003555" y="365057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4</a:t>
            </a:r>
            <a:endParaRPr sz="1000" b="1" i="0" u="none" strike="noStrike" cap="none">
              <a:solidFill>
                <a:schemeClr val="lt1"/>
              </a:solidFill>
              <a:latin typeface="Poppins"/>
              <a:ea typeface="Poppins"/>
              <a:cs typeface="Poppins"/>
              <a:sym typeface="Poppins"/>
            </a:endParaRPr>
          </a:p>
        </p:txBody>
      </p:sp>
      <p:sp>
        <p:nvSpPr>
          <p:cNvPr id="54" name="Google Shape;265;p16" descr="Small square with numeral 1 inside">
            <a:extLst>
              <a:ext uri="{FF2B5EF4-FFF2-40B4-BE49-F238E27FC236}">
                <a16:creationId xmlns:a16="http://schemas.microsoft.com/office/drawing/2014/main" id="{6D87A314-88DF-65CD-4150-40DD5A67D925}"/>
              </a:ext>
            </a:extLst>
          </p:cNvPr>
          <p:cNvSpPr txBox="1"/>
          <p:nvPr/>
        </p:nvSpPr>
        <p:spPr>
          <a:xfrm>
            <a:off x="9001583" y="4041775"/>
            <a:ext cx="2245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EE3C96F-6A73-8F34-1966-3BB9722249B5}"/>
              </a:ext>
            </a:extLst>
          </p:cNvPr>
          <p:cNvSpPr/>
          <p:nvPr/>
        </p:nvSpPr>
        <p:spPr>
          <a:xfrm>
            <a:off x="3573141" y="2310240"/>
            <a:ext cx="1914348" cy="876909"/>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5" name="Rectangle 4">
            <a:extLst>
              <a:ext uri="{FF2B5EF4-FFF2-40B4-BE49-F238E27FC236}">
                <a16:creationId xmlns:a16="http://schemas.microsoft.com/office/drawing/2014/main" id="{2D512FF3-AA9B-45B1-DB1D-9223E3C907DD}"/>
              </a:ext>
            </a:extLst>
          </p:cNvPr>
          <p:cNvSpPr/>
          <p:nvPr/>
        </p:nvSpPr>
        <p:spPr>
          <a:xfrm>
            <a:off x="3481388" y="6310315"/>
            <a:ext cx="2126456" cy="251836"/>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6" name="Google Shape;210;p7">
            <a:extLst>
              <a:ext uri="{FF2B5EF4-FFF2-40B4-BE49-F238E27FC236}">
                <a16:creationId xmlns:a16="http://schemas.microsoft.com/office/drawing/2014/main" id="{6A482426-CF9D-8B7C-3C2B-131709F021FF}"/>
              </a:ext>
            </a:extLst>
          </p:cNvPr>
          <p:cNvCxnSpPr>
            <a:cxnSpLocks/>
          </p:cNvCxnSpPr>
          <p:nvPr/>
        </p:nvCxnSpPr>
        <p:spPr>
          <a:xfrm flipH="1">
            <a:off x="5479507" y="2064060"/>
            <a:ext cx="508543" cy="0"/>
          </a:xfrm>
          <a:prstGeom prst="straightConnector1">
            <a:avLst/>
          </a:prstGeom>
          <a:noFill/>
          <a:ln w="12700" cap="flat" cmpd="sng">
            <a:solidFill>
              <a:srgbClr val="901A8A"/>
            </a:solidFill>
            <a:prstDash val="solid"/>
            <a:round/>
            <a:headEnd type="none" w="sm" len="sm"/>
            <a:tailEnd type="triangle" w="med" len="med"/>
          </a:ln>
        </p:spPr>
      </p:cxnSp>
      <p:sp>
        <p:nvSpPr>
          <p:cNvPr id="7" name="Google Shape;265;p16" descr="Small square with numeral 1 inside">
            <a:extLst>
              <a:ext uri="{FF2B5EF4-FFF2-40B4-BE49-F238E27FC236}">
                <a16:creationId xmlns:a16="http://schemas.microsoft.com/office/drawing/2014/main" id="{1452B7F3-2E02-F828-3B1F-D68C3C67C91D}"/>
              </a:ext>
            </a:extLst>
          </p:cNvPr>
          <p:cNvSpPr txBox="1"/>
          <p:nvPr/>
        </p:nvSpPr>
        <p:spPr>
          <a:xfrm>
            <a:off x="6002809" y="194335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9" name="Google Shape;265;p16" descr="Small square with numeral 1 inside">
            <a:extLst>
              <a:ext uri="{FF2B5EF4-FFF2-40B4-BE49-F238E27FC236}">
                <a16:creationId xmlns:a16="http://schemas.microsoft.com/office/drawing/2014/main" id="{0C26F51E-7747-5B9D-F282-095A66B3AF7F}"/>
              </a:ext>
            </a:extLst>
          </p:cNvPr>
          <p:cNvSpPr txBox="1"/>
          <p:nvPr/>
        </p:nvSpPr>
        <p:spPr>
          <a:xfrm>
            <a:off x="2363044" y="262642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cxnSp>
        <p:nvCxnSpPr>
          <p:cNvPr id="10" name="Google Shape;210;p7">
            <a:extLst>
              <a:ext uri="{FF2B5EF4-FFF2-40B4-BE49-F238E27FC236}">
                <a16:creationId xmlns:a16="http://schemas.microsoft.com/office/drawing/2014/main" id="{550CFB21-0F59-7853-941D-282B4B090AE8}"/>
              </a:ext>
            </a:extLst>
          </p:cNvPr>
          <p:cNvCxnSpPr>
            <a:cxnSpLocks/>
          </p:cNvCxnSpPr>
          <p:nvPr/>
        </p:nvCxnSpPr>
        <p:spPr>
          <a:xfrm flipH="1">
            <a:off x="5682746" y="4046093"/>
            <a:ext cx="305304" cy="0"/>
          </a:xfrm>
          <a:prstGeom prst="straightConnector1">
            <a:avLst/>
          </a:prstGeom>
          <a:noFill/>
          <a:ln w="12700" cap="flat" cmpd="sng">
            <a:solidFill>
              <a:srgbClr val="901A8A"/>
            </a:solidFill>
            <a:prstDash val="solid"/>
            <a:round/>
            <a:headEnd type="none" w="sm" len="sm"/>
            <a:tailEnd type="triangle" w="med" len="med"/>
          </a:ln>
        </p:spPr>
      </p:cxnSp>
      <p:sp>
        <p:nvSpPr>
          <p:cNvPr id="11" name="Google Shape;265;p16" descr="Small square with numeral 1 inside">
            <a:extLst>
              <a:ext uri="{FF2B5EF4-FFF2-40B4-BE49-F238E27FC236}">
                <a16:creationId xmlns:a16="http://schemas.microsoft.com/office/drawing/2014/main" id="{F9B5C017-8978-7D7B-A19B-55E23B31EEC5}"/>
              </a:ext>
            </a:extLst>
          </p:cNvPr>
          <p:cNvSpPr txBox="1"/>
          <p:nvPr/>
        </p:nvSpPr>
        <p:spPr>
          <a:xfrm>
            <a:off x="6004059" y="392282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12" name="Google Shape;265;p16" descr="Small square with numeral 1 inside">
            <a:extLst>
              <a:ext uri="{FF2B5EF4-FFF2-40B4-BE49-F238E27FC236}">
                <a16:creationId xmlns:a16="http://schemas.microsoft.com/office/drawing/2014/main" id="{F31CCCF4-F77C-0E9D-8761-4EA1D8E3325C}"/>
              </a:ext>
            </a:extLst>
          </p:cNvPr>
          <p:cNvSpPr txBox="1"/>
          <p:nvPr/>
        </p:nvSpPr>
        <p:spPr>
          <a:xfrm>
            <a:off x="2365426" y="6313408"/>
            <a:ext cx="2245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cxnSp>
        <p:nvCxnSpPr>
          <p:cNvPr id="13" name="Google Shape;210;p7">
            <a:extLst>
              <a:ext uri="{FF2B5EF4-FFF2-40B4-BE49-F238E27FC236}">
                <a16:creationId xmlns:a16="http://schemas.microsoft.com/office/drawing/2014/main" id="{9B877398-95A6-4848-04AD-CC4BB8AD420C}"/>
              </a:ext>
            </a:extLst>
          </p:cNvPr>
          <p:cNvCxnSpPr>
            <a:cxnSpLocks/>
          </p:cNvCxnSpPr>
          <p:nvPr/>
        </p:nvCxnSpPr>
        <p:spPr>
          <a:xfrm>
            <a:off x="2606675" y="2747052"/>
            <a:ext cx="939802" cy="0"/>
          </a:xfrm>
          <a:prstGeom prst="straightConnector1">
            <a:avLst/>
          </a:prstGeom>
          <a:noFill/>
          <a:ln w="12700" cap="flat" cmpd="sng">
            <a:solidFill>
              <a:srgbClr val="901A8A"/>
            </a:solidFill>
            <a:prstDash val="solid"/>
            <a:round/>
            <a:headEnd type="none" w="sm" len="sm"/>
            <a:tailEnd type="triangle" w="med" len="med"/>
          </a:ln>
        </p:spPr>
      </p:cxnSp>
      <p:cxnSp>
        <p:nvCxnSpPr>
          <p:cNvPr id="14" name="Google Shape;210;p7">
            <a:extLst>
              <a:ext uri="{FF2B5EF4-FFF2-40B4-BE49-F238E27FC236}">
                <a16:creationId xmlns:a16="http://schemas.microsoft.com/office/drawing/2014/main" id="{2B0BAE4A-8066-3047-DB3F-D4DA1D17B5E9}"/>
              </a:ext>
            </a:extLst>
          </p:cNvPr>
          <p:cNvCxnSpPr>
            <a:cxnSpLocks/>
          </p:cNvCxnSpPr>
          <p:nvPr/>
        </p:nvCxnSpPr>
        <p:spPr>
          <a:xfrm flipV="1">
            <a:off x="2603500" y="6433090"/>
            <a:ext cx="857250" cy="1265"/>
          </a:xfrm>
          <a:prstGeom prst="straightConnector1">
            <a:avLst/>
          </a:prstGeom>
          <a:noFill/>
          <a:ln w="12700" cap="flat" cmpd="sng">
            <a:solidFill>
              <a:srgbClr val="901A8A"/>
            </a:solidFill>
            <a:prstDash val="solid"/>
            <a:round/>
            <a:headEnd type="none" w="sm" len="sm"/>
            <a:tailEnd type="triangle" w="med" len="med"/>
          </a:ln>
        </p:spPr>
      </p:cxnSp>
      <p:sp>
        <p:nvSpPr>
          <p:cNvPr id="15" name="Rectangle 14">
            <a:extLst>
              <a:ext uri="{FF2B5EF4-FFF2-40B4-BE49-F238E27FC236}">
                <a16:creationId xmlns:a16="http://schemas.microsoft.com/office/drawing/2014/main" id="{576447A8-464A-A33E-FFC2-B265132A51BA}"/>
              </a:ext>
            </a:extLst>
          </p:cNvPr>
          <p:cNvSpPr/>
          <p:nvPr/>
        </p:nvSpPr>
        <p:spPr>
          <a:xfrm>
            <a:off x="5300163" y="1638300"/>
            <a:ext cx="207669" cy="176591"/>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16" name="Google Shape;210;p7">
            <a:extLst>
              <a:ext uri="{FF2B5EF4-FFF2-40B4-BE49-F238E27FC236}">
                <a16:creationId xmlns:a16="http://schemas.microsoft.com/office/drawing/2014/main" id="{A7244A4C-3690-F463-4C18-1E869EF86B87}"/>
              </a:ext>
            </a:extLst>
          </p:cNvPr>
          <p:cNvCxnSpPr>
            <a:cxnSpLocks/>
          </p:cNvCxnSpPr>
          <p:nvPr/>
        </p:nvCxnSpPr>
        <p:spPr>
          <a:xfrm flipH="1">
            <a:off x="5526786" y="1726597"/>
            <a:ext cx="463645" cy="0"/>
          </a:xfrm>
          <a:prstGeom prst="straightConnector1">
            <a:avLst/>
          </a:prstGeom>
          <a:noFill/>
          <a:ln w="12700" cap="flat" cmpd="sng">
            <a:solidFill>
              <a:srgbClr val="901A8A"/>
            </a:solidFill>
            <a:prstDash val="solid"/>
            <a:round/>
            <a:headEnd type="none" w="sm" len="sm"/>
            <a:tailEnd type="triangle" w="med" len="med"/>
          </a:ln>
        </p:spPr>
      </p:cxnSp>
      <p:sp>
        <p:nvSpPr>
          <p:cNvPr id="17" name="Google Shape;265;p16" descr="Small square with numeral 1 inside">
            <a:extLst>
              <a:ext uri="{FF2B5EF4-FFF2-40B4-BE49-F238E27FC236}">
                <a16:creationId xmlns:a16="http://schemas.microsoft.com/office/drawing/2014/main" id="{4DE144BE-E0E9-4FE0-A324-B3C0064CE783}"/>
              </a:ext>
            </a:extLst>
          </p:cNvPr>
          <p:cNvSpPr txBox="1"/>
          <p:nvPr/>
        </p:nvSpPr>
        <p:spPr>
          <a:xfrm>
            <a:off x="6006358" y="160480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2301348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DD93F5CE-65E8-6378-3A7F-9047196B0DD2}"/>
            </a:ext>
          </a:extLst>
        </p:cNvPr>
        <p:cNvGrpSpPr/>
        <p:nvPr/>
      </p:nvGrpSpPr>
      <p:grpSpPr>
        <a:xfrm>
          <a:off x="0" y="0"/>
          <a:ext cx="0" cy="0"/>
          <a:chOff x="0" y="0"/>
          <a:chExt cx="0" cy="0"/>
        </a:xfrm>
      </p:grpSpPr>
      <p:sp>
        <p:nvSpPr>
          <p:cNvPr id="467" name="Google Shape;371;p8">
            <a:extLst>
              <a:ext uri="{FF2B5EF4-FFF2-40B4-BE49-F238E27FC236}">
                <a16:creationId xmlns:a16="http://schemas.microsoft.com/office/drawing/2014/main" id="{DA1E794E-069A-E338-4142-8D1C9D5D31DD}"/>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2800"/>
              <a:buFont typeface="Cambria"/>
              <a:buNone/>
            </a:pPr>
            <a:r>
              <a:rPr lang="en-US" sz="2600" dirty="0"/>
              <a:t>Understanding the Gallery pop-up modal</a:t>
            </a:r>
          </a:p>
        </p:txBody>
      </p:sp>
      <p:sp>
        <p:nvSpPr>
          <p:cNvPr id="468" name="Google Shape;430;p8">
            <a:hlinkClick r:id="rId3" action="ppaction://hlinksldjump"/>
            <a:extLst>
              <a:ext uri="{FF2B5EF4-FFF2-40B4-BE49-F238E27FC236}">
                <a16:creationId xmlns:a16="http://schemas.microsoft.com/office/drawing/2014/main" id="{0549CAC3-F438-F837-5A78-4B5B8DC2A136}"/>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44" name="TextBox 43">
            <a:extLst>
              <a:ext uri="{FF2B5EF4-FFF2-40B4-BE49-F238E27FC236}">
                <a16:creationId xmlns:a16="http://schemas.microsoft.com/office/drawing/2014/main" id="{8232ED90-59FC-215D-CFEC-F70857F0A070}"/>
              </a:ext>
            </a:extLst>
          </p:cNvPr>
          <p:cNvSpPr txBox="1"/>
          <p:nvPr/>
        </p:nvSpPr>
        <p:spPr>
          <a:xfrm>
            <a:off x="8975725" y="1449388"/>
            <a:ext cx="2854831" cy="4965462"/>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This survey </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Displays images that are available only within the current survey. These images cannot be accessed or used in other surveys. </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Project-wide</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 Displays images that can be accessed and used across the project. </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Public</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 Displays images that are publicly available and can be accessed and used by anyone. </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Search bar </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Available in every tab and allows you to search for images by entering the image name. </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Add from this </a:t>
            </a:r>
            <a:r>
              <a:rPr lang="en-US" sz="1000" b="1" dirty="0">
                <a:solidFill>
                  <a:schemeClr val="tx1"/>
                </a:solidFill>
                <a:latin typeface="Poppins"/>
                <a:ea typeface="Poppins"/>
                <a:cs typeface="Poppins"/>
                <a:sym typeface="Poppins"/>
              </a:rPr>
              <a:t>computer</a:t>
            </a: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 </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Allows you to add images from your computer. </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Add images </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Appears when there are no images in the selected tab and allows you to add images from your computer. </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Add 0 images </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Adds the selected images to the component. The number(0) automatically updates based on the number of images selected. </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Cancel button </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Closes the Gallery pop-up modal and cancels the image selection. </a:t>
            </a:r>
          </a:p>
        </p:txBody>
      </p:sp>
      <p:sp>
        <p:nvSpPr>
          <p:cNvPr id="46" name="Google Shape;265;p16" descr="Small square with numeral 1 inside">
            <a:extLst>
              <a:ext uri="{FF2B5EF4-FFF2-40B4-BE49-F238E27FC236}">
                <a16:creationId xmlns:a16="http://schemas.microsoft.com/office/drawing/2014/main" id="{3B2AD93F-FF4A-32A9-D2D3-AE64E77826B9}"/>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48" name="Google Shape;265;p16" descr="Small square with numeral 1 inside">
            <a:extLst>
              <a:ext uri="{FF2B5EF4-FFF2-40B4-BE49-F238E27FC236}">
                <a16:creationId xmlns:a16="http://schemas.microsoft.com/office/drawing/2014/main" id="{E0F914AA-944B-2142-7CA1-6548BE033220}"/>
              </a:ext>
            </a:extLst>
          </p:cNvPr>
          <p:cNvSpPr txBox="1"/>
          <p:nvPr/>
        </p:nvSpPr>
        <p:spPr>
          <a:xfrm>
            <a:off x="9002356" y="222429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50" name="Google Shape;265;p16" descr="Small square with numeral 1 inside">
            <a:extLst>
              <a:ext uri="{FF2B5EF4-FFF2-40B4-BE49-F238E27FC236}">
                <a16:creationId xmlns:a16="http://schemas.microsoft.com/office/drawing/2014/main" id="{527374DF-BD88-FA60-0F34-7238AAE0282C}"/>
              </a:ext>
            </a:extLst>
          </p:cNvPr>
          <p:cNvSpPr txBox="1"/>
          <p:nvPr/>
        </p:nvSpPr>
        <p:spPr>
          <a:xfrm>
            <a:off x="9003707" y="278172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52" name="Google Shape;265;p16" descr="Small square with numeral 1 inside">
            <a:extLst>
              <a:ext uri="{FF2B5EF4-FFF2-40B4-BE49-F238E27FC236}">
                <a16:creationId xmlns:a16="http://schemas.microsoft.com/office/drawing/2014/main" id="{C24A4B55-59B2-05D4-DAF6-3C8B320F6EC1}"/>
              </a:ext>
            </a:extLst>
          </p:cNvPr>
          <p:cNvSpPr txBox="1"/>
          <p:nvPr/>
        </p:nvSpPr>
        <p:spPr>
          <a:xfrm>
            <a:off x="9003555" y="334230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54" name="Google Shape;265;p16" descr="Small square with numeral 1 inside">
            <a:extLst>
              <a:ext uri="{FF2B5EF4-FFF2-40B4-BE49-F238E27FC236}">
                <a16:creationId xmlns:a16="http://schemas.microsoft.com/office/drawing/2014/main" id="{1BE7C567-E8AE-B949-AFD3-1D1B0F978681}"/>
              </a:ext>
            </a:extLst>
          </p:cNvPr>
          <p:cNvSpPr txBox="1"/>
          <p:nvPr/>
        </p:nvSpPr>
        <p:spPr>
          <a:xfrm>
            <a:off x="9002892" y="3900678"/>
            <a:ext cx="2245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pic>
        <p:nvPicPr>
          <p:cNvPr id="3" name="Picture 2">
            <a:extLst>
              <a:ext uri="{FF2B5EF4-FFF2-40B4-BE49-F238E27FC236}">
                <a16:creationId xmlns:a16="http://schemas.microsoft.com/office/drawing/2014/main" id="{A9B74BB4-7095-99A6-15D4-9681C3B62E5C}"/>
              </a:ext>
            </a:extLst>
          </p:cNvPr>
          <p:cNvPicPr>
            <a:picLocks noChangeAspect="1"/>
          </p:cNvPicPr>
          <p:nvPr/>
        </p:nvPicPr>
        <p:blipFill>
          <a:blip r:embed="rId4"/>
          <a:srcRect l="26152" t="25627" r="26381" b="27044"/>
          <a:stretch>
            <a:fillRect/>
          </a:stretch>
        </p:blipFill>
        <p:spPr>
          <a:xfrm>
            <a:off x="2300127" y="2066441"/>
            <a:ext cx="5291118" cy="2967610"/>
          </a:xfrm>
          <a:prstGeom prst="rect">
            <a:avLst/>
          </a:prstGeom>
          <a:effectLst>
            <a:outerShdw blurRad="63500" sx="102000" sy="102000" algn="ctr" rotWithShape="0">
              <a:prstClr val="black">
                <a:alpha val="40000"/>
              </a:prstClr>
            </a:outerShdw>
          </a:effectLst>
        </p:spPr>
      </p:pic>
      <p:sp>
        <p:nvSpPr>
          <p:cNvPr id="8" name="Rectangle 7">
            <a:extLst>
              <a:ext uri="{FF2B5EF4-FFF2-40B4-BE49-F238E27FC236}">
                <a16:creationId xmlns:a16="http://schemas.microsoft.com/office/drawing/2014/main" id="{7994E7E5-780C-71D1-7D33-424BC25B6E90}"/>
              </a:ext>
            </a:extLst>
          </p:cNvPr>
          <p:cNvSpPr/>
          <p:nvPr/>
        </p:nvSpPr>
        <p:spPr>
          <a:xfrm>
            <a:off x="2451707" y="2493391"/>
            <a:ext cx="565337" cy="225998"/>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22" name="Rectangle 21">
            <a:extLst>
              <a:ext uri="{FF2B5EF4-FFF2-40B4-BE49-F238E27FC236}">
                <a16:creationId xmlns:a16="http://schemas.microsoft.com/office/drawing/2014/main" id="{5055BDCF-E6A7-1478-7108-8090434D9CF3}"/>
              </a:ext>
            </a:extLst>
          </p:cNvPr>
          <p:cNvSpPr/>
          <p:nvPr/>
        </p:nvSpPr>
        <p:spPr>
          <a:xfrm>
            <a:off x="3017044" y="2493391"/>
            <a:ext cx="635794" cy="225998"/>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24" name="Rectangle 23">
            <a:extLst>
              <a:ext uri="{FF2B5EF4-FFF2-40B4-BE49-F238E27FC236}">
                <a16:creationId xmlns:a16="http://schemas.microsoft.com/office/drawing/2014/main" id="{C88B31A3-01C5-B33C-3C53-F531BF89234B}"/>
              </a:ext>
            </a:extLst>
          </p:cNvPr>
          <p:cNvSpPr/>
          <p:nvPr/>
        </p:nvSpPr>
        <p:spPr>
          <a:xfrm>
            <a:off x="3652838" y="2493391"/>
            <a:ext cx="488156" cy="225998"/>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26" name="Rectangle 25">
            <a:extLst>
              <a:ext uri="{FF2B5EF4-FFF2-40B4-BE49-F238E27FC236}">
                <a16:creationId xmlns:a16="http://schemas.microsoft.com/office/drawing/2014/main" id="{094BA109-D0C4-59ED-3D9C-1498F21A438A}"/>
              </a:ext>
            </a:extLst>
          </p:cNvPr>
          <p:cNvSpPr/>
          <p:nvPr/>
        </p:nvSpPr>
        <p:spPr>
          <a:xfrm>
            <a:off x="2459644" y="2797969"/>
            <a:ext cx="3783994" cy="225999"/>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28" name="Rectangle 27">
            <a:extLst>
              <a:ext uri="{FF2B5EF4-FFF2-40B4-BE49-F238E27FC236}">
                <a16:creationId xmlns:a16="http://schemas.microsoft.com/office/drawing/2014/main" id="{1871AA2E-2E40-504F-4BC1-2F9F1DDC8247}"/>
              </a:ext>
            </a:extLst>
          </p:cNvPr>
          <p:cNvSpPr/>
          <p:nvPr/>
        </p:nvSpPr>
        <p:spPr>
          <a:xfrm>
            <a:off x="7231856" y="2202656"/>
            <a:ext cx="200025" cy="197792"/>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0" name="Rectangle 29">
            <a:extLst>
              <a:ext uri="{FF2B5EF4-FFF2-40B4-BE49-F238E27FC236}">
                <a16:creationId xmlns:a16="http://schemas.microsoft.com/office/drawing/2014/main" id="{A47D5E56-8318-4134-2EA5-A008488FF0D8}"/>
              </a:ext>
            </a:extLst>
          </p:cNvPr>
          <p:cNvSpPr/>
          <p:nvPr/>
        </p:nvSpPr>
        <p:spPr>
          <a:xfrm>
            <a:off x="2458055" y="4677728"/>
            <a:ext cx="1690082" cy="24669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2" name="Rectangle 31">
            <a:extLst>
              <a:ext uri="{FF2B5EF4-FFF2-40B4-BE49-F238E27FC236}">
                <a16:creationId xmlns:a16="http://schemas.microsoft.com/office/drawing/2014/main" id="{927A495B-7156-972A-A6C9-123A8624D8BD}"/>
              </a:ext>
            </a:extLst>
          </p:cNvPr>
          <p:cNvSpPr/>
          <p:nvPr/>
        </p:nvSpPr>
        <p:spPr>
          <a:xfrm>
            <a:off x="4202905" y="4675347"/>
            <a:ext cx="3221355" cy="24669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8" name="Google Shape;265;p16" descr="Small square with numeral 1 inside">
            <a:extLst>
              <a:ext uri="{FF2B5EF4-FFF2-40B4-BE49-F238E27FC236}">
                <a16:creationId xmlns:a16="http://schemas.microsoft.com/office/drawing/2014/main" id="{B76BC64A-3F6C-0B81-92A2-3F368AB417FA}"/>
              </a:ext>
            </a:extLst>
          </p:cNvPr>
          <p:cNvSpPr txBox="1"/>
          <p:nvPr/>
        </p:nvSpPr>
        <p:spPr>
          <a:xfrm>
            <a:off x="1829047" y="278844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cxnSp>
        <p:nvCxnSpPr>
          <p:cNvPr id="39" name="Google Shape;210;p7">
            <a:extLst>
              <a:ext uri="{FF2B5EF4-FFF2-40B4-BE49-F238E27FC236}">
                <a16:creationId xmlns:a16="http://schemas.microsoft.com/office/drawing/2014/main" id="{74AA9D66-C028-7D97-A22E-6AA62C43255B}"/>
              </a:ext>
            </a:extLst>
          </p:cNvPr>
          <p:cNvCxnSpPr>
            <a:cxnSpLocks/>
          </p:cNvCxnSpPr>
          <p:nvPr/>
        </p:nvCxnSpPr>
        <p:spPr>
          <a:xfrm>
            <a:off x="2063750" y="2909632"/>
            <a:ext cx="373671" cy="0"/>
          </a:xfrm>
          <a:prstGeom prst="straightConnector1">
            <a:avLst/>
          </a:prstGeom>
          <a:noFill/>
          <a:ln w="12700" cap="flat" cmpd="sng">
            <a:solidFill>
              <a:srgbClr val="901A8A"/>
            </a:solidFill>
            <a:prstDash val="solid"/>
            <a:round/>
            <a:headEnd type="none" w="sm" len="sm"/>
            <a:tailEnd type="triangle" w="med" len="med"/>
          </a:ln>
        </p:spPr>
      </p:cxnSp>
      <p:sp>
        <p:nvSpPr>
          <p:cNvPr id="41" name="Google Shape;265;p16" descr="Small square with numeral 1 inside">
            <a:extLst>
              <a:ext uri="{FF2B5EF4-FFF2-40B4-BE49-F238E27FC236}">
                <a16:creationId xmlns:a16="http://schemas.microsoft.com/office/drawing/2014/main" id="{7ACBEB06-2F2A-B683-FE18-D4D9CDE3C843}"/>
              </a:ext>
            </a:extLst>
          </p:cNvPr>
          <p:cNvSpPr txBox="1"/>
          <p:nvPr/>
        </p:nvSpPr>
        <p:spPr>
          <a:xfrm>
            <a:off x="3223419" y="176603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cxnSp>
        <p:nvCxnSpPr>
          <p:cNvPr id="42" name="Google Shape;210;p7">
            <a:extLst>
              <a:ext uri="{FF2B5EF4-FFF2-40B4-BE49-F238E27FC236}">
                <a16:creationId xmlns:a16="http://schemas.microsoft.com/office/drawing/2014/main" id="{A2ABC0E1-673C-92A2-B079-4F2682EB253E}"/>
              </a:ext>
            </a:extLst>
          </p:cNvPr>
          <p:cNvCxnSpPr>
            <a:cxnSpLocks/>
          </p:cNvCxnSpPr>
          <p:nvPr/>
        </p:nvCxnSpPr>
        <p:spPr>
          <a:xfrm flipH="1">
            <a:off x="3333758" y="2024065"/>
            <a:ext cx="1183" cy="448130"/>
          </a:xfrm>
          <a:prstGeom prst="straightConnector1">
            <a:avLst/>
          </a:prstGeom>
          <a:noFill/>
          <a:ln w="12700" cap="flat" cmpd="sng">
            <a:solidFill>
              <a:srgbClr val="901A8A"/>
            </a:solidFill>
            <a:prstDash val="solid"/>
            <a:round/>
            <a:headEnd type="none" w="sm" len="sm"/>
            <a:tailEnd type="triangle" w="med" len="med"/>
          </a:ln>
        </p:spPr>
      </p:cxnSp>
      <p:sp>
        <p:nvSpPr>
          <p:cNvPr id="43" name="Google Shape;265;p16" descr="Small square with numeral 1 inside">
            <a:extLst>
              <a:ext uri="{FF2B5EF4-FFF2-40B4-BE49-F238E27FC236}">
                <a16:creationId xmlns:a16="http://schemas.microsoft.com/office/drawing/2014/main" id="{FB215ADE-2264-065B-97B5-0B844AAF0CFF}"/>
              </a:ext>
            </a:extLst>
          </p:cNvPr>
          <p:cNvSpPr txBox="1"/>
          <p:nvPr/>
        </p:nvSpPr>
        <p:spPr>
          <a:xfrm>
            <a:off x="3787005" y="176505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cxnSp>
        <p:nvCxnSpPr>
          <p:cNvPr id="45" name="Google Shape;210;p7">
            <a:extLst>
              <a:ext uri="{FF2B5EF4-FFF2-40B4-BE49-F238E27FC236}">
                <a16:creationId xmlns:a16="http://schemas.microsoft.com/office/drawing/2014/main" id="{CAB451D3-BCC9-B7BA-8F94-42EF94404AB2}"/>
              </a:ext>
            </a:extLst>
          </p:cNvPr>
          <p:cNvCxnSpPr>
            <a:cxnSpLocks/>
          </p:cNvCxnSpPr>
          <p:nvPr/>
        </p:nvCxnSpPr>
        <p:spPr>
          <a:xfrm>
            <a:off x="3896916" y="2024067"/>
            <a:ext cx="7" cy="445748"/>
          </a:xfrm>
          <a:prstGeom prst="straightConnector1">
            <a:avLst/>
          </a:prstGeom>
          <a:noFill/>
          <a:ln w="12700" cap="flat" cmpd="sng">
            <a:solidFill>
              <a:srgbClr val="901A8A"/>
            </a:solidFill>
            <a:prstDash val="solid"/>
            <a:round/>
            <a:headEnd type="none" w="sm" len="sm"/>
            <a:tailEnd type="triangle" w="med" len="med"/>
          </a:ln>
        </p:spPr>
      </p:cxnSp>
      <p:sp>
        <p:nvSpPr>
          <p:cNvPr id="55" name="Google Shape;265;p16" descr="Small square with numeral 1 inside">
            <a:extLst>
              <a:ext uri="{FF2B5EF4-FFF2-40B4-BE49-F238E27FC236}">
                <a16:creationId xmlns:a16="http://schemas.microsoft.com/office/drawing/2014/main" id="{1FC55868-5EA7-F0BB-61C2-32F383B6C933}"/>
              </a:ext>
            </a:extLst>
          </p:cNvPr>
          <p:cNvSpPr txBox="1"/>
          <p:nvPr/>
        </p:nvSpPr>
        <p:spPr>
          <a:xfrm>
            <a:off x="2624448" y="1766635"/>
            <a:ext cx="2245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cxnSp>
        <p:nvCxnSpPr>
          <p:cNvPr id="56" name="Google Shape;210;p7">
            <a:extLst>
              <a:ext uri="{FF2B5EF4-FFF2-40B4-BE49-F238E27FC236}">
                <a16:creationId xmlns:a16="http://schemas.microsoft.com/office/drawing/2014/main" id="{500D4CB8-0F56-1F60-BDD3-5694E565A214}"/>
              </a:ext>
            </a:extLst>
          </p:cNvPr>
          <p:cNvCxnSpPr>
            <a:cxnSpLocks/>
          </p:cNvCxnSpPr>
          <p:nvPr/>
        </p:nvCxnSpPr>
        <p:spPr>
          <a:xfrm flipH="1">
            <a:off x="2734787" y="2024668"/>
            <a:ext cx="1183" cy="448130"/>
          </a:xfrm>
          <a:prstGeom prst="straightConnector1">
            <a:avLst/>
          </a:prstGeom>
          <a:noFill/>
          <a:ln w="12700" cap="flat" cmpd="sng">
            <a:solidFill>
              <a:srgbClr val="901A8A"/>
            </a:solidFill>
            <a:prstDash val="solid"/>
            <a:round/>
            <a:headEnd type="none" w="sm" len="sm"/>
            <a:tailEnd type="triangle" w="med" len="med"/>
          </a:ln>
        </p:spPr>
      </p:cxnSp>
      <p:sp>
        <p:nvSpPr>
          <p:cNvPr id="57" name="Google Shape;265;p16" descr="Small square with numeral 1 inside">
            <a:extLst>
              <a:ext uri="{FF2B5EF4-FFF2-40B4-BE49-F238E27FC236}">
                <a16:creationId xmlns:a16="http://schemas.microsoft.com/office/drawing/2014/main" id="{F824E9D5-3B8C-73ED-C2F5-B519ED24A9C9}"/>
              </a:ext>
            </a:extLst>
          </p:cNvPr>
          <p:cNvSpPr txBox="1"/>
          <p:nvPr/>
        </p:nvSpPr>
        <p:spPr>
          <a:xfrm>
            <a:off x="7839359" y="2176177"/>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9</a:t>
            </a:r>
            <a:endParaRPr sz="1000" b="1" i="0" u="none" strike="noStrike" cap="none" dirty="0">
              <a:solidFill>
                <a:schemeClr val="lt1"/>
              </a:solidFill>
              <a:latin typeface="Poppins"/>
              <a:ea typeface="Poppins"/>
              <a:cs typeface="Poppins"/>
              <a:sym typeface="Poppins"/>
            </a:endParaRPr>
          </a:p>
        </p:txBody>
      </p:sp>
      <p:cxnSp>
        <p:nvCxnSpPr>
          <p:cNvPr id="58" name="Google Shape;210;p7">
            <a:extLst>
              <a:ext uri="{FF2B5EF4-FFF2-40B4-BE49-F238E27FC236}">
                <a16:creationId xmlns:a16="http://schemas.microsoft.com/office/drawing/2014/main" id="{8F720C35-5D5C-E642-2C54-32376C24554F}"/>
              </a:ext>
            </a:extLst>
          </p:cNvPr>
          <p:cNvCxnSpPr>
            <a:cxnSpLocks/>
          </p:cNvCxnSpPr>
          <p:nvPr/>
        </p:nvCxnSpPr>
        <p:spPr>
          <a:xfrm flipH="1">
            <a:off x="7450929" y="2296886"/>
            <a:ext cx="373671" cy="0"/>
          </a:xfrm>
          <a:prstGeom prst="straightConnector1">
            <a:avLst/>
          </a:prstGeom>
          <a:noFill/>
          <a:ln w="12700" cap="flat" cmpd="sng">
            <a:solidFill>
              <a:srgbClr val="901A8A"/>
            </a:solidFill>
            <a:prstDash val="solid"/>
            <a:round/>
            <a:headEnd type="none" w="sm" len="sm"/>
            <a:tailEnd type="triangle" w="med" len="med"/>
          </a:ln>
        </p:spPr>
      </p:cxnSp>
      <p:sp>
        <p:nvSpPr>
          <p:cNvPr id="59" name="Google Shape;265;p16" descr="Small square with numeral 1 inside">
            <a:extLst>
              <a:ext uri="{FF2B5EF4-FFF2-40B4-BE49-F238E27FC236}">
                <a16:creationId xmlns:a16="http://schemas.microsoft.com/office/drawing/2014/main" id="{2C448D3A-26CF-C07F-8418-E077C7C2EA51}"/>
              </a:ext>
            </a:extLst>
          </p:cNvPr>
          <p:cNvSpPr txBox="1"/>
          <p:nvPr/>
        </p:nvSpPr>
        <p:spPr>
          <a:xfrm>
            <a:off x="7839359" y="416574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cxnSp>
        <p:nvCxnSpPr>
          <p:cNvPr id="60" name="Google Shape;210;p7">
            <a:extLst>
              <a:ext uri="{FF2B5EF4-FFF2-40B4-BE49-F238E27FC236}">
                <a16:creationId xmlns:a16="http://schemas.microsoft.com/office/drawing/2014/main" id="{57DCAAA8-9496-A29A-2D6B-99696814619B}"/>
              </a:ext>
            </a:extLst>
          </p:cNvPr>
          <p:cNvCxnSpPr>
            <a:cxnSpLocks/>
          </p:cNvCxnSpPr>
          <p:nvPr/>
        </p:nvCxnSpPr>
        <p:spPr>
          <a:xfrm flipH="1" flipV="1">
            <a:off x="5247322" y="4272072"/>
            <a:ext cx="2577278" cy="15884"/>
          </a:xfrm>
          <a:prstGeom prst="straightConnector1">
            <a:avLst/>
          </a:prstGeom>
          <a:noFill/>
          <a:ln w="12700" cap="flat" cmpd="sng">
            <a:solidFill>
              <a:srgbClr val="901A8A"/>
            </a:solidFill>
            <a:prstDash val="solid"/>
            <a:round/>
            <a:headEnd type="none" w="sm" len="sm"/>
            <a:tailEnd type="triangle" w="med" len="med"/>
          </a:ln>
        </p:spPr>
      </p:cxnSp>
      <p:sp>
        <p:nvSpPr>
          <p:cNvPr id="448" name="Google Shape;265;p16" descr="Small square with numeral 1 inside">
            <a:extLst>
              <a:ext uri="{FF2B5EF4-FFF2-40B4-BE49-F238E27FC236}">
                <a16:creationId xmlns:a16="http://schemas.microsoft.com/office/drawing/2014/main" id="{A217AD82-4DB7-BC60-E1A5-FA82A55E725F}"/>
              </a:ext>
            </a:extLst>
          </p:cNvPr>
          <p:cNvSpPr txBox="1"/>
          <p:nvPr/>
        </p:nvSpPr>
        <p:spPr>
          <a:xfrm>
            <a:off x="5700722" y="540001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7</a:t>
            </a:r>
            <a:endParaRPr sz="1000" b="1" i="0" u="none" strike="noStrike" cap="none" dirty="0">
              <a:solidFill>
                <a:schemeClr val="lt1"/>
              </a:solidFill>
              <a:latin typeface="Poppins"/>
              <a:ea typeface="Poppins"/>
              <a:cs typeface="Poppins"/>
              <a:sym typeface="Poppins"/>
            </a:endParaRPr>
          </a:p>
        </p:txBody>
      </p:sp>
      <p:cxnSp>
        <p:nvCxnSpPr>
          <p:cNvPr id="449" name="Google Shape;210;p7">
            <a:extLst>
              <a:ext uri="{FF2B5EF4-FFF2-40B4-BE49-F238E27FC236}">
                <a16:creationId xmlns:a16="http://schemas.microsoft.com/office/drawing/2014/main" id="{FE6D43DB-00F9-D659-9556-30B7AA740E8A}"/>
              </a:ext>
            </a:extLst>
          </p:cNvPr>
          <p:cNvCxnSpPr>
            <a:cxnSpLocks/>
          </p:cNvCxnSpPr>
          <p:nvPr/>
        </p:nvCxnSpPr>
        <p:spPr>
          <a:xfrm flipV="1">
            <a:off x="5813014" y="4941096"/>
            <a:ext cx="7" cy="445748"/>
          </a:xfrm>
          <a:prstGeom prst="straightConnector1">
            <a:avLst/>
          </a:prstGeom>
          <a:noFill/>
          <a:ln w="12700" cap="flat" cmpd="sng">
            <a:solidFill>
              <a:srgbClr val="901A8A"/>
            </a:solidFill>
            <a:prstDash val="solid"/>
            <a:round/>
            <a:headEnd type="none" w="sm" len="sm"/>
            <a:tailEnd type="triangle" w="med" len="med"/>
          </a:ln>
        </p:spPr>
      </p:cxnSp>
      <p:sp>
        <p:nvSpPr>
          <p:cNvPr id="450" name="Google Shape;265;p16" descr="Small square with numeral 1 inside">
            <a:extLst>
              <a:ext uri="{FF2B5EF4-FFF2-40B4-BE49-F238E27FC236}">
                <a16:creationId xmlns:a16="http://schemas.microsoft.com/office/drawing/2014/main" id="{1A8C8159-8219-5AE4-388F-65A642CD7D05}"/>
              </a:ext>
            </a:extLst>
          </p:cNvPr>
          <p:cNvSpPr txBox="1"/>
          <p:nvPr/>
        </p:nvSpPr>
        <p:spPr>
          <a:xfrm>
            <a:off x="3191615" y="5402397"/>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8</a:t>
            </a:r>
            <a:endParaRPr sz="1000" b="1" i="0" u="none" strike="noStrike" cap="none" dirty="0">
              <a:solidFill>
                <a:schemeClr val="lt1"/>
              </a:solidFill>
              <a:latin typeface="Poppins"/>
              <a:ea typeface="Poppins"/>
              <a:cs typeface="Poppins"/>
              <a:sym typeface="Poppins"/>
            </a:endParaRPr>
          </a:p>
        </p:txBody>
      </p:sp>
      <p:cxnSp>
        <p:nvCxnSpPr>
          <p:cNvPr id="451" name="Google Shape;210;p7">
            <a:extLst>
              <a:ext uri="{FF2B5EF4-FFF2-40B4-BE49-F238E27FC236}">
                <a16:creationId xmlns:a16="http://schemas.microsoft.com/office/drawing/2014/main" id="{D87C6DF3-459A-1831-3AF5-70ABB008AF38}"/>
              </a:ext>
            </a:extLst>
          </p:cNvPr>
          <p:cNvCxnSpPr>
            <a:cxnSpLocks/>
          </p:cNvCxnSpPr>
          <p:nvPr/>
        </p:nvCxnSpPr>
        <p:spPr>
          <a:xfrm flipV="1">
            <a:off x="3303907" y="4943475"/>
            <a:ext cx="7" cy="445748"/>
          </a:xfrm>
          <a:prstGeom prst="straightConnector1">
            <a:avLst/>
          </a:prstGeom>
          <a:noFill/>
          <a:ln w="12700" cap="flat" cmpd="sng">
            <a:solidFill>
              <a:srgbClr val="901A8A"/>
            </a:solidFill>
            <a:prstDash val="solid"/>
            <a:round/>
            <a:headEnd type="none" w="sm" len="sm"/>
            <a:tailEnd type="triangle" w="med" len="med"/>
          </a:ln>
        </p:spPr>
      </p:cxnSp>
      <p:sp>
        <p:nvSpPr>
          <p:cNvPr id="452" name="Google Shape;265;p16" descr="Small square with numeral 1 inside">
            <a:extLst>
              <a:ext uri="{FF2B5EF4-FFF2-40B4-BE49-F238E27FC236}">
                <a16:creationId xmlns:a16="http://schemas.microsoft.com/office/drawing/2014/main" id="{C7B2B038-03ED-BB56-F586-6D1515BE0D82}"/>
              </a:ext>
            </a:extLst>
          </p:cNvPr>
          <p:cNvSpPr txBox="1"/>
          <p:nvPr/>
        </p:nvSpPr>
        <p:spPr>
          <a:xfrm>
            <a:off x="7838566" y="2793207"/>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cxnSp>
        <p:nvCxnSpPr>
          <p:cNvPr id="453" name="Google Shape;210;p7">
            <a:extLst>
              <a:ext uri="{FF2B5EF4-FFF2-40B4-BE49-F238E27FC236}">
                <a16:creationId xmlns:a16="http://schemas.microsoft.com/office/drawing/2014/main" id="{390A92BF-3EFF-41B6-9E37-1ABAE172DEA8}"/>
              </a:ext>
            </a:extLst>
          </p:cNvPr>
          <p:cNvCxnSpPr>
            <a:cxnSpLocks/>
          </p:cNvCxnSpPr>
          <p:nvPr/>
        </p:nvCxnSpPr>
        <p:spPr>
          <a:xfrm flipH="1">
            <a:off x="7436643" y="2915074"/>
            <a:ext cx="387957" cy="0"/>
          </a:xfrm>
          <a:prstGeom prst="straightConnector1">
            <a:avLst/>
          </a:prstGeom>
          <a:noFill/>
          <a:ln w="12700" cap="flat" cmpd="sng">
            <a:solidFill>
              <a:srgbClr val="901A8A"/>
            </a:solidFill>
            <a:prstDash val="solid"/>
            <a:round/>
            <a:headEnd type="none" w="sm" len="sm"/>
            <a:tailEnd type="triangle" w="med" len="med"/>
          </a:ln>
        </p:spPr>
      </p:cxnSp>
      <p:sp>
        <p:nvSpPr>
          <p:cNvPr id="458" name="Google Shape;265;p16" descr="Small square with numeral 1 inside">
            <a:extLst>
              <a:ext uri="{FF2B5EF4-FFF2-40B4-BE49-F238E27FC236}">
                <a16:creationId xmlns:a16="http://schemas.microsoft.com/office/drawing/2014/main" id="{B3BFD710-2134-9265-69CF-7B4880AECA72}"/>
              </a:ext>
            </a:extLst>
          </p:cNvPr>
          <p:cNvSpPr txBox="1"/>
          <p:nvPr/>
        </p:nvSpPr>
        <p:spPr>
          <a:xfrm>
            <a:off x="9002892" y="4301454"/>
            <a:ext cx="2245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sp>
        <p:nvSpPr>
          <p:cNvPr id="460" name="Google Shape;265;p16" descr="Small square with numeral 1 inside">
            <a:extLst>
              <a:ext uri="{FF2B5EF4-FFF2-40B4-BE49-F238E27FC236}">
                <a16:creationId xmlns:a16="http://schemas.microsoft.com/office/drawing/2014/main" id="{978DF0A5-39D8-0E76-64B2-819E137D9E24}"/>
              </a:ext>
            </a:extLst>
          </p:cNvPr>
          <p:cNvSpPr txBox="1"/>
          <p:nvPr/>
        </p:nvSpPr>
        <p:spPr>
          <a:xfrm>
            <a:off x="9002172" y="5013325"/>
            <a:ext cx="2245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7</a:t>
            </a:r>
            <a:endParaRPr sz="1000" b="1" i="0" u="none" strike="noStrike" cap="none" dirty="0">
              <a:solidFill>
                <a:schemeClr val="lt1"/>
              </a:solidFill>
              <a:latin typeface="Poppins"/>
              <a:ea typeface="Poppins"/>
              <a:cs typeface="Poppins"/>
              <a:sym typeface="Poppins"/>
            </a:endParaRPr>
          </a:p>
        </p:txBody>
      </p:sp>
      <p:sp>
        <p:nvSpPr>
          <p:cNvPr id="462" name="Google Shape;265;p16" descr="Small square with numeral 1 inside">
            <a:extLst>
              <a:ext uri="{FF2B5EF4-FFF2-40B4-BE49-F238E27FC236}">
                <a16:creationId xmlns:a16="http://schemas.microsoft.com/office/drawing/2014/main" id="{A6828A85-C0D3-7CB2-A626-5497334DE8A8}"/>
              </a:ext>
            </a:extLst>
          </p:cNvPr>
          <p:cNvSpPr txBox="1"/>
          <p:nvPr/>
        </p:nvSpPr>
        <p:spPr>
          <a:xfrm>
            <a:off x="9001950" y="5879791"/>
            <a:ext cx="2245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8</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429789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16449E42-698D-6BB7-9052-D7D39573153F}"/>
            </a:ext>
          </a:extLst>
        </p:cNvPr>
        <p:cNvGrpSpPr/>
        <p:nvPr/>
      </p:nvGrpSpPr>
      <p:grpSpPr>
        <a:xfrm>
          <a:off x="0" y="0"/>
          <a:ext cx="0" cy="0"/>
          <a:chOff x="0" y="0"/>
          <a:chExt cx="0" cy="0"/>
        </a:xfrm>
      </p:grpSpPr>
      <p:sp>
        <p:nvSpPr>
          <p:cNvPr id="467" name="Google Shape;371;p8">
            <a:extLst>
              <a:ext uri="{FF2B5EF4-FFF2-40B4-BE49-F238E27FC236}">
                <a16:creationId xmlns:a16="http://schemas.microsoft.com/office/drawing/2014/main" id="{67417876-7E71-71D3-EE66-8C3F566CB86A}"/>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2800"/>
              <a:buFont typeface="Cambria"/>
              <a:buNone/>
            </a:pPr>
            <a:r>
              <a:rPr lang="en-US" sz="2600" dirty="0"/>
              <a:t>Understanding the Gallery pop-up modal</a:t>
            </a:r>
          </a:p>
        </p:txBody>
      </p:sp>
      <p:sp>
        <p:nvSpPr>
          <p:cNvPr id="468" name="Google Shape;430;p8">
            <a:hlinkClick r:id="rId3" action="ppaction://hlinksldjump"/>
            <a:extLst>
              <a:ext uri="{FF2B5EF4-FFF2-40B4-BE49-F238E27FC236}">
                <a16:creationId xmlns:a16="http://schemas.microsoft.com/office/drawing/2014/main" id="{4586D3AE-4863-CB85-4517-502636934515}"/>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44" name="TextBox 43">
            <a:extLst>
              <a:ext uri="{FF2B5EF4-FFF2-40B4-BE49-F238E27FC236}">
                <a16:creationId xmlns:a16="http://schemas.microsoft.com/office/drawing/2014/main" id="{DE8818DC-3E91-C903-EC17-5D5CD83EEC54}"/>
              </a:ext>
            </a:extLst>
          </p:cNvPr>
          <p:cNvSpPr txBox="1"/>
          <p:nvPr/>
        </p:nvSpPr>
        <p:spPr>
          <a:xfrm>
            <a:off x="8975725" y="1449388"/>
            <a:ext cx="2854831" cy="400110"/>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Close (X) icon </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Closes the Gallery pop-up modal.</a:t>
            </a:r>
          </a:p>
        </p:txBody>
      </p:sp>
      <p:sp>
        <p:nvSpPr>
          <p:cNvPr id="46" name="Google Shape;265;p16" descr="Small square with numeral 1 inside">
            <a:extLst>
              <a:ext uri="{FF2B5EF4-FFF2-40B4-BE49-F238E27FC236}">
                <a16:creationId xmlns:a16="http://schemas.microsoft.com/office/drawing/2014/main" id="{82453276-440B-2254-505B-6F832436E65F}"/>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9</a:t>
            </a:r>
            <a:endParaRPr sz="1000" b="1" i="0" u="none" strike="noStrike" cap="none" dirty="0">
              <a:solidFill>
                <a:schemeClr val="lt1"/>
              </a:solidFill>
              <a:latin typeface="Poppins"/>
              <a:ea typeface="Poppins"/>
              <a:cs typeface="Poppins"/>
              <a:sym typeface="Poppins"/>
            </a:endParaRPr>
          </a:p>
        </p:txBody>
      </p:sp>
      <p:pic>
        <p:nvPicPr>
          <p:cNvPr id="3" name="Picture 2">
            <a:extLst>
              <a:ext uri="{FF2B5EF4-FFF2-40B4-BE49-F238E27FC236}">
                <a16:creationId xmlns:a16="http://schemas.microsoft.com/office/drawing/2014/main" id="{DDF122EB-1DA7-D4EC-AEB2-6056B216785D}"/>
              </a:ext>
            </a:extLst>
          </p:cNvPr>
          <p:cNvPicPr>
            <a:picLocks noChangeAspect="1"/>
          </p:cNvPicPr>
          <p:nvPr/>
        </p:nvPicPr>
        <p:blipFill>
          <a:blip r:embed="rId4"/>
          <a:srcRect l="26152" t="25627" r="26381" b="27044"/>
          <a:stretch>
            <a:fillRect/>
          </a:stretch>
        </p:blipFill>
        <p:spPr>
          <a:xfrm>
            <a:off x="2300127" y="2066441"/>
            <a:ext cx="5291118" cy="2967610"/>
          </a:xfrm>
          <a:prstGeom prst="rect">
            <a:avLst/>
          </a:prstGeom>
          <a:effectLst>
            <a:outerShdw blurRad="63500" sx="102000" sy="102000" algn="ctr" rotWithShape="0">
              <a:prstClr val="black">
                <a:alpha val="40000"/>
              </a:prstClr>
            </a:outerShdw>
          </a:effectLst>
        </p:spPr>
      </p:pic>
      <p:sp>
        <p:nvSpPr>
          <p:cNvPr id="8" name="Rectangle 7">
            <a:extLst>
              <a:ext uri="{FF2B5EF4-FFF2-40B4-BE49-F238E27FC236}">
                <a16:creationId xmlns:a16="http://schemas.microsoft.com/office/drawing/2014/main" id="{34AF52B7-A6BC-9DDE-7727-E557AF639DD5}"/>
              </a:ext>
            </a:extLst>
          </p:cNvPr>
          <p:cNvSpPr/>
          <p:nvPr/>
        </p:nvSpPr>
        <p:spPr>
          <a:xfrm>
            <a:off x="2451707" y="2493391"/>
            <a:ext cx="565337" cy="225998"/>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22" name="Rectangle 21">
            <a:extLst>
              <a:ext uri="{FF2B5EF4-FFF2-40B4-BE49-F238E27FC236}">
                <a16:creationId xmlns:a16="http://schemas.microsoft.com/office/drawing/2014/main" id="{8C9066C7-22A1-10F6-DDB8-74359857989A}"/>
              </a:ext>
            </a:extLst>
          </p:cNvPr>
          <p:cNvSpPr/>
          <p:nvPr/>
        </p:nvSpPr>
        <p:spPr>
          <a:xfrm>
            <a:off x="3017044" y="2493391"/>
            <a:ext cx="635794" cy="225998"/>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24" name="Rectangle 23">
            <a:extLst>
              <a:ext uri="{FF2B5EF4-FFF2-40B4-BE49-F238E27FC236}">
                <a16:creationId xmlns:a16="http://schemas.microsoft.com/office/drawing/2014/main" id="{F60E7B17-EE67-4931-A6FE-0F0CB826AF06}"/>
              </a:ext>
            </a:extLst>
          </p:cNvPr>
          <p:cNvSpPr/>
          <p:nvPr/>
        </p:nvSpPr>
        <p:spPr>
          <a:xfrm>
            <a:off x="3652838" y="2493391"/>
            <a:ext cx="488156" cy="225998"/>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26" name="Rectangle 25">
            <a:extLst>
              <a:ext uri="{FF2B5EF4-FFF2-40B4-BE49-F238E27FC236}">
                <a16:creationId xmlns:a16="http://schemas.microsoft.com/office/drawing/2014/main" id="{F378230E-729D-9151-0CAA-AA438568224E}"/>
              </a:ext>
            </a:extLst>
          </p:cNvPr>
          <p:cNvSpPr/>
          <p:nvPr/>
        </p:nvSpPr>
        <p:spPr>
          <a:xfrm>
            <a:off x="2459644" y="2797969"/>
            <a:ext cx="3783994" cy="225999"/>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28" name="Rectangle 27">
            <a:extLst>
              <a:ext uri="{FF2B5EF4-FFF2-40B4-BE49-F238E27FC236}">
                <a16:creationId xmlns:a16="http://schemas.microsoft.com/office/drawing/2014/main" id="{AE4BEECF-5755-61E3-3C44-FF924BE2FA79}"/>
              </a:ext>
            </a:extLst>
          </p:cNvPr>
          <p:cNvSpPr/>
          <p:nvPr/>
        </p:nvSpPr>
        <p:spPr>
          <a:xfrm>
            <a:off x="7231856" y="2202656"/>
            <a:ext cx="200025" cy="197792"/>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0" name="Rectangle 29">
            <a:extLst>
              <a:ext uri="{FF2B5EF4-FFF2-40B4-BE49-F238E27FC236}">
                <a16:creationId xmlns:a16="http://schemas.microsoft.com/office/drawing/2014/main" id="{0A0E928C-1223-4E2E-797D-41AD6061CEB2}"/>
              </a:ext>
            </a:extLst>
          </p:cNvPr>
          <p:cNvSpPr/>
          <p:nvPr/>
        </p:nvSpPr>
        <p:spPr>
          <a:xfrm>
            <a:off x="2458055" y="4677728"/>
            <a:ext cx="1690082" cy="24669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2" name="Rectangle 31">
            <a:extLst>
              <a:ext uri="{FF2B5EF4-FFF2-40B4-BE49-F238E27FC236}">
                <a16:creationId xmlns:a16="http://schemas.microsoft.com/office/drawing/2014/main" id="{F7F72F5B-FBAB-449D-D907-52D95BDEC212}"/>
              </a:ext>
            </a:extLst>
          </p:cNvPr>
          <p:cNvSpPr/>
          <p:nvPr/>
        </p:nvSpPr>
        <p:spPr>
          <a:xfrm>
            <a:off x="4202905" y="4675347"/>
            <a:ext cx="3221355" cy="24669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8" name="Google Shape;265;p16" descr="Small square with numeral 1 inside">
            <a:extLst>
              <a:ext uri="{FF2B5EF4-FFF2-40B4-BE49-F238E27FC236}">
                <a16:creationId xmlns:a16="http://schemas.microsoft.com/office/drawing/2014/main" id="{80C6866B-9E54-E984-E401-CC02D74C3348}"/>
              </a:ext>
            </a:extLst>
          </p:cNvPr>
          <p:cNvSpPr txBox="1"/>
          <p:nvPr/>
        </p:nvSpPr>
        <p:spPr>
          <a:xfrm>
            <a:off x="1829047" y="278844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cxnSp>
        <p:nvCxnSpPr>
          <p:cNvPr id="39" name="Google Shape;210;p7">
            <a:extLst>
              <a:ext uri="{FF2B5EF4-FFF2-40B4-BE49-F238E27FC236}">
                <a16:creationId xmlns:a16="http://schemas.microsoft.com/office/drawing/2014/main" id="{4ED62FC6-7531-7713-48A6-A64B67C60716}"/>
              </a:ext>
            </a:extLst>
          </p:cNvPr>
          <p:cNvCxnSpPr>
            <a:cxnSpLocks/>
          </p:cNvCxnSpPr>
          <p:nvPr/>
        </p:nvCxnSpPr>
        <p:spPr>
          <a:xfrm>
            <a:off x="2063750" y="2909632"/>
            <a:ext cx="373671" cy="0"/>
          </a:xfrm>
          <a:prstGeom prst="straightConnector1">
            <a:avLst/>
          </a:prstGeom>
          <a:noFill/>
          <a:ln w="12700" cap="flat" cmpd="sng">
            <a:solidFill>
              <a:srgbClr val="901A8A"/>
            </a:solidFill>
            <a:prstDash val="solid"/>
            <a:round/>
            <a:headEnd type="none" w="sm" len="sm"/>
            <a:tailEnd type="triangle" w="med" len="med"/>
          </a:ln>
        </p:spPr>
      </p:cxnSp>
      <p:sp>
        <p:nvSpPr>
          <p:cNvPr id="41" name="Google Shape;265;p16" descr="Small square with numeral 1 inside">
            <a:extLst>
              <a:ext uri="{FF2B5EF4-FFF2-40B4-BE49-F238E27FC236}">
                <a16:creationId xmlns:a16="http://schemas.microsoft.com/office/drawing/2014/main" id="{3C4F4C52-DB27-1307-CFD3-DC255B685876}"/>
              </a:ext>
            </a:extLst>
          </p:cNvPr>
          <p:cNvSpPr txBox="1"/>
          <p:nvPr/>
        </p:nvSpPr>
        <p:spPr>
          <a:xfrm>
            <a:off x="3223419" y="176603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cxnSp>
        <p:nvCxnSpPr>
          <p:cNvPr id="42" name="Google Shape;210;p7">
            <a:extLst>
              <a:ext uri="{FF2B5EF4-FFF2-40B4-BE49-F238E27FC236}">
                <a16:creationId xmlns:a16="http://schemas.microsoft.com/office/drawing/2014/main" id="{8E61CEB9-F4DD-C5FA-0C7F-20893D44EA5B}"/>
              </a:ext>
            </a:extLst>
          </p:cNvPr>
          <p:cNvCxnSpPr>
            <a:cxnSpLocks/>
          </p:cNvCxnSpPr>
          <p:nvPr/>
        </p:nvCxnSpPr>
        <p:spPr>
          <a:xfrm flipH="1">
            <a:off x="3333758" y="2024065"/>
            <a:ext cx="1183" cy="448130"/>
          </a:xfrm>
          <a:prstGeom prst="straightConnector1">
            <a:avLst/>
          </a:prstGeom>
          <a:noFill/>
          <a:ln w="12700" cap="flat" cmpd="sng">
            <a:solidFill>
              <a:srgbClr val="901A8A"/>
            </a:solidFill>
            <a:prstDash val="solid"/>
            <a:round/>
            <a:headEnd type="none" w="sm" len="sm"/>
            <a:tailEnd type="triangle" w="med" len="med"/>
          </a:ln>
        </p:spPr>
      </p:cxnSp>
      <p:sp>
        <p:nvSpPr>
          <p:cNvPr id="43" name="Google Shape;265;p16" descr="Small square with numeral 1 inside">
            <a:extLst>
              <a:ext uri="{FF2B5EF4-FFF2-40B4-BE49-F238E27FC236}">
                <a16:creationId xmlns:a16="http://schemas.microsoft.com/office/drawing/2014/main" id="{25EA5E27-E543-2F66-55CA-109948F888D8}"/>
              </a:ext>
            </a:extLst>
          </p:cNvPr>
          <p:cNvSpPr txBox="1"/>
          <p:nvPr/>
        </p:nvSpPr>
        <p:spPr>
          <a:xfrm>
            <a:off x="3787005" y="176505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cxnSp>
        <p:nvCxnSpPr>
          <p:cNvPr id="45" name="Google Shape;210;p7">
            <a:extLst>
              <a:ext uri="{FF2B5EF4-FFF2-40B4-BE49-F238E27FC236}">
                <a16:creationId xmlns:a16="http://schemas.microsoft.com/office/drawing/2014/main" id="{00949ED1-05CF-41A1-D9C7-49F2898908AA}"/>
              </a:ext>
            </a:extLst>
          </p:cNvPr>
          <p:cNvCxnSpPr>
            <a:cxnSpLocks/>
          </p:cNvCxnSpPr>
          <p:nvPr/>
        </p:nvCxnSpPr>
        <p:spPr>
          <a:xfrm>
            <a:off x="3896916" y="2024067"/>
            <a:ext cx="7" cy="445748"/>
          </a:xfrm>
          <a:prstGeom prst="straightConnector1">
            <a:avLst/>
          </a:prstGeom>
          <a:noFill/>
          <a:ln w="12700" cap="flat" cmpd="sng">
            <a:solidFill>
              <a:srgbClr val="901A8A"/>
            </a:solidFill>
            <a:prstDash val="solid"/>
            <a:round/>
            <a:headEnd type="none" w="sm" len="sm"/>
            <a:tailEnd type="triangle" w="med" len="med"/>
          </a:ln>
        </p:spPr>
      </p:cxnSp>
      <p:sp>
        <p:nvSpPr>
          <p:cNvPr id="55" name="Google Shape;265;p16" descr="Small square with numeral 1 inside">
            <a:extLst>
              <a:ext uri="{FF2B5EF4-FFF2-40B4-BE49-F238E27FC236}">
                <a16:creationId xmlns:a16="http://schemas.microsoft.com/office/drawing/2014/main" id="{6DCAFAEE-A180-C4B6-85A5-F4CA32654E4E}"/>
              </a:ext>
            </a:extLst>
          </p:cNvPr>
          <p:cNvSpPr txBox="1"/>
          <p:nvPr/>
        </p:nvSpPr>
        <p:spPr>
          <a:xfrm>
            <a:off x="2624448" y="1766635"/>
            <a:ext cx="2245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cxnSp>
        <p:nvCxnSpPr>
          <p:cNvPr id="56" name="Google Shape;210;p7">
            <a:extLst>
              <a:ext uri="{FF2B5EF4-FFF2-40B4-BE49-F238E27FC236}">
                <a16:creationId xmlns:a16="http://schemas.microsoft.com/office/drawing/2014/main" id="{18C9F9A7-270F-4664-B059-7C1D0B4A9990}"/>
              </a:ext>
            </a:extLst>
          </p:cNvPr>
          <p:cNvCxnSpPr>
            <a:cxnSpLocks/>
          </p:cNvCxnSpPr>
          <p:nvPr/>
        </p:nvCxnSpPr>
        <p:spPr>
          <a:xfrm flipH="1">
            <a:off x="2734787" y="2024668"/>
            <a:ext cx="1183" cy="448130"/>
          </a:xfrm>
          <a:prstGeom prst="straightConnector1">
            <a:avLst/>
          </a:prstGeom>
          <a:noFill/>
          <a:ln w="12700" cap="flat" cmpd="sng">
            <a:solidFill>
              <a:srgbClr val="901A8A"/>
            </a:solidFill>
            <a:prstDash val="solid"/>
            <a:round/>
            <a:headEnd type="none" w="sm" len="sm"/>
            <a:tailEnd type="triangle" w="med" len="med"/>
          </a:ln>
        </p:spPr>
      </p:cxnSp>
      <p:sp>
        <p:nvSpPr>
          <p:cNvPr id="57" name="Google Shape;265;p16" descr="Small square with numeral 1 inside">
            <a:extLst>
              <a:ext uri="{FF2B5EF4-FFF2-40B4-BE49-F238E27FC236}">
                <a16:creationId xmlns:a16="http://schemas.microsoft.com/office/drawing/2014/main" id="{F426D422-4009-B946-D354-C43BC24AE6DB}"/>
              </a:ext>
            </a:extLst>
          </p:cNvPr>
          <p:cNvSpPr txBox="1"/>
          <p:nvPr/>
        </p:nvSpPr>
        <p:spPr>
          <a:xfrm>
            <a:off x="7839359" y="2176177"/>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9</a:t>
            </a:r>
            <a:endParaRPr sz="1000" b="1" i="0" u="none" strike="noStrike" cap="none" dirty="0">
              <a:solidFill>
                <a:schemeClr val="lt1"/>
              </a:solidFill>
              <a:latin typeface="Poppins"/>
              <a:ea typeface="Poppins"/>
              <a:cs typeface="Poppins"/>
              <a:sym typeface="Poppins"/>
            </a:endParaRPr>
          </a:p>
        </p:txBody>
      </p:sp>
      <p:cxnSp>
        <p:nvCxnSpPr>
          <p:cNvPr id="58" name="Google Shape;210;p7">
            <a:extLst>
              <a:ext uri="{FF2B5EF4-FFF2-40B4-BE49-F238E27FC236}">
                <a16:creationId xmlns:a16="http://schemas.microsoft.com/office/drawing/2014/main" id="{81CC55A2-B905-C599-D892-2FBC5C3A9060}"/>
              </a:ext>
            </a:extLst>
          </p:cNvPr>
          <p:cNvCxnSpPr>
            <a:cxnSpLocks/>
          </p:cNvCxnSpPr>
          <p:nvPr/>
        </p:nvCxnSpPr>
        <p:spPr>
          <a:xfrm flipH="1">
            <a:off x="7450929" y="2296886"/>
            <a:ext cx="373671" cy="0"/>
          </a:xfrm>
          <a:prstGeom prst="straightConnector1">
            <a:avLst/>
          </a:prstGeom>
          <a:noFill/>
          <a:ln w="12700" cap="flat" cmpd="sng">
            <a:solidFill>
              <a:srgbClr val="901A8A"/>
            </a:solidFill>
            <a:prstDash val="solid"/>
            <a:round/>
            <a:headEnd type="none" w="sm" len="sm"/>
            <a:tailEnd type="triangle" w="med" len="med"/>
          </a:ln>
        </p:spPr>
      </p:cxnSp>
      <p:sp>
        <p:nvSpPr>
          <p:cNvPr id="59" name="Google Shape;265;p16" descr="Small square with numeral 1 inside">
            <a:extLst>
              <a:ext uri="{FF2B5EF4-FFF2-40B4-BE49-F238E27FC236}">
                <a16:creationId xmlns:a16="http://schemas.microsoft.com/office/drawing/2014/main" id="{87C3FD35-FA64-FFD5-9725-55F01191E51B}"/>
              </a:ext>
            </a:extLst>
          </p:cNvPr>
          <p:cNvSpPr txBox="1"/>
          <p:nvPr/>
        </p:nvSpPr>
        <p:spPr>
          <a:xfrm>
            <a:off x="7839359" y="416574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cxnSp>
        <p:nvCxnSpPr>
          <p:cNvPr id="60" name="Google Shape;210;p7">
            <a:extLst>
              <a:ext uri="{FF2B5EF4-FFF2-40B4-BE49-F238E27FC236}">
                <a16:creationId xmlns:a16="http://schemas.microsoft.com/office/drawing/2014/main" id="{7DFF5606-AC97-2A13-4A24-97AD2156C11E}"/>
              </a:ext>
            </a:extLst>
          </p:cNvPr>
          <p:cNvCxnSpPr>
            <a:cxnSpLocks/>
          </p:cNvCxnSpPr>
          <p:nvPr/>
        </p:nvCxnSpPr>
        <p:spPr>
          <a:xfrm flipH="1" flipV="1">
            <a:off x="5247322" y="4272072"/>
            <a:ext cx="2577278" cy="15884"/>
          </a:xfrm>
          <a:prstGeom prst="straightConnector1">
            <a:avLst/>
          </a:prstGeom>
          <a:noFill/>
          <a:ln w="12700" cap="flat" cmpd="sng">
            <a:solidFill>
              <a:srgbClr val="901A8A"/>
            </a:solidFill>
            <a:prstDash val="solid"/>
            <a:round/>
            <a:headEnd type="none" w="sm" len="sm"/>
            <a:tailEnd type="triangle" w="med" len="med"/>
          </a:ln>
        </p:spPr>
      </p:cxnSp>
      <p:sp>
        <p:nvSpPr>
          <p:cNvPr id="448" name="Google Shape;265;p16" descr="Small square with numeral 1 inside">
            <a:extLst>
              <a:ext uri="{FF2B5EF4-FFF2-40B4-BE49-F238E27FC236}">
                <a16:creationId xmlns:a16="http://schemas.microsoft.com/office/drawing/2014/main" id="{589F0808-0CA1-5604-EBCB-2242F75DDECC}"/>
              </a:ext>
            </a:extLst>
          </p:cNvPr>
          <p:cNvSpPr txBox="1"/>
          <p:nvPr/>
        </p:nvSpPr>
        <p:spPr>
          <a:xfrm>
            <a:off x="5700722" y="540001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7</a:t>
            </a:r>
            <a:endParaRPr sz="1000" b="1" i="0" u="none" strike="noStrike" cap="none" dirty="0">
              <a:solidFill>
                <a:schemeClr val="lt1"/>
              </a:solidFill>
              <a:latin typeface="Poppins"/>
              <a:ea typeface="Poppins"/>
              <a:cs typeface="Poppins"/>
              <a:sym typeface="Poppins"/>
            </a:endParaRPr>
          </a:p>
        </p:txBody>
      </p:sp>
      <p:cxnSp>
        <p:nvCxnSpPr>
          <p:cNvPr id="449" name="Google Shape;210;p7">
            <a:extLst>
              <a:ext uri="{FF2B5EF4-FFF2-40B4-BE49-F238E27FC236}">
                <a16:creationId xmlns:a16="http://schemas.microsoft.com/office/drawing/2014/main" id="{0828CDF1-6053-5086-8991-8CD7D6920F46}"/>
              </a:ext>
            </a:extLst>
          </p:cNvPr>
          <p:cNvCxnSpPr>
            <a:cxnSpLocks/>
          </p:cNvCxnSpPr>
          <p:nvPr/>
        </p:nvCxnSpPr>
        <p:spPr>
          <a:xfrm flipV="1">
            <a:off x="5813014" y="4941096"/>
            <a:ext cx="7" cy="445748"/>
          </a:xfrm>
          <a:prstGeom prst="straightConnector1">
            <a:avLst/>
          </a:prstGeom>
          <a:noFill/>
          <a:ln w="12700" cap="flat" cmpd="sng">
            <a:solidFill>
              <a:srgbClr val="901A8A"/>
            </a:solidFill>
            <a:prstDash val="solid"/>
            <a:round/>
            <a:headEnd type="none" w="sm" len="sm"/>
            <a:tailEnd type="triangle" w="med" len="med"/>
          </a:ln>
        </p:spPr>
      </p:cxnSp>
      <p:sp>
        <p:nvSpPr>
          <p:cNvPr id="450" name="Google Shape;265;p16" descr="Small square with numeral 1 inside">
            <a:extLst>
              <a:ext uri="{FF2B5EF4-FFF2-40B4-BE49-F238E27FC236}">
                <a16:creationId xmlns:a16="http://schemas.microsoft.com/office/drawing/2014/main" id="{0ED56C29-1F3B-79F5-9374-CB6C1A9F3489}"/>
              </a:ext>
            </a:extLst>
          </p:cNvPr>
          <p:cNvSpPr txBox="1"/>
          <p:nvPr/>
        </p:nvSpPr>
        <p:spPr>
          <a:xfrm>
            <a:off x="3191615" y="5402397"/>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8</a:t>
            </a:r>
            <a:endParaRPr sz="1000" b="1" i="0" u="none" strike="noStrike" cap="none" dirty="0">
              <a:solidFill>
                <a:schemeClr val="lt1"/>
              </a:solidFill>
              <a:latin typeface="Poppins"/>
              <a:ea typeface="Poppins"/>
              <a:cs typeface="Poppins"/>
              <a:sym typeface="Poppins"/>
            </a:endParaRPr>
          </a:p>
        </p:txBody>
      </p:sp>
      <p:cxnSp>
        <p:nvCxnSpPr>
          <p:cNvPr id="451" name="Google Shape;210;p7">
            <a:extLst>
              <a:ext uri="{FF2B5EF4-FFF2-40B4-BE49-F238E27FC236}">
                <a16:creationId xmlns:a16="http://schemas.microsoft.com/office/drawing/2014/main" id="{B38974E1-631D-BD57-5525-2116E5245F8A}"/>
              </a:ext>
            </a:extLst>
          </p:cNvPr>
          <p:cNvCxnSpPr>
            <a:cxnSpLocks/>
          </p:cNvCxnSpPr>
          <p:nvPr/>
        </p:nvCxnSpPr>
        <p:spPr>
          <a:xfrm flipV="1">
            <a:off x="3303907" y="4943475"/>
            <a:ext cx="7" cy="445748"/>
          </a:xfrm>
          <a:prstGeom prst="straightConnector1">
            <a:avLst/>
          </a:prstGeom>
          <a:noFill/>
          <a:ln w="12700" cap="flat" cmpd="sng">
            <a:solidFill>
              <a:srgbClr val="901A8A"/>
            </a:solidFill>
            <a:prstDash val="solid"/>
            <a:round/>
            <a:headEnd type="none" w="sm" len="sm"/>
            <a:tailEnd type="triangle" w="med" len="med"/>
          </a:ln>
        </p:spPr>
      </p:cxnSp>
      <p:sp>
        <p:nvSpPr>
          <p:cNvPr id="452" name="Google Shape;265;p16" descr="Small square with numeral 1 inside">
            <a:extLst>
              <a:ext uri="{FF2B5EF4-FFF2-40B4-BE49-F238E27FC236}">
                <a16:creationId xmlns:a16="http://schemas.microsoft.com/office/drawing/2014/main" id="{043CD04B-9030-A787-96E2-51709BBFC486}"/>
              </a:ext>
            </a:extLst>
          </p:cNvPr>
          <p:cNvSpPr txBox="1"/>
          <p:nvPr/>
        </p:nvSpPr>
        <p:spPr>
          <a:xfrm>
            <a:off x="7838566" y="2793207"/>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cxnSp>
        <p:nvCxnSpPr>
          <p:cNvPr id="453" name="Google Shape;210;p7">
            <a:extLst>
              <a:ext uri="{FF2B5EF4-FFF2-40B4-BE49-F238E27FC236}">
                <a16:creationId xmlns:a16="http://schemas.microsoft.com/office/drawing/2014/main" id="{2706F5C0-8B11-9C28-9487-0C62BCE1748F}"/>
              </a:ext>
            </a:extLst>
          </p:cNvPr>
          <p:cNvCxnSpPr>
            <a:cxnSpLocks/>
          </p:cNvCxnSpPr>
          <p:nvPr/>
        </p:nvCxnSpPr>
        <p:spPr>
          <a:xfrm flipH="1">
            <a:off x="7436643" y="2915074"/>
            <a:ext cx="387957" cy="0"/>
          </a:xfrm>
          <a:prstGeom prst="straightConnector1">
            <a:avLst/>
          </a:prstGeom>
          <a:noFill/>
          <a:ln w="12700" cap="flat" cmpd="sng">
            <a:solidFill>
              <a:srgbClr val="901A8A"/>
            </a:solidFill>
            <a:prstDash val="solid"/>
            <a:round/>
            <a:headEnd type="none" w="sm" len="sm"/>
            <a:tailEnd type="triangle" w="med" len="med"/>
          </a:ln>
        </p:spPr>
      </p:cxnSp>
    </p:spTree>
    <p:extLst>
      <p:ext uri="{BB962C8B-B14F-4D97-AF65-F5344CB8AC3E}">
        <p14:creationId xmlns:p14="http://schemas.microsoft.com/office/powerpoint/2010/main" val="17953239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C484CED1-8E1E-A1F5-0644-EBA0094A845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6D004C0-6072-06F7-CCF7-CA69D17F43C4}"/>
              </a:ext>
            </a:extLst>
          </p:cNvPr>
          <p:cNvPicPr>
            <a:picLocks noChangeAspect="1"/>
          </p:cNvPicPr>
          <p:nvPr/>
        </p:nvPicPr>
        <p:blipFill>
          <a:blip r:embed="rId3"/>
          <a:srcRect l="32297" t="24977" r="32218" b="25578"/>
          <a:stretch>
            <a:fillRect/>
          </a:stretch>
        </p:blipFill>
        <p:spPr>
          <a:xfrm>
            <a:off x="2300862" y="1521512"/>
            <a:ext cx="5289843" cy="4146152"/>
          </a:xfrm>
          <a:prstGeom prst="rect">
            <a:avLst/>
          </a:prstGeom>
          <a:effectLst>
            <a:outerShdw blurRad="63500" sx="102000" sy="102000" algn="ctr" rotWithShape="0">
              <a:prstClr val="black">
                <a:alpha val="40000"/>
              </a:prstClr>
            </a:outerShdw>
          </a:effectLst>
        </p:spPr>
      </p:pic>
      <p:sp>
        <p:nvSpPr>
          <p:cNvPr id="28" name="Rectangle 27">
            <a:extLst>
              <a:ext uri="{FF2B5EF4-FFF2-40B4-BE49-F238E27FC236}">
                <a16:creationId xmlns:a16="http://schemas.microsoft.com/office/drawing/2014/main" id="{C9EBDF23-D347-EBEF-91A1-9712E854BBA2}"/>
              </a:ext>
            </a:extLst>
          </p:cNvPr>
          <p:cNvSpPr/>
          <p:nvPr/>
        </p:nvSpPr>
        <p:spPr>
          <a:xfrm>
            <a:off x="7136705" y="1681212"/>
            <a:ext cx="255902" cy="235263"/>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57" name="Google Shape;265;p16" descr="Small square with numeral 1 inside">
            <a:extLst>
              <a:ext uri="{FF2B5EF4-FFF2-40B4-BE49-F238E27FC236}">
                <a16:creationId xmlns:a16="http://schemas.microsoft.com/office/drawing/2014/main" id="{F2D13EBC-B9EB-FD30-C800-715106F1906F}"/>
              </a:ext>
            </a:extLst>
          </p:cNvPr>
          <p:cNvSpPr txBox="1"/>
          <p:nvPr/>
        </p:nvSpPr>
        <p:spPr>
          <a:xfrm>
            <a:off x="7853926" y="167883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7</a:t>
            </a:r>
            <a:endParaRPr sz="1000" b="1" i="0" u="none" strike="noStrike" cap="none" dirty="0">
              <a:solidFill>
                <a:schemeClr val="lt1"/>
              </a:solidFill>
              <a:latin typeface="Poppins"/>
              <a:ea typeface="Poppins"/>
              <a:cs typeface="Poppins"/>
              <a:sym typeface="Poppins"/>
            </a:endParaRPr>
          </a:p>
        </p:txBody>
      </p:sp>
      <p:cxnSp>
        <p:nvCxnSpPr>
          <p:cNvPr id="58" name="Google Shape;210;p7">
            <a:extLst>
              <a:ext uri="{FF2B5EF4-FFF2-40B4-BE49-F238E27FC236}">
                <a16:creationId xmlns:a16="http://schemas.microsoft.com/office/drawing/2014/main" id="{C7BE2DC6-09D4-28F9-946E-92EC93BE257D}"/>
              </a:ext>
            </a:extLst>
          </p:cNvPr>
          <p:cNvCxnSpPr>
            <a:cxnSpLocks/>
          </p:cNvCxnSpPr>
          <p:nvPr/>
        </p:nvCxnSpPr>
        <p:spPr>
          <a:xfrm flipH="1" flipV="1">
            <a:off x="7411012" y="1795766"/>
            <a:ext cx="429271" cy="3077"/>
          </a:xfrm>
          <a:prstGeom prst="straightConnector1">
            <a:avLst/>
          </a:prstGeom>
          <a:noFill/>
          <a:ln w="12700" cap="flat" cmpd="sng">
            <a:solidFill>
              <a:srgbClr val="901A8A"/>
            </a:solidFill>
            <a:prstDash val="solid"/>
            <a:round/>
            <a:headEnd type="none" w="sm" len="sm"/>
            <a:tailEnd type="triangle" w="med" len="med"/>
          </a:ln>
        </p:spPr>
      </p:cxnSp>
      <p:sp>
        <p:nvSpPr>
          <p:cNvPr id="6" name="Rectangle 5">
            <a:extLst>
              <a:ext uri="{FF2B5EF4-FFF2-40B4-BE49-F238E27FC236}">
                <a16:creationId xmlns:a16="http://schemas.microsoft.com/office/drawing/2014/main" id="{C58EC060-2401-E275-6390-43F8A04FE90B}"/>
              </a:ext>
            </a:extLst>
          </p:cNvPr>
          <p:cNvSpPr/>
          <p:nvPr/>
        </p:nvSpPr>
        <p:spPr>
          <a:xfrm>
            <a:off x="2494376" y="2626092"/>
            <a:ext cx="4898231" cy="1000125"/>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7" name="Google Shape;265;p16" descr="Small square with numeral 1 inside">
            <a:extLst>
              <a:ext uri="{FF2B5EF4-FFF2-40B4-BE49-F238E27FC236}">
                <a16:creationId xmlns:a16="http://schemas.microsoft.com/office/drawing/2014/main" id="{AB766836-E255-43FE-3B7B-B5F68056F422}"/>
              </a:ext>
            </a:extLst>
          </p:cNvPr>
          <p:cNvSpPr txBox="1"/>
          <p:nvPr/>
        </p:nvSpPr>
        <p:spPr>
          <a:xfrm>
            <a:off x="1804900" y="300735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cxnSp>
        <p:nvCxnSpPr>
          <p:cNvPr id="9" name="Google Shape;210;p7">
            <a:extLst>
              <a:ext uri="{FF2B5EF4-FFF2-40B4-BE49-F238E27FC236}">
                <a16:creationId xmlns:a16="http://schemas.microsoft.com/office/drawing/2014/main" id="{B8996A2A-2261-4A44-828A-1C836DE76CE3}"/>
              </a:ext>
            </a:extLst>
          </p:cNvPr>
          <p:cNvCxnSpPr>
            <a:cxnSpLocks/>
          </p:cNvCxnSpPr>
          <p:nvPr/>
        </p:nvCxnSpPr>
        <p:spPr>
          <a:xfrm flipV="1">
            <a:off x="2044141" y="3125678"/>
            <a:ext cx="429271" cy="3077"/>
          </a:xfrm>
          <a:prstGeom prst="straightConnector1">
            <a:avLst/>
          </a:prstGeom>
          <a:noFill/>
          <a:ln w="12700" cap="flat" cmpd="sng">
            <a:solidFill>
              <a:srgbClr val="901A8A"/>
            </a:solidFill>
            <a:prstDash val="solid"/>
            <a:round/>
            <a:headEnd type="none" w="sm" len="sm"/>
            <a:tailEnd type="triangle" w="med" len="med"/>
          </a:ln>
        </p:spPr>
      </p:cxnSp>
      <p:sp>
        <p:nvSpPr>
          <p:cNvPr id="11" name="Rectangle 10">
            <a:extLst>
              <a:ext uri="{FF2B5EF4-FFF2-40B4-BE49-F238E27FC236}">
                <a16:creationId xmlns:a16="http://schemas.microsoft.com/office/drawing/2014/main" id="{69F897FC-F4BA-A15C-BF54-F1365D6553CA}"/>
              </a:ext>
            </a:extLst>
          </p:cNvPr>
          <p:cNvSpPr/>
          <p:nvPr/>
        </p:nvSpPr>
        <p:spPr>
          <a:xfrm>
            <a:off x="2589626" y="3983405"/>
            <a:ext cx="1521619" cy="415132"/>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3" name="Rectangle 12">
            <a:extLst>
              <a:ext uri="{FF2B5EF4-FFF2-40B4-BE49-F238E27FC236}">
                <a16:creationId xmlns:a16="http://schemas.microsoft.com/office/drawing/2014/main" id="{36E2967F-63C4-04A8-8398-E866EED4FBAC}"/>
              </a:ext>
            </a:extLst>
          </p:cNvPr>
          <p:cNvSpPr/>
          <p:nvPr/>
        </p:nvSpPr>
        <p:spPr>
          <a:xfrm>
            <a:off x="4182681" y="3983405"/>
            <a:ext cx="1521619" cy="415132"/>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5" name="Rectangle 14">
            <a:extLst>
              <a:ext uri="{FF2B5EF4-FFF2-40B4-BE49-F238E27FC236}">
                <a16:creationId xmlns:a16="http://schemas.microsoft.com/office/drawing/2014/main" id="{C45F9276-8E24-03AC-13FD-E7860A69E84E}"/>
              </a:ext>
            </a:extLst>
          </p:cNvPr>
          <p:cNvSpPr/>
          <p:nvPr/>
        </p:nvSpPr>
        <p:spPr>
          <a:xfrm>
            <a:off x="5778116" y="3983405"/>
            <a:ext cx="1521619" cy="415132"/>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7" name="Rectangle 16">
            <a:extLst>
              <a:ext uri="{FF2B5EF4-FFF2-40B4-BE49-F238E27FC236}">
                <a16:creationId xmlns:a16="http://schemas.microsoft.com/office/drawing/2014/main" id="{12B3B07D-85D3-53AF-733E-B00DE9CB2241}"/>
              </a:ext>
            </a:extLst>
          </p:cNvPr>
          <p:cNvSpPr/>
          <p:nvPr/>
        </p:nvSpPr>
        <p:spPr>
          <a:xfrm>
            <a:off x="2494376" y="5126007"/>
            <a:ext cx="1669257" cy="367110"/>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9" name="Rectangle 18">
            <a:extLst>
              <a:ext uri="{FF2B5EF4-FFF2-40B4-BE49-F238E27FC236}">
                <a16:creationId xmlns:a16="http://schemas.microsoft.com/office/drawing/2014/main" id="{E9617793-7AA1-6BBF-E411-FB9541D546F2}"/>
              </a:ext>
            </a:extLst>
          </p:cNvPr>
          <p:cNvSpPr/>
          <p:nvPr/>
        </p:nvSpPr>
        <p:spPr>
          <a:xfrm>
            <a:off x="4259676" y="5126007"/>
            <a:ext cx="3132931" cy="367110"/>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21" name="Google Shape;265;p16" descr="Small square with numeral 1 inside">
            <a:extLst>
              <a:ext uri="{FF2B5EF4-FFF2-40B4-BE49-F238E27FC236}">
                <a16:creationId xmlns:a16="http://schemas.microsoft.com/office/drawing/2014/main" id="{A3C5FDAB-E3BF-774D-9D7E-853EE16A9B57}"/>
              </a:ext>
            </a:extLst>
          </p:cNvPr>
          <p:cNvSpPr txBox="1"/>
          <p:nvPr/>
        </p:nvSpPr>
        <p:spPr>
          <a:xfrm>
            <a:off x="3237448" y="473692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cxnSp>
        <p:nvCxnSpPr>
          <p:cNvPr id="23" name="Google Shape;210;p7">
            <a:extLst>
              <a:ext uri="{FF2B5EF4-FFF2-40B4-BE49-F238E27FC236}">
                <a16:creationId xmlns:a16="http://schemas.microsoft.com/office/drawing/2014/main" id="{791AD872-13A3-D963-DDC7-DB735E652592}"/>
              </a:ext>
            </a:extLst>
          </p:cNvPr>
          <p:cNvCxnSpPr>
            <a:cxnSpLocks/>
          </p:cNvCxnSpPr>
          <p:nvPr/>
        </p:nvCxnSpPr>
        <p:spPr>
          <a:xfrm flipV="1">
            <a:off x="3349740" y="4417835"/>
            <a:ext cx="0" cy="304551"/>
          </a:xfrm>
          <a:prstGeom prst="straightConnector1">
            <a:avLst/>
          </a:prstGeom>
          <a:noFill/>
          <a:ln w="12700" cap="flat" cmpd="sng">
            <a:solidFill>
              <a:srgbClr val="901A8A"/>
            </a:solidFill>
            <a:prstDash val="solid"/>
            <a:round/>
            <a:headEnd type="none" w="sm" len="sm"/>
            <a:tailEnd type="triangle" w="med" len="med"/>
          </a:ln>
        </p:spPr>
      </p:cxnSp>
      <p:sp>
        <p:nvSpPr>
          <p:cNvPr id="33" name="Google Shape;265;p16" descr="Small square with numeral 1 inside">
            <a:extLst>
              <a:ext uri="{FF2B5EF4-FFF2-40B4-BE49-F238E27FC236}">
                <a16:creationId xmlns:a16="http://schemas.microsoft.com/office/drawing/2014/main" id="{D54EB6E8-B781-E113-BEA7-8DD7D5347A1D}"/>
              </a:ext>
            </a:extLst>
          </p:cNvPr>
          <p:cNvSpPr txBox="1"/>
          <p:nvPr/>
        </p:nvSpPr>
        <p:spPr>
          <a:xfrm>
            <a:off x="4832092" y="473623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cxnSp>
        <p:nvCxnSpPr>
          <p:cNvPr id="34" name="Google Shape;210;p7">
            <a:extLst>
              <a:ext uri="{FF2B5EF4-FFF2-40B4-BE49-F238E27FC236}">
                <a16:creationId xmlns:a16="http://schemas.microsoft.com/office/drawing/2014/main" id="{14B43B4C-3EC9-B276-977D-D82518DF852C}"/>
              </a:ext>
            </a:extLst>
          </p:cNvPr>
          <p:cNvCxnSpPr>
            <a:cxnSpLocks/>
          </p:cNvCxnSpPr>
          <p:nvPr/>
        </p:nvCxnSpPr>
        <p:spPr>
          <a:xfrm flipV="1">
            <a:off x="4942003" y="4417147"/>
            <a:ext cx="0" cy="304551"/>
          </a:xfrm>
          <a:prstGeom prst="straightConnector1">
            <a:avLst/>
          </a:prstGeom>
          <a:noFill/>
          <a:ln w="12700" cap="flat" cmpd="sng">
            <a:solidFill>
              <a:srgbClr val="901A8A"/>
            </a:solidFill>
            <a:prstDash val="solid"/>
            <a:round/>
            <a:headEnd type="none" w="sm" len="sm"/>
            <a:tailEnd type="triangle" w="med" len="med"/>
          </a:ln>
        </p:spPr>
      </p:cxnSp>
      <p:sp>
        <p:nvSpPr>
          <p:cNvPr id="35" name="Google Shape;265;p16" descr="Small square with numeral 1 inside">
            <a:extLst>
              <a:ext uri="{FF2B5EF4-FFF2-40B4-BE49-F238E27FC236}">
                <a16:creationId xmlns:a16="http://schemas.microsoft.com/office/drawing/2014/main" id="{CCA24C12-4B83-00CF-DA7D-1E0A924D8E70}"/>
              </a:ext>
            </a:extLst>
          </p:cNvPr>
          <p:cNvSpPr txBox="1"/>
          <p:nvPr/>
        </p:nvSpPr>
        <p:spPr>
          <a:xfrm>
            <a:off x="6427527" y="473598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cxnSp>
        <p:nvCxnSpPr>
          <p:cNvPr id="36" name="Google Shape;210;p7">
            <a:extLst>
              <a:ext uri="{FF2B5EF4-FFF2-40B4-BE49-F238E27FC236}">
                <a16:creationId xmlns:a16="http://schemas.microsoft.com/office/drawing/2014/main" id="{21079E90-9EDF-F175-14AD-56F2FA4B1E75}"/>
              </a:ext>
            </a:extLst>
          </p:cNvPr>
          <p:cNvCxnSpPr>
            <a:cxnSpLocks/>
          </p:cNvCxnSpPr>
          <p:nvPr/>
        </p:nvCxnSpPr>
        <p:spPr>
          <a:xfrm flipV="1">
            <a:off x="6537438" y="4416897"/>
            <a:ext cx="0" cy="304551"/>
          </a:xfrm>
          <a:prstGeom prst="straightConnector1">
            <a:avLst/>
          </a:prstGeom>
          <a:noFill/>
          <a:ln w="12700" cap="flat" cmpd="sng">
            <a:solidFill>
              <a:srgbClr val="901A8A"/>
            </a:solidFill>
            <a:prstDash val="solid"/>
            <a:round/>
            <a:headEnd type="none" w="sm" len="sm"/>
            <a:tailEnd type="triangle" w="med" len="med"/>
          </a:ln>
        </p:spPr>
      </p:cxnSp>
      <p:sp>
        <p:nvSpPr>
          <p:cNvPr id="47" name="Google Shape;265;p16" descr="Small square with numeral 1 inside">
            <a:extLst>
              <a:ext uri="{FF2B5EF4-FFF2-40B4-BE49-F238E27FC236}">
                <a16:creationId xmlns:a16="http://schemas.microsoft.com/office/drawing/2014/main" id="{3C772998-F652-7782-94D7-0EA36325BC8E}"/>
              </a:ext>
            </a:extLst>
          </p:cNvPr>
          <p:cNvSpPr txBox="1"/>
          <p:nvPr/>
        </p:nvSpPr>
        <p:spPr>
          <a:xfrm>
            <a:off x="7853926" y="518791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cxnSp>
        <p:nvCxnSpPr>
          <p:cNvPr id="48" name="Google Shape;210;p7">
            <a:extLst>
              <a:ext uri="{FF2B5EF4-FFF2-40B4-BE49-F238E27FC236}">
                <a16:creationId xmlns:a16="http://schemas.microsoft.com/office/drawing/2014/main" id="{828D9D9B-6302-A92E-C312-7A4525D21996}"/>
              </a:ext>
            </a:extLst>
          </p:cNvPr>
          <p:cNvCxnSpPr>
            <a:cxnSpLocks/>
          </p:cNvCxnSpPr>
          <p:nvPr/>
        </p:nvCxnSpPr>
        <p:spPr>
          <a:xfrm flipH="1" flipV="1">
            <a:off x="7411012" y="5307235"/>
            <a:ext cx="429271" cy="3077"/>
          </a:xfrm>
          <a:prstGeom prst="straightConnector1">
            <a:avLst/>
          </a:prstGeom>
          <a:noFill/>
          <a:ln w="12700" cap="flat" cmpd="sng">
            <a:solidFill>
              <a:srgbClr val="901A8A"/>
            </a:solidFill>
            <a:prstDash val="solid"/>
            <a:round/>
            <a:headEnd type="none" w="sm" len="sm"/>
            <a:tailEnd type="triangle" w="med" len="med"/>
          </a:ln>
        </p:spPr>
      </p:cxnSp>
      <p:sp>
        <p:nvSpPr>
          <p:cNvPr id="49" name="Google Shape;265;p16" descr="Small square with numeral 1 inside">
            <a:extLst>
              <a:ext uri="{FF2B5EF4-FFF2-40B4-BE49-F238E27FC236}">
                <a16:creationId xmlns:a16="http://schemas.microsoft.com/office/drawing/2014/main" id="{85649A47-406D-B2FE-F5AC-EB992346AE43}"/>
              </a:ext>
            </a:extLst>
          </p:cNvPr>
          <p:cNvSpPr txBox="1"/>
          <p:nvPr/>
        </p:nvSpPr>
        <p:spPr>
          <a:xfrm>
            <a:off x="1804900" y="518821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cxnSp>
        <p:nvCxnSpPr>
          <p:cNvPr id="50" name="Google Shape;210;p7">
            <a:extLst>
              <a:ext uri="{FF2B5EF4-FFF2-40B4-BE49-F238E27FC236}">
                <a16:creationId xmlns:a16="http://schemas.microsoft.com/office/drawing/2014/main" id="{A11C7AF7-180A-323B-97BB-A236796FA93E}"/>
              </a:ext>
            </a:extLst>
          </p:cNvPr>
          <p:cNvCxnSpPr>
            <a:cxnSpLocks/>
          </p:cNvCxnSpPr>
          <p:nvPr/>
        </p:nvCxnSpPr>
        <p:spPr>
          <a:xfrm flipV="1">
            <a:off x="2044141" y="5306539"/>
            <a:ext cx="429271" cy="3077"/>
          </a:xfrm>
          <a:prstGeom prst="straightConnector1">
            <a:avLst/>
          </a:prstGeom>
          <a:noFill/>
          <a:ln w="12700" cap="flat" cmpd="sng">
            <a:solidFill>
              <a:srgbClr val="901A8A"/>
            </a:solidFill>
            <a:prstDash val="solid"/>
            <a:round/>
            <a:headEnd type="none" w="sm" len="sm"/>
            <a:tailEnd type="triangle" w="med" len="med"/>
          </a:ln>
        </p:spPr>
      </p:cxnSp>
      <p:sp>
        <p:nvSpPr>
          <p:cNvPr id="467" name="Google Shape;371;p8">
            <a:extLst>
              <a:ext uri="{FF2B5EF4-FFF2-40B4-BE49-F238E27FC236}">
                <a16:creationId xmlns:a16="http://schemas.microsoft.com/office/drawing/2014/main" id="{73FDDE17-C2DC-E37F-560D-BD88F41FAC29}"/>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2800"/>
              <a:buFont typeface="Cambria"/>
              <a:buNone/>
            </a:pPr>
            <a:r>
              <a:rPr lang="en-US" sz="2400" dirty="0"/>
              <a:t>Understanding the Add images to the gallery pop-up modal</a:t>
            </a:r>
          </a:p>
        </p:txBody>
      </p:sp>
      <p:sp>
        <p:nvSpPr>
          <p:cNvPr id="468" name="Google Shape;430;p8">
            <a:hlinkClick r:id="rId4" action="ppaction://hlinksldjump"/>
            <a:extLst>
              <a:ext uri="{FF2B5EF4-FFF2-40B4-BE49-F238E27FC236}">
                <a16:creationId xmlns:a16="http://schemas.microsoft.com/office/drawing/2014/main" id="{234BCBBA-2AA9-F714-4E75-83C0743E2A8E}"/>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44" name="TextBox 43">
            <a:extLst>
              <a:ext uri="{FF2B5EF4-FFF2-40B4-BE49-F238E27FC236}">
                <a16:creationId xmlns:a16="http://schemas.microsoft.com/office/drawing/2014/main" id="{7ACC7801-C686-552E-E935-DA0406FE0FCD}"/>
              </a:ext>
            </a:extLst>
          </p:cNvPr>
          <p:cNvSpPr txBox="1"/>
          <p:nvPr/>
        </p:nvSpPr>
        <p:spPr>
          <a:xfrm>
            <a:off x="8975725" y="1449388"/>
            <a:ext cx="2854831" cy="3631763"/>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lang="en-US" sz="1000" b="1" dirty="0">
                <a:solidFill>
                  <a:schemeClr val="tx1"/>
                </a:solidFill>
                <a:latin typeface="Poppins"/>
                <a:ea typeface="Poppins"/>
                <a:cs typeface="Poppins"/>
                <a:sym typeface="Poppins"/>
              </a:rPr>
              <a:t>Upload Image Area </a:t>
            </a:r>
            <a:r>
              <a:rPr lang="en-US" sz="1000" dirty="0">
                <a:solidFill>
                  <a:schemeClr val="tx1"/>
                </a:solidFill>
                <a:latin typeface="Poppins"/>
                <a:ea typeface="Poppins"/>
                <a:cs typeface="Poppins"/>
                <a:sym typeface="Poppins"/>
              </a:rPr>
              <a:t>– Allows you to drag and drop images or click the area to browse and select images from your computer. </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lang="en-US" sz="1000" b="1" dirty="0">
                <a:solidFill>
                  <a:schemeClr val="tx1"/>
                </a:solidFill>
                <a:latin typeface="Poppins"/>
                <a:ea typeface="Poppins"/>
                <a:cs typeface="Poppins"/>
                <a:sym typeface="Poppins"/>
              </a:rPr>
              <a:t>This Survey </a:t>
            </a:r>
            <a:r>
              <a:rPr lang="en-US" sz="1000" dirty="0">
                <a:solidFill>
                  <a:schemeClr val="tx1"/>
                </a:solidFill>
                <a:latin typeface="Poppins"/>
                <a:ea typeface="Poppins"/>
                <a:cs typeface="Poppins"/>
                <a:sym typeface="Poppins"/>
              </a:rPr>
              <a:t>– Uploads images that will only be available within the current survey. </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lang="en-US" sz="1000" b="1" dirty="0">
                <a:solidFill>
                  <a:schemeClr val="tx1"/>
                </a:solidFill>
                <a:latin typeface="Poppins"/>
                <a:ea typeface="Poppins"/>
                <a:cs typeface="Poppins"/>
                <a:sym typeface="Poppins"/>
              </a:rPr>
              <a:t>Project-wide</a:t>
            </a:r>
            <a:r>
              <a:rPr lang="en-US" sz="1000" dirty="0">
                <a:solidFill>
                  <a:schemeClr val="tx1"/>
                </a:solidFill>
                <a:latin typeface="Poppins"/>
                <a:ea typeface="Poppins"/>
                <a:cs typeface="Poppins"/>
                <a:sym typeface="Poppins"/>
              </a:rPr>
              <a:t> – Uploads images that will be available across the project. </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lang="en-US" sz="1000" b="1" dirty="0">
                <a:solidFill>
                  <a:schemeClr val="tx1"/>
                </a:solidFill>
                <a:latin typeface="Poppins"/>
                <a:ea typeface="Poppins"/>
                <a:cs typeface="Poppins"/>
                <a:sym typeface="Poppins"/>
              </a:rPr>
              <a:t>Public</a:t>
            </a:r>
            <a:r>
              <a:rPr lang="en-US" sz="1000" dirty="0">
                <a:solidFill>
                  <a:schemeClr val="tx1"/>
                </a:solidFill>
                <a:latin typeface="Poppins"/>
                <a:ea typeface="Poppins"/>
                <a:cs typeface="Poppins"/>
                <a:sym typeface="Poppins"/>
              </a:rPr>
              <a:t> – Uploads images that will be publicly available. Public images are uploaded through Deeplight.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lang="en-US" sz="1000" b="1" dirty="0">
                <a:solidFill>
                  <a:schemeClr val="tx1"/>
                </a:solidFill>
                <a:latin typeface="Poppins"/>
                <a:ea typeface="Poppins"/>
                <a:cs typeface="Poppins"/>
                <a:sym typeface="Poppins"/>
              </a:rPr>
              <a:t>Add Images button </a:t>
            </a:r>
            <a:r>
              <a:rPr lang="en-US" sz="1000" dirty="0">
                <a:solidFill>
                  <a:schemeClr val="tx1"/>
                </a:solidFill>
                <a:latin typeface="Poppins"/>
                <a:ea typeface="Poppins"/>
                <a:cs typeface="Poppins"/>
                <a:sym typeface="Poppins"/>
              </a:rPr>
              <a:t>– Adds the selected images to the gallery. </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lang="en-US" sz="1000" b="1" dirty="0">
                <a:solidFill>
                  <a:schemeClr val="tx1"/>
                </a:solidFill>
                <a:latin typeface="Poppins"/>
                <a:ea typeface="Poppins"/>
                <a:cs typeface="Poppins"/>
                <a:sym typeface="Poppins"/>
              </a:rPr>
              <a:t>Cancel button </a:t>
            </a:r>
            <a:r>
              <a:rPr lang="en-US" sz="1000" dirty="0">
                <a:solidFill>
                  <a:schemeClr val="tx1"/>
                </a:solidFill>
                <a:latin typeface="Poppins"/>
                <a:ea typeface="Poppins"/>
                <a:cs typeface="Poppins"/>
                <a:sym typeface="Poppins"/>
              </a:rPr>
              <a:t>– Closes the Add Images to the Gallery pop-up modal and cancels the image upload. </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lang="en-US" sz="1000" b="1" dirty="0">
                <a:solidFill>
                  <a:schemeClr val="tx1"/>
                </a:solidFill>
                <a:latin typeface="Poppins"/>
                <a:ea typeface="Poppins"/>
                <a:cs typeface="Poppins"/>
                <a:sym typeface="Poppins"/>
              </a:rPr>
              <a:t>Close (X) icon </a:t>
            </a:r>
            <a:r>
              <a:rPr lang="en-US" sz="1000" dirty="0">
                <a:solidFill>
                  <a:schemeClr val="tx1"/>
                </a:solidFill>
                <a:latin typeface="Poppins"/>
                <a:ea typeface="Poppins"/>
                <a:cs typeface="Poppins"/>
                <a:sym typeface="Poppins"/>
              </a:rPr>
              <a:t>– Closes the Add Images to the Gallery pop-up modal.</a:t>
            </a:r>
          </a:p>
        </p:txBody>
      </p:sp>
      <p:sp>
        <p:nvSpPr>
          <p:cNvPr id="46" name="Google Shape;265;p16" descr="Small square with numeral 1 inside">
            <a:extLst>
              <a:ext uri="{FF2B5EF4-FFF2-40B4-BE49-F238E27FC236}">
                <a16:creationId xmlns:a16="http://schemas.microsoft.com/office/drawing/2014/main" id="{C957CAF9-6368-3AF7-613C-EFCC16C3F689}"/>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
        <p:nvSpPr>
          <p:cNvPr id="52" name="Google Shape;265;p16" descr="Small square with numeral 1 inside">
            <a:extLst>
              <a:ext uri="{FF2B5EF4-FFF2-40B4-BE49-F238E27FC236}">
                <a16:creationId xmlns:a16="http://schemas.microsoft.com/office/drawing/2014/main" id="{F52D55B1-C643-73C0-F987-7D2265743BE6}"/>
              </a:ext>
            </a:extLst>
          </p:cNvPr>
          <p:cNvSpPr txBox="1"/>
          <p:nvPr/>
        </p:nvSpPr>
        <p:spPr>
          <a:xfrm>
            <a:off x="9003555" y="222098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54" name="Google Shape;265;p16" descr="Small square with numeral 1 inside">
            <a:extLst>
              <a:ext uri="{FF2B5EF4-FFF2-40B4-BE49-F238E27FC236}">
                <a16:creationId xmlns:a16="http://schemas.microsoft.com/office/drawing/2014/main" id="{F8B3A1D8-81EA-D780-72D9-6B3297245888}"/>
              </a:ext>
            </a:extLst>
          </p:cNvPr>
          <p:cNvSpPr txBox="1"/>
          <p:nvPr/>
        </p:nvSpPr>
        <p:spPr>
          <a:xfrm>
            <a:off x="9003659" y="2776827"/>
            <a:ext cx="2245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62" name="Google Shape;265;p16" descr="Small square with numeral 1 inside">
            <a:extLst>
              <a:ext uri="{FF2B5EF4-FFF2-40B4-BE49-F238E27FC236}">
                <a16:creationId xmlns:a16="http://schemas.microsoft.com/office/drawing/2014/main" id="{799F3778-047C-5EA3-7A8B-0EEC6E960663}"/>
              </a:ext>
            </a:extLst>
          </p:cNvPr>
          <p:cNvSpPr txBox="1"/>
          <p:nvPr/>
        </p:nvSpPr>
        <p:spPr>
          <a:xfrm>
            <a:off x="9003554" y="319080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454" name="Google Shape;265;p16" descr="Small square with numeral 1 inside">
            <a:extLst>
              <a:ext uri="{FF2B5EF4-FFF2-40B4-BE49-F238E27FC236}">
                <a16:creationId xmlns:a16="http://schemas.microsoft.com/office/drawing/2014/main" id="{1A404D25-374C-D695-A70F-B88710E09829}"/>
              </a:ext>
            </a:extLst>
          </p:cNvPr>
          <p:cNvSpPr txBox="1"/>
          <p:nvPr/>
        </p:nvSpPr>
        <p:spPr>
          <a:xfrm>
            <a:off x="9003555" y="374509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456" name="Google Shape;265;p16" descr="Small square with numeral 1 inside">
            <a:extLst>
              <a:ext uri="{FF2B5EF4-FFF2-40B4-BE49-F238E27FC236}">
                <a16:creationId xmlns:a16="http://schemas.microsoft.com/office/drawing/2014/main" id="{2C9E9704-468E-99F9-9780-0CC660F7C093}"/>
              </a:ext>
            </a:extLst>
          </p:cNvPr>
          <p:cNvSpPr txBox="1"/>
          <p:nvPr/>
        </p:nvSpPr>
        <p:spPr>
          <a:xfrm>
            <a:off x="9003553" y="415014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sp>
        <p:nvSpPr>
          <p:cNvPr id="458" name="Google Shape;265;p16" descr="Small square with numeral 1 inside">
            <a:extLst>
              <a:ext uri="{FF2B5EF4-FFF2-40B4-BE49-F238E27FC236}">
                <a16:creationId xmlns:a16="http://schemas.microsoft.com/office/drawing/2014/main" id="{87DE9E63-0FB4-F062-75A1-DE5BEC9E5698}"/>
              </a:ext>
            </a:extLst>
          </p:cNvPr>
          <p:cNvSpPr txBox="1"/>
          <p:nvPr/>
        </p:nvSpPr>
        <p:spPr>
          <a:xfrm>
            <a:off x="9003555" y="471406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7</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229836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09C4BE56-586C-1511-01AA-8FE707DA712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E0464FF-6FAC-2F15-5964-67BBA4A27348}"/>
              </a:ext>
            </a:extLst>
          </p:cNvPr>
          <p:cNvPicPr>
            <a:picLocks noChangeAspect="1"/>
          </p:cNvPicPr>
          <p:nvPr/>
        </p:nvPicPr>
        <p:blipFill>
          <a:blip r:embed="rId3"/>
          <a:srcRect l="22564" t="3564" r="22324" b="5647"/>
          <a:stretch>
            <a:fillRect/>
          </a:stretch>
        </p:blipFill>
        <p:spPr>
          <a:xfrm>
            <a:off x="2300862" y="1521512"/>
            <a:ext cx="5156541" cy="3439280"/>
          </a:xfrm>
          <a:prstGeom prst="rect">
            <a:avLst/>
          </a:prstGeom>
          <a:effectLst>
            <a:outerShdw blurRad="63500" sx="102000" sy="102000" algn="ctr" rotWithShape="0">
              <a:prstClr val="black">
                <a:alpha val="40000"/>
              </a:prstClr>
            </a:outerShdw>
          </a:effectLst>
        </p:spPr>
      </p:pic>
      <p:sp>
        <p:nvSpPr>
          <p:cNvPr id="41" name="Google Shape;435;p9">
            <a:extLst>
              <a:ext uri="{FF2B5EF4-FFF2-40B4-BE49-F238E27FC236}">
                <a16:creationId xmlns:a16="http://schemas.microsoft.com/office/drawing/2014/main" id="{AC1AB10B-6B54-BB1F-2F86-9CAA862F93E0}"/>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Autofit/>
          </a:bodyPr>
          <a:lstStyle/>
          <a:p>
            <a:pPr lvl="0">
              <a:buSzPts val="2800"/>
            </a:pPr>
            <a:r>
              <a:rPr lang="en-US" dirty="0"/>
              <a:t>Understanding the New Products pop-up modal </a:t>
            </a:r>
            <a:endParaRPr dirty="0"/>
          </a:p>
        </p:txBody>
      </p:sp>
      <p:sp>
        <p:nvSpPr>
          <p:cNvPr id="42" name="Google Shape;449;p9">
            <a:hlinkClick r:id="rId4" action="ppaction://hlinksldjump"/>
            <a:extLst>
              <a:ext uri="{FF2B5EF4-FFF2-40B4-BE49-F238E27FC236}">
                <a16:creationId xmlns:a16="http://schemas.microsoft.com/office/drawing/2014/main" id="{B6E988B0-E4E0-8704-E71D-E8465A88A3CD}"/>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16" name="Rectangle 15">
            <a:extLst>
              <a:ext uri="{FF2B5EF4-FFF2-40B4-BE49-F238E27FC236}">
                <a16:creationId xmlns:a16="http://schemas.microsoft.com/office/drawing/2014/main" id="{BCED90B8-FB98-0C08-7F0F-B312DC22320D}"/>
              </a:ext>
            </a:extLst>
          </p:cNvPr>
          <p:cNvSpPr/>
          <p:nvPr/>
        </p:nvSpPr>
        <p:spPr>
          <a:xfrm>
            <a:off x="7131844" y="1655299"/>
            <a:ext cx="190374" cy="182882"/>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19" name="Google Shape;210;p7">
            <a:extLst>
              <a:ext uri="{FF2B5EF4-FFF2-40B4-BE49-F238E27FC236}">
                <a16:creationId xmlns:a16="http://schemas.microsoft.com/office/drawing/2014/main" id="{B66C6B1D-F265-9AC5-FE2F-08DC680866E9}"/>
              </a:ext>
            </a:extLst>
          </p:cNvPr>
          <p:cNvCxnSpPr>
            <a:cxnSpLocks/>
          </p:cNvCxnSpPr>
          <p:nvPr/>
        </p:nvCxnSpPr>
        <p:spPr>
          <a:xfrm flipH="1">
            <a:off x="7341266" y="1743194"/>
            <a:ext cx="447009" cy="0"/>
          </a:xfrm>
          <a:prstGeom prst="straightConnector1">
            <a:avLst/>
          </a:prstGeom>
          <a:noFill/>
          <a:ln w="12700" cap="flat" cmpd="sng">
            <a:solidFill>
              <a:srgbClr val="901A8A"/>
            </a:solidFill>
            <a:prstDash val="solid"/>
            <a:round/>
            <a:headEnd type="none" w="sm" len="sm"/>
            <a:tailEnd type="triangle" w="med" len="med"/>
          </a:ln>
        </p:spPr>
      </p:cxnSp>
      <p:sp>
        <p:nvSpPr>
          <p:cNvPr id="21" name="Google Shape;265;p16" descr="Small square with numeral 1 inside">
            <a:extLst>
              <a:ext uri="{FF2B5EF4-FFF2-40B4-BE49-F238E27FC236}">
                <a16:creationId xmlns:a16="http://schemas.microsoft.com/office/drawing/2014/main" id="{90D0B604-A35B-51FB-4101-A2603CCAC966}"/>
              </a:ext>
            </a:extLst>
          </p:cNvPr>
          <p:cNvSpPr txBox="1"/>
          <p:nvPr/>
        </p:nvSpPr>
        <p:spPr>
          <a:xfrm>
            <a:off x="7803359" y="1620103"/>
            <a:ext cx="3157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16</a:t>
            </a:r>
            <a:endParaRPr sz="1000" b="1" i="0" u="none" strike="noStrike" cap="none" dirty="0">
              <a:solidFill>
                <a:schemeClr val="lt1"/>
              </a:solidFill>
              <a:latin typeface="Poppins"/>
              <a:ea typeface="Poppins"/>
              <a:cs typeface="Poppins"/>
              <a:sym typeface="Poppins"/>
            </a:endParaRPr>
          </a:p>
        </p:txBody>
      </p:sp>
      <p:sp>
        <p:nvSpPr>
          <p:cNvPr id="23" name="Rectangle 22">
            <a:extLst>
              <a:ext uri="{FF2B5EF4-FFF2-40B4-BE49-F238E27FC236}">
                <a16:creationId xmlns:a16="http://schemas.microsoft.com/office/drawing/2014/main" id="{067420A3-F494-D127-423D-948085AA83A7}"/>
              </a:ext>
            </a:extLst>
          </p:cNvPr>
          <p:cNvSpPr/>
          <p:nvPr/>
        </p:nvSpPr>
        <p:spPr>
          <a:xfrm>
            <a:off x="4922044" y="2274982"/>
            <a:ext cx="2383507" cy="209545"/>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8" name="Rectangle 37">
            <a:extLst>
              <a:ext uri="{FF2B5EF4-FFF2-40B4-BE49-F238E27FC236}">
                <a16:creationId xmlns:a16="http://schemas.microsoft.com/office/drawing/2014/main" id="{FFB24810-0BFC-7EFA-4C80-49F3B901652E}"/>
              </a:ext>
            </a:extLst>
          </p:cNvPr>
          <p:cNvSpPr/>
          <p:nvPr/>
        </p:nvSpPr>
        <p:spPr>
          <a:xfrm>
            <a:off x="2436514" y="2274982"/>
            <a:ext cx="2383508" cy="209545"/>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39" name="Google Shape;210;p7">
            <a:extLst>
              <a:ext uri="{FF2B5EF4-FFF2-40B4-BE49-F238E27FC236}">
                <a16:creationId xmlns:a16="http://schemas.microsoft.com/office/drawing/2014/main" id="{4570DA82-4C74-4EBE-0FF7-B463ACCB782D}"/>
              </a:ext>
            </a:extLst>
          </p:cNvPr>
          <p:cNvCxnSpPr>
            <a:cxnSpLocks/>
          </p:cNvCxnSpPr>
          <p:nvPr/>
        </p:nvCxnSpPr>
        <p:spPr>
          <a:xfrm flipV="1">
            <a:off x="1992313" y="2377273"/>
            <a:ext cx="421704" cy="9710"/>
          </a:xfrm>
          <a:prstGeom prst="straightConnector1">
            <a:avLst/>
          </a:prstGeom>
          <a:noFill/>
          <a:ln w="12700" cap="flat" cmpd="sng">
            <a:solidFill>
              <a:srgbClr val="901A8A"/>
            </a:solidFill>
            <a:prstDash val="solid"/>
            <a:round/>
            <a:headEnd type="none" w="sm" len="sm"/>
            <a:tailEnd type="triangle" w="med" len="med"/>
          </a:ln>
        </p:spPr>
      </p:cxnSp>
      <p:sp>
        <p:nvSpPr>
          <p:cNvPr id="40" name="Google Shape;265;p16" descr="Small square with numeral 1 inside">
            <a:extLst>
              <a:ext uri="{FF2B5EF4-FFF2-40B4-BE49-F238E27FC236}">
                <a16:creationId xmlns:a16="http://schemas.microsoft.com/office/drawing/2014/main" id="{D1A3A523-D835-106F-EE3C-7515F6BD416F}"/>
              </a:ext>
            </a:extLst>
          </p:cNvPr>
          <p:cNvSpPr txBox="1"/>
          <p:nvPr/>
        </p:nvSpPr>
        <p:spPr>
          <a:xfrm>
            <a:off x="1757496" y="226308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
        <p:nvSpPr>
          <p:cNvPr id="147" name="TextBox 146">
            <a:extLst>
              <a:ext uri="{FF2B5EF4-FFF2-40B4-BE49-F238E27FC236}">
                <a16:creationId xmlns:a16="http://schemas.microsoft.com/office/drawing/2014/main" id="{E3E00C61-9843-5575-006C-0B80672A79B7}"/>
              </a:ext>
            </a:extLst>
          </p:cNvPr>
          <p:cNvSpPr txBox="1"/>
          <p:nvPr/>
        </p:nvSpPr>
        <p:spPr>
          <a:xfrm>
            <a:off x="8975725" y="1449388"/>
            <a:ext cx="2854831" cy="4760278"/>
          </a:xfrm>
          <a:prstGeom prst="rect">
            <a:avLst/>
          </a:prstGeom>
          <a:noFill/>
        </p:spPr>
        <p:txBody>
          <a:bodyPr wrap="square">
            <a:spAutoFit/>
          </a:bodyPr>
          <a:lstStyle/>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Category</a:t>
            </a:r>
            <a:r>
              <a:rPr lang="en-US" sz="1000" dirty="0">
                <a:solidFill>
                  <a:schemeClr val="tx1"/>
                </a:solidFill>
                <a:latin typeface="Poppins"/>
                <a:ea typeface="Poppins"/>
                <a:cs typeface="Poppins"/>
                <a:sym typeface="Poppins"/>
              </a:rPr>
              <a:t> – Used to assign a category to the products. This applies to all products below. </a:t>
            </a:r>
            <a:r>
              <a:rPr lang="en-US" sz="1000" b="1" u="sng" dirty="0">
                <a:solidFill>
                  <a:schemeClr val="tx1"/>
                </a:solidFill>
                <a:latin typeface="Poppins"/>
                <a:ea typeface="Poppins"/>
                <a:cs typeface="Poppins"/>
                <a:sym typeface="Poppins"/>
              </a:rPr>
              <a:t>Learn more </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Variant</a:t>
            </a:r>
            <a:r>
              <a:rPr lang="en-US" sz="1000" dirty="0">
                <a:solidFill>
                  <a:schemeClr val="tx1"/>
                </a:solidFill>
                <a:latin typeface="Poppins"/>
                <a:ea typeface="Poppins"/>
                <a:cs typeface="Poppins"/>
                <a:sym typeface="Poppins"/>
              </a:rPr>
              <a:t> – Used to assign a variant to the products. This applies to all products below. </a:t>
            </a:r>
            <a:r>
              <a:rPr lang="en-US" sz="1000" b="1" u="sng" dirty="0">
                <a:solidFill>
                  <a:schemeClr val="tx1"/>
                </a:solidFill>
                <a:latin typeface="Poppins"/>
                <a:ea typeface="Poppins"/>
                <a:cs typeface="Poppins"/>
                <a:sym typeface="Poppins"/>
              </a:rPr>
              <a:t>Learn more </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Price Tag </a:t>
            </a:r>
            <a:r>
              <a:rPr lang="en-US" sz="1000" dirty="0">
                <a:solidFill>
                  <a:schemeClr val="tx1"/>
                </a:solidFill>
                <a:latin typeface="Poppins"/>
                <a:ea typeface="Poppins"/>
                <a:cs typeface="Poppins"/>
                <a:sym typeface="Poppins"/>
              </a:rPr>
              <a:t>– Used to add or define the price of the products. </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Set All </a:t>
            </a:r>
            <a:r>
              <a:rPr lang="en-US" sz="1000" dirty="0">
                <a:solidFill>
                  <a:schemeClr val="tx1"/>
                </a:solidFill>
                <a:latin typeface="Poppins"/>
                <a:ea typeface="Poppins"/>
                <a:cs typeface="Poppins"/>
                <a:sym typeface="Poppins"/>
              </a:rPr>
              <a:t>– Used to apply the specified price tag to all products below. </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All Target </a:t>
            </a:r>
            <a:r>
              <a:rPr lang="en-US" sz="1000" dirty="0">
                <a:solidFill>
                  <a:schemeClr val="tx1"/>
                </a:solidFill>
                <a:latin typeface="Poppins"/>
                <a:ea typeface="Poppins"/>
                <a:cs typeface="Poppins"/>
                <a:sym typeface="Poppins"/>
              </a:rPr>
              <a:t>– Marks all products as Target products that respondents will be asked to search for. </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All Filler </a:t>
            </a:r>
            <a:r>
              <a:rPr lang="en-US" sz="1000" dirty="0">
                <a:solidFill>
                  <a:schemeClr val="tx1"/>
                </a:solidFill>
                <a:latin typeface="Poppins"/>
                <a:ea typeface="Poppins"/>
                <a:cs typeface="Poppins"/>
                <a:sym typeface="Poppins"/>
              </a:rPr>
              <a:t>– Marks all products as Filler products that are display-only and not included in search tasks. </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Product Image </a:t>
            </a:r>
            <a:r>
              <a:rPr lang="en-US" sz="1000" dirty="0">
                <a:solidFill>
                  <a:schemeClr val="tx1"/>
                </a:solidFill>
                <a:latin typeface="Poppins"/>
                <a:ea typeface="Poppins"/>
                <a:cs typeface="Poppins"/>
                <a:sym typeface="Poppins"/>
              </a:rPr>
              <a:t>– This column displays the images of the selected products. </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Product Name </a:t>
            </a:r>
            <a:r>
              <a:rPr lang="en-US" sz="1000" dirty="0">
                <a:solidFill>
                  <a:schemeClr val="tx1"/>
                </a:solidFill>
                <a:latin typeface="Poppins"/>
                <a:ea typeface="Poppins"/>
                <a:cs typeface="Poppins"/>
                <a:sym typeface="Poppins"/>
              </a:rPr>
              <a:t>– This column displays the names of the selected products. By default, the product name is automatically set to the image file name and can be edited as needed. </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Price Tag </a:t>
            </a:r>
            <a:r>
              <a:rPr lang="en-US" sz="1000" dirty="0">
                <a:solidFill>
                  <a:schemeClr val="tx1"/>
                </a:solidFill>
                <a:latin typeface="Poppins"/>
                <a:ea typeface="Poppins"/>
                <a:cs typeface="Poppins"/>
                <a:sym typeface="Poppins"/>
              </a:rPr>
              <a:t>– This column is used to add or define the price of each product. </a:t>
            </a:r>
          </a:p>
        </p:txBody>
      </p:sp>
      <p:sp>
        <p:nvSpPr>
          <p:cNvPr id="149" name="Google Shape;265;p16" descr="Small square with numeral 1 inside">
            <a:extLst>
              <a:ext uri="{FF2B5EF4-FFF2-40B4-BE49-F238E27FC236}">
                <a16:creationId xmlns:a16="http://schemas.microsoft.com/office/drawing/2014/main" id="{9B61BD0C-DC37-833E-0E4C-279014A67B5D}"/>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151" name="Google Shape;265;p16" descr="Small square with numeral 1 inside">
            <a:extLst>
              <a:ext uri="{FF2B5EF4-FFF2-40B4-BE49-F238E27FC236}">
                <a16:creationId xmlns:a16="http://schemas.microsoft.com/office/drawing/2014/main" id="{FFF0B9AC-9CCA-379A-F9B8-3E9C64B90593}"/>
              </a:ext>
            </a:extLst>
          </p:cNvPr>
          <p:cNvSpPr txBox="1"/>
          <p:nvPr/>
        </p:nvSpPr>
        <p:spPr>
          <a:xfrm>
            <a:off x="9003555" y="207056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153" name="Google Shape;265;p16" descr="Small square with numeral 1 inside">
            <a:extLst>
              <a:ext uri="{FF2B5EF4-FFF2-40B4-BE49-F238E27FC236}">
                <a16:creationId xmlns:a16="http://schemas.microsoft.com/office/drawing/2014/main" id="{CE56AD74-9F55-A368-1CCE-955ED23989E4}"/>
              </a:ext>
            </a:extLst>
          </p:cNvPr>
          <p:cNvSpPr txBox="1"/>
          <p:nvPr/>
        </p:nvSpPr>
        <p:spPr>
          <a:xfrm>
            <a:off x="9001719" y="262389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155" name="Google Shape;265;p16" descr="Small square with numeral 1 inside">
            <a:extLst>
              <a:ext uri="{FF2B5EF4-FFF2-40B4-BE49-F238E27FC236}">
                <a16:creationId xmlns:a16="http://schemas.microsoft.com/office/drawing/2014/main" id="{847CF291-7C3A-BC2D-E733-FDA4A66E65B1}"/>
              </a:ext>
            </a:extLst>
          </p:cNvPr>
          <p:cNvSpPr txBox="1"/>
          <p:nvPr/>
        </p:nvSpPr>
        <p:spPr>
          <a:xfrm>
            <a:off x="9003554" y="303371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4</a:t>
            </a:r>
            <a:endParaRPr sz="1000" b="1" i="0" u="none" strike="noStrike" cap="none">
              <a:solidFill>
                <a:schemeClr val="lt1"/>
              </a:solidFill>
              <a:latin typeface="Poppins"/>
              <a:ea typeface="Poppins"/>
              <a:cs typeface="Poppins"/>
              <a:sym typeface="Poppins"/>
            </a:endParaRPr>
          </a:p>
        </p:txBody>
      </p:sp>
      <p:sp>
        <p:nvSpPr>
          <p:cNvPr id="157" name="Google Shape;265;p16" descr="Small square with numeral 1 inside">
            <a:extLst>
              <a:ext uri="{FF2B5EF4-FFF2-40B4-BE49-F238E27FC236}">
                <a16:creationId xmlns:a16="http://schemas.microsoft.com/office/drawing/2014/main" id="{299CAF66-D1EF-74AD-CD00-92921CA51DA3}"/>
              </a:ext>
            </a:extLst>
          </p:cNvPr>
          <p:cNvSpPr txBox="1"/>
          <p:nvPr/>
        </p:nvSpPr>
        <p:spPr>
          <a:xfrm>
            <a:off x="9003553" y="343556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159" name="Google Shape;265;p16" descr="Small square with numeral 1 inside">
            <a:extLst>
              <a:ext uri="{FF2B5EF4-FFF2-40B4-BE49-F238E27FC236}">
                <a16:creationId xmlns:a16="http://schemas.microsoft.com/office/drawing/2014/main" id="{174F119C-5FFC-7571-5D9D-E214701C6724}"/>
              </a:ext>
            </a:extLst>
          </p:cNvPr>
          <p:cNvSpPr txBox="1"/>
          <p:nvPr/>
        </p:nvSpPr>
        <p:spPr>
          <a:xfrm>
            <a:off x="9002245" y="399752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sp>
        <p:nvSpPr>
          <p:cNvPr id="161" name="Google Shape;265;p16" descr="Small square with numeral 1 inside">
            <a:extLst>
              <a:ext uri="{FF2B5EF4-FFF2-40B4-BE49-F238E27FC236}">
                <a16:creationId xmlns:a16="http://schemas.microsoft.com/office/drawing/2014/main" id="{EB15B93D-1C04-5FEA-9079-313185760DE9}"/>
              </a:ext>
            </a:extLst>
          </p:cNvPr>
          <p:cNvSpPr txBox="1"/>
          <p:nvPr/>
        </p:nvSpPr>
        <p:spPr>
          <a:xfrm>
            <a:off x="9001719" y="455948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7</a:t>
            </a:r>
            <a:endParaRPr sz="1000" b="1" i="0" u="none" strike="noStrike" cap="none">
              <a:solidFill>
                <a:schemeClr val="lt1"/>
              </a:solidFill>
              <a:latin typeface="Poppins"/>
              <a:ea typeface="Poppins"/>
              <a:cs typeface="Poppins"/>
              <a:sym typeface="Poppins"/>
            </a:endParaRPr>
          </a:p>
        </p:txBody>
      </p:sp>
      <p:sp>
        <p:nvSpPr>
          <p:cNvPr id="10" name="Rectangle 9">
            <a:extLst>
              <a:ext uri="{FF2B5EF4-FFF2-40B4-BE49-F238E27FC236}">
                <a16:creationId xmlns:a16="http://schemas.microsoft.com/office/drawing/2014/main" id="{96A78FCA-84AB-722D-5081-B711F489D552}"/>
              </a:ext>
            </a:extLst>
          </p:cNvPr>
          <p:cNvSpPr/>
          <p:nvPr/>
        </p:nvSpPr>
        <p:spPr>
          <a:xfrm>
            <a:off x="2430975" y="2692543"/>
            <a:ext cx="1983460" cy="209548"/>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2" name="Rectangle 11">
            <a:extLst>
              <a:ext uri="{FF2B5EF4-FFF2-40B4-BE49-F238E27FC236}">
                <a16:creationId xmlns:a16="http://schemas.microsoft.com/office/drawing/2014/main" id="{7529F334-813E-873F-81B0-B3CA975E2DD8}"/>
              </a:ext>
            </a:extLst>
          </p:cNvPr>
          <p:cNvSpPr/>
          <p:nvPr/>
        </p:nvSpPr>
        <p:spPr>
          <a:xfrm>
            <a:off x="4469147" y="2692543"/>
            <a:ext cx="357188" cy="209548"/>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4" name="Rectangle 13">
            <a:extLst>
              <a:ext uri="{FF2B5EF4-FFF2-40B4-BE49-F238E27FC236}">
                <a16:creationId xmlns:a16="http://schemas.microsoft.com/office/drawing/2014/main" id="{3165FD8F-755A-DA46-0014-06F2CEE47838}"/>
              </a:ext>
            </a:extLst>
          </p:cNvPr>
          <p:cNvSpPr/>
          <p:nvPr/>
        </p:nvSpPr>
        <p:spPr>
          <a:xfrm>
            <a:off x="4907757" y="2692543"/>
            <a:ext cx="1180698" cy="215846"/>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7" name="Rectangle 16">
            <a:extLst>
              <a:ext uri="{FF2B5EF4-FFF2-40B4-BE49-F238E27FC236}">
                <a16:creationId xmlns:a16="http://schemas.microsoft.com/office/drawing/2014/main" id="{F0EEF4C0-10BF-1763-318B-2D6EA416226B}"/>
              </a:ext>
            </a:extLst>
          </p:cNvPr>
          <p:cNvSpPr/>
          <p:nvPr/>
        </p:nvSpPr>
        <p:spPr>
          <a:xfrm>
            <a:off x="6131477" y="2692544"/>
            <a:ext cx="1174074" cy="209546"/>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20" name="Rectangle 19">
            <a:extLst>
              <a:ext uri="{FF2B5EF4-FFF2-40B4-BE49-F238E27FC236}">
                <a16:creationId xmlns:a16="http://schemas.microsoft.com/office/drawing/2014/main" id="{29EAC5FC-2236-1980-B764-4336DDAD9049}"/>
              </a:ext>
            </a:extLst>
          </p:cNvPr>
          <p:cNvSpPr/>
          <p:nvPr/>
        </p:nvSpPr>
        <p:spPr>
          <a:xfrm>
            <a:off x="2401219" y="3095819"/>
            <a:ext cx="320550" cy="585924"/>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24" name="Rectangle 23">
            <a:extLst>
              <a:ext uri="{FF2B5EF4-FFF2-40B4-BE49-F238E27FC236}">
                <a16:creationId xmlns:a16="http://schemas.microsoft.com/office/drawing/2014/main" id="{24631BBA-4450-AC62-D403-0B2607849C60}"/>
              </a:ext>
            </a:extLst>
          </p:cNvPr>
          <p:cNvSpPr/>
          <p:nvPr/>
        </p:nvSpPr>
        <p:spPr>
          <a:xfrm>
            <a:off x="2721768" y="3095703"/>
            <a:ext cx="1961404" cy="586039"/>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28" name="Rectangle 27">
            <a:extLst>
              <a:ext uri="{FF2B5EF4-FFF2-40B4-BE49-F238E27FC236}">
                <a16:creationId xmlns:a16="http://schemas.microsoft.com/office/drawing/2014/main" id="{A31B9D5A-6D40-4661-91C3-959DE3A18ECA}"/>
              </a:ext>
            </a:extLst>
          </p:cNvPr>
          <p:cNvSpPr/>
          <p:nvPr/>
        </p:nvSpPr>
        <p:spPr>
          <a:xfrm>
            <a:off x="4683172" y="3095702"/>
            <a:ext cx="545914" cy="58650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1" name="Rectangle 30">
            <a:extLst>
              <a:ext uri="{FF2B5EF4-FFF2-40B4-BE49-F238E27FC236}">
                <a16:creationId xmlns:a16="http://schemas.microsoft.com/office/drawing/2014/main" id="{F8CA28D5-3BA0-A026-16AF-F577C26BF034}"/>
              </a:ext>
            </a:extLst>
          </p:cNvPr>
          <p:cNvSpPr/>
          <p:nvPr/>
        </p:nvSpPr>
        <p:spPr>
          <a:xfrm>
            <a:off x="5229087" y="3095643"/>
            <a:ext cx="634231" cy="58650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3" name="Rectangle 32">
            <a:extLst>
              <a:ext uri="{FF2B5EF4-FFF2-40B4-BE49-F238E27FC236}">
                <a16:creationId xmlns:a16="http://schemas.microsoft.com/office/drawing/2014/main" id="{66E19B25-9C5B-EA71-73EB-FE80E5ECACF6}"/>
              </a:ext>
            </a:extLst>
          </p:cNvPr>
          <p:cNvSpPr/>
          <p:nvPr/>
        </p:nvSpPr>
        <p:spPr>
          <a:xfrm>
            <a:off x="5863318" y="3095613"/>
            <a:ext cx="637495" cy="586508"/>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5" name="Rectangle 34">
            <a:extLst>
              <a:ext uri="{FF2B5EF4-FFF2-40B4-BE49-F238E27FC236}">
                <a16:creationId xmlns:a16="http://schemas.microsoft.com/office/drawing/2014/main" id="{8BBF6470-547F-AE65-0737-1096BA405565}"/>
              </a:ext>
            </a:extLst>
          </p:cNvPr>
          <p:cNvSpPr/>
          <p:nvPr/>
        </p:nvSpPr>
        <p:spPr>
          <a:xfrm>
            <a:off x="6500813" y="3095703"/>
            <a:ext cx="689678" cy="585925"/>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7" name="Rectangle 36">
            <a:extLst>
              <a:ext uri="{FF2B5EF4-FFF2-40B4-BE49-F238E27FC236}">
                <a16:creationId xmlns:a16="http://schemas.microsoft.com/office/drawing/2014/main" id="{CE856356-32D6-05CD-0D4A-3F980B3C3D32}"/>
              </a:ext>
            </a:extLst>
          </p:cNvPr>
          <p:cNvSpPr/>
          <p:nvPr/>
        </p:nvSpPr>
        <p:spPr>
          <a:xfrm>
            <a:off x="7190491" y="3095319"/>
            <a:ext cx="150903" cy="58650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46" name="Rectangle 45">
            <a:extLst>
              <a:ext uri="{FF2B5EF4-FFF2-40B4-BE49-F238E27FC236}">
                <a16:creationId xmlns:a16="http://schemas.microsoft.com/office/drawing/2014/main" id="{DD768862-268E-1EEF-2901-9EC778849501}"/>
              </a:ext>
            </a:extLst>
          </p:cNvPr>
          <p:cNvSpPr/>
          <p:nvPr/>
        </p:nvSpPr>
        <p:spPr>
          <a:xfrm>
            <a:off x="2430975" y="4581710"/>
            <a:ext cx="1661333" cy="246180"/>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49" name="Google Shape;210;p7">
            <a:extLst>
              <a:ext uri="{FF2B5EF4-FFF2-40B4-BE49-F238E27FC236}">
                <a16:creationId xmlns:a16="http://schemas.microsoft.com/office/drawing/2014/main" id="{B54D828A-7E71-1A4A-DEA7-DE809A8EDF22}"/>
              </a:ext>
            </a:extLst>
          </p:cNvPr>
          <p:cNvCxnSpPr>
            <a:cxnSpLocks/>
          </p:cNvCxnSpPr>
          <p:nvPr/>
        </p:nvCxnSpPr>
        <p:spPr>
          <a:xfrm>
            <a:off x="1992313" y="2795714"/>
            <a:ext cx="418522" cy="0"/>
          </a:xfrm>
          <a:prstGeom prst="straightConnector1">
            <a:avLst/>
          </a:prstGeom>
          <a:noFill/>
          <a:ln w="12700" cap="flat" cmpd="sng">
            <a:solidFill>
              <a:srgbClr val="901A8A"/>
            </a:solidFill>
            <a:prstDash val="solid"/>
            <a:round/>
            <a:headEnd type="none" w="sm" len="sm"/>
            <a:tailEnd type="triangle" w="med" len="med"/>
          </a:ln>
        </p:spPr>
      </p:cxnSp>
      <p:sp>
        <p:nvSpPr>
          <p:cNvPr id="50" name="Google Shape;265;p16" descr="Small square with numeral 1 inside">
            <a:extLst>
              <a:ext uri="{FF2B5EF4-FFF2-40B4-BE49-F238E27FC236}">
                <a16:creationId xmlns:a16="http://schemas.microsoft.com/office/drawing/2014/main" id="{03BA8F2A-E8EA-E837-C862-3A6AF4FC4E16}"/>
              </a:ext>
            </a:extLst>
          </p:cNvPr>
          <p:cNvSpPr txBox="1"/>
          <p:nvPr/>
        </p:nvSpPr>
        <p:spPr>
          <a:xfrm>
            <a:off x="1757620" y="2673495"/>
            <a:ext cx="2245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cxnSp>
        <p:nvCxnSpPr>
          <p:cNvPr id="53" name="Google Shape;210;p7">
            <a:extLst>
              <a:ext uri="{FF2B5EF4-FFF2-40B4-BE49-F238E27FC236}">
                <a16:creationId xmlns:a16="http://schemas.microsoft.com/office/drawing/2014/main" id="{62E91B88-3A47-1237-FCA2-6459B1231E66}"/>
              </a:ext>
            </a:extLst>
          </p:cNvPr>
          <p:cNvCxnSpPr>
            <a:cxnSpLocks/>
          </p:cNvCxnSpPr>
          <p:nvPr/>
        </p:nvCxnSpPr>
        <p:spPr>
          <a:xfrm>
            <a:off x="1994694" y="3389567"/>
            <a:ext cx="383506" cy="0"/>
          </a:xfrm>
          <a:prstGeom prst="straightConnector1">
            <a:avLst/>
          </a:prstGeom>
          <a:noFill/>
          <a:ln w="12700" cap="flat" cmpd="sng">
            <a:solidFill>
              <a:srgbClr val="901A8A"/>
            </a:solidFill>
            <a:prstDash val="solid"/>
            <a:round/>
            <a:headEnd type="none" w="sm" len="sm"/>
            <a:tailEnd type="triangle" w="med" len="med"/>
          </a:ln>
        </p:spPr>
      </p:cxnSp>
      <p:sp>
        <p:nvSpPr>
          <p:cNvPr id="54" name="Google Shape;265;p16" descr="Small square with numeral 1 inside">
            <a:extLst>
              <a:ext uri="{FF2B5EF4-FFF2-40B4-BE49-F238E27FC236}">
                <a16:creationId xmlns:a16="http://schemas.microsoft.com/office/drawing/2014/main" id="{ED5D9932-D330-FDD5-E313-AE906D8CA758}"/>
              </a:ext>
            </a:extLst>
          </p:cNvPr>
          <p:cNvSpPr txBox="1"/>
          <p:nvPr/>
        </p:nvSpPr>
        <p:spPr>
          <a:xfrm>
            <a:off x="1756327" y="326751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7</a:t>
            </a:r>
            <a:endParaRPr sz="1000" b="1" i="0" u="none" strike="noStrike" cap="none" dirty="0">
              <a:solidFill>
                <a:schemeClr val="lt1"/>
              </a:solidFill>
              <a:latin typeface="Poppins"/>
              <a:ea typeface="Poppins"/>
              <a:cs typeface="Poppins"/>
              <a:sym typeface="Poppins"/>
            </a:endParaRPr>
          </a:p>
        </p:txBody>
      </p:sp>
      <p:cxnSp>
        <p:nvCxnSpPr>
          <p:cNvPr id="56" name="Google Shape;210;p7">
            <a:extLst>
              <a:ext uri="{FF2B5EF4-FFF2-40B4-BE49-F238E27FC236}">
                <a16:creationId xmlns:a16="http://schemas.microsoft.com/office/drawing/2014/main" id="{5A9BE1C7-266D-AF3B-4BE6-7601F74C3B19}"/>
              </a:ext>
            </a:extLst>
          </p:cNvPr>
          <p:cNvCxnSpPr>
            <a:cxnSpLocks/>
          </p:cNvCxnSpPr>
          <p:nvPr/>
        </p:nvCxnSpPr>
        <p:spPr>
          <a:xfrm>
            <a:off x="1992313" y="4702419"/>
            <a:ext cx="418522" cy="0"/>
          </a:xfrm>
          <a:prstGeom prst="straightConnector1">
            <a:avLst/>
          </a:prstGeom>
          <a:noFill/>
          <a:ln w="12700" cap="flat" cmpd="sng">
            <a:solidFill>
              <a:srgbClr val="901A8A"/>
            </a:solidFill>
            <a:prstDash val="solid"/>
            <a:round/>
            <a:headEnd type="none" w="sm" len="sm"/>
            <a:tailEnd type="triangle" w="med" len="med"/>
          </a:ln>
        </p:spPr>
      </p:cxnSp>
      <p:sp>
        <p:nvSpPr>
          <p:cNvPr id="57" name="Google Shape;265;p16" descr="Small square with numeral 1 inside">
            <a:extLst>
              <a:ext uri="{FF2B5EF4-FFF2-40B4-BE49-F238E27FC236}">
                <a16:creationId xmlns:a16="http://schemas.microsoft.com/office/drawing/2014/main" id="{1732DDEC-A8D1-FD08-B0D9-A7B8F9028FA0}"/>
              </a:ext>
            </a:extLst>
          </p:cNvPr>
          <p:cNvSpPr txBox="1"/>
          <p:nvPr/>
        </p:nvSpPr>
        <p:spPr>
          <a:xfrm>
            <a:off x="1658786" y="4581710"/>
            <a:ext cx="321400"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15</a:t>
            </a:r>
            <a:endParaRPr sz="1000" b="1" i="0" u="none" strike="noStrike" cap="none" dirty="0">
              <a:solidFill>
                <a:schemeClr val="lt1"/>
              </a:solidFill>
              <a:latin typeface="Poppins"/>
              <a:ea typeface="Poppins"/>
              <a:cs typeface="Poppins"/>
              <a:sym typeface="Poppins"/>
            </a:endParaRPr>
          </a:p>
        </p:txBody>
      </p:sp>
      <p:cxnSp>
        <p:nvCxnSpPr>
          <p:cNvPr id="61" name="Google Shape;210;p7">
            <a:extLst>
              <a:ext uri="{FF2B5EF4-FFF2-40B4-BE49-F238E27FC236}">
                <a16:creationId xmlns:a16="http://schemas.microsoft.com/office/drawing/2014/main" id="{ECFA5AA6-31C0-0444-31A6-3A301B2D6865}"/>
              </a:ext>
            </a:extLst>
          </p:cNvPr>
          <p:cNvCxnSpPr>
            <a:cxnSpLocks/>
          </p:cNvCxnSpPr>
          <p:nvPr/>
        </p:nvCxnSpPr>
        <p:spPr>
          <a:xfrm flipH="1">
            <a:off x="7361562" y="3389567"/>
            <a:ext cx="426713" cy="1"/>
          </a:xfrm>
          <a:prstGeom prst="straightConnector1">
            <a:avLst/>
          </a:prstGeom>
          <a:noFill/>
          <a:ln w="12700" cap="flat" cmpd="sng">
            <a:solidFill>
              <a:srgbClr val="901A8A"/>
            </a:solidFill>
            <a:prstDash val="solid"/>
            <a:round/>
            <a:headEnd type="none" w="sm" len="sm"/>
            <a:tailEnd type="triangle" w="med" len="med"/>
          </a:ln>
        </p:spPr>
      </p:cxnSp>
      <p:sp>
        <p:nvSpPr>
          <p:cNvPr id="62" name="Google Shape;265;p16" descr="Small square with numeral 1 inside">
            <a:extLst>
              <a:ext uri="{FF2B5EF4-FFF2-40B4-BE49-F238E27FC236}">
                <a16:creationId xmlns:a16="http://schemas.microsoft.com/office/drawing/2014/main" id="{E553924F-8EDB-EF46-A013-272340D686BA}"/>
              </a:ext>
            </a:extLst>
          </p:cNvPr>
          <p:cNvSpPr txBox="1"/>
          <p:nvPr/>
        </p:nvSpPr>
        <p:spPr>
          <a:xfrm>
            <a:off x="7800360" y="3267514"/>
            <a:ext cx="3157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13</a:t>
            </a:r>
            <a:endParaRPr sz="1000" b="1" i="0" u="none" strike="noStrike" cap="none" dirty="0">
              <a:solidFill>
                <a:schemeClr val="lt1"/>
              </a:solidFill>
              <a:latin typeface="Poppins"/>
              <a:ea typeface="Poppins"/>
              <a:cs typeface="Poppins"/>
              <a:sym typeface="Poppins"/>
            </a:endParaRPr>
          </a:p>
        </p:txBody>
      </p:sp>
      <p:cxnSp>
        <p:nvCxnSpPr>
          <p:cNvPr id="65" name="Google Shape;210;p7">
            <a:extLst>
              <a:ext uri="{FF2B5EF4-FFF2-40B4-BE49-F238E27FC236}">
                <a16:creationId xmlns:a16="http://schemas.microsoft.com/office/drawing/2014/main" id="{6BD35364-9D49-F1E0-79F3-295EE9AB3797}"/>
              </a:ext>
            </a:extLst>
          </p:cNvPr>
          <p:cNvCxnSpPr>
            <a:cxnSpLocks/>
          </p:cNvCxnSpPr>
          <p:nvPr/>
        </p:nvCxnSpPr>
        <p:spPr>
          <a:xfrm flipH="1">
            <a:off x="7327401" y="4700539"/>
            <a:ext cx="460874" cy="1"/>
          </a:xfrm>
          <a:prstGeom prst="straightConnector1">
            <a:avLst/>
          </a:prstGeom>
          <a:noFill/>
          <a:ln w="12700" cap="flat" cmpd="sng">
            <a:solidFill>
              <a:srgbClr val="901A8A"/>
            </a:solidFill>
            <a:prstDash val="solid"/>
            <a:round/>
            <a:headEnd type="none" w="sm" len="sm"/>
            <a:tailEnd type="triangle" w="med" len="med"/>
          </a:ln>
        </p:spPr>
      </p:cxnSp>
      <p:sp>
        <p:nvSpPr>
          <p:cNvPr id="67" name="Google Shape;265;p16" descr="Small square with numeral 1 inside">
            <a:extLst>
              <a:ext uri="{FF2B5EF4-FFF2-40B4-BE49-F238E27FC236}">
                <a16:creationId xmlns:a16="http://schemas.microsoft.com/office/drawing/2014/main" id="{58206753-1DFD-EF60-C5FF-B6902EFDC9B4}"/>
              </a:ext>
            </a:extLst>
          </p:cNvPr>
          <p:cNvSpPr txBox="1"/>
          <p:nvPr/>
        </p:nvSpPr>
        <p:spPr>
          <a:xfrm>
            <a:off x="7802364" y="4579328"/>
            <a:ext cx="331736"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14</a:t>
            </a:r>
            <a:endParaRPr sz="1000" b="1" i="0" u="none" strike="noStrike" cap="none" dirty="0">
              <a:solidFill>
                <a:schemeClr val="lt1"/>
              </a:solidFill>
              <a:latin typeface="Poppins"/>
              <a:ea typeface="Poppins"/>
              <a:cs typeface="Poppins"/>
              <a:sym typeface="Poppins"/>
            </a:endParaRPr>
          </a:p>
        </p:txBody>
      </p:sp>
      <p:cxnSp>
        <p:nvCxnSpPr>
          <p:cNvPr id="71" name="Google Shape;210;p7">
            <a:extLst>
              <a:ext uri="{FF2B5EF4-FFF2-40B4-BE49-F238E27FC236}">
                <a16:creationId xmlns:a16="http://schemas.microsoft.com/office/drawing/2014/main" id="{2B426539-CA15-19EA-A4A8-57F8DC2B2136}"/>
              </a:ext>
            </a:extLst>
          </p:cNvPr>
          <p:cNvCxnSpPr>
            <a:cxnSpLocks/>
          </p:cNvCxnSpPr>
          <p:nvPr/>
        </p:nvCxnSpPr>
        <p:spPr>
          <a:xfrm flipH="1">
            <a:off x="7324599" y="2795714"/>
            <a:ext cx="463676" cy="335"/>
          </a:xfrm>
          <a:prstGeom prst="straightConnector1">
            <a:avLst/>
          </a:prstGeom>
          <a:noFill/>
          <a:ln w="12700" cap="flat" cmpd="sng">
            <a:solidFill>
              <a:srgbClr val="901A8A"/>
            </a:solidFill>
            <a:prstDash val="solid"/>
            <a:round/>
            <a:headEnd type="none" w="sm" len="sm"/>
            <a:tailEnd type="triangle" w="med" len="med"/>
          </a:ln>
        </p:spPr>
      </p:cxnSp>
      <p:sp>
        <p:nvSpPr>
          <p:cNvPr id="73" name="Google Shape;265;p16" descr="Small square with numeral 1 inside">
            <a:extLst>
              <a:ext uri="{FF2B5EF4-FFF2-40B4-BE49-F238E27FC236}">
                <a16:creationId xmlns:a16="http://schemas.microsoft.com/office/drawing/2014/main" id="{80A2FC41-FD6E-885F-0CFC-A7079F679099}"/>
              </a:ext>
            </a:extLst>
          </p:cNvPr>
          <p:cNvSpPr txBox="1"/>
          <p:nvPr/>
        </p:nvSpPr>
        <p:spPr>
          <a:xfrm>
            <a:off x="7803436" y="267461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cxnSp>
        <p:nvCxnSpPr>
          <p:cNvPr id="76" name="Google Shape;210;p7">
            <a:extLst>
              <a:ext uri="{FF2B5EF4-FFF2-40B4-BE49-F238E27FC236}">
                <a16:creationId xmlns:a16="http://schemas.microsoft.com/office/drawing/2014/main" id="{C0EEEB8F-2C22-4FD6-A8A3-396867E1959D}"/>
              </a:ext>
            </a:extLst>
          </p:cNvPr>
          <p:cNvCxnSpPr>
            <a:cxnSpLocks/>
          </p:cNvCxnSpPr>
          <p:nvPr/>
        </p:nvCxnSpPr>
        <p:spPr>
          <a:xfrm flipH="1" flipV="1">
            <a:off x="7324599" y="2379654"/>
            <a:ext cx="463676" cy="6524"/>
          </a:xfrm>
          <a:prstGeom prst="straightConnector1">
            <a:avLst/>
          </a:prstGeom>
          <a:noFill/>
          <a:ln w="12700" cap="flat" cmpd="sng">
            <a:solidFill>
              <a:srgbClr val="901A8A"/>
            </a:solidFill>
            <a:prstDash val="solid"/>
            <a:round/>
            <a:headEnd type="none" w="sm" len="sm"/>
            <a:tailEnd type="triangle" w="med" len="med"/>
          </a:ln>
        </p:spPr>
      </p:cxnSp>
      <p:sp>
        <p:nvSpPr>
          <p:cNvPr id="77" name="Google Shape;265;p16" descr="Small square with numeral 1 inside">
            <a:extLst>
              <a:ext uri="{FF2B5EF4-FFF2-40B4-BE49-F238E27FC236}">
                <a16:creationId xmlns:a16="http://schemas.microsoft.com/office/drawing/2014/main" id="{AD0D829B-904A-8510-534E-062A30051EFA}"/>
              </a:ext>
            </a:extLst>
          </p:cNvPr>
          <p:cNvSpPr txBox="1"/>
          <p:nvPr/>
        </p:nvSpPr>
        <p:spPr>
          <a:xfrm>
            <a:off x="7803359" y="2263077"/>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cxnSp>
        <p:nvCxnSpPr>
          <p:cNvPr id="78" name="Google Shape;210;p7">
            <a:extLst>
              <a:ext uri="{FF2B5EF4-FFF2-40B4-BE49-F238E27FC236}">
                <a16:creationId xmlns:a16="http://schemas.microsoft.com/office/drawing/2014/main" id="{601663B4-6C2A-EA44-69DA-097F48C24272}"/>
              </a:ext>
            </a:extLst>
          </p:cNvPr>
          <p:cNvCxnSpPr>
            <a:cxnSpLocks/>
          </p:cNvCxnSpPr>
          <p:nvPr/>
        </p:nvCxnSpPr>
        <p:spPr>
          <a:xfrm>
            <a:off x="4645360" y="2135939"/>
            <a:ext cx="0" cy="534896"/>
          </a:xfrm>
          <a:prstGeom prst="straightConnector1">
            <a:avLst/>
          </a:prstGeom>
          <a:noFill/>
          <a:ln w="12700" cap="flat" cmpd="sng">
            <a:solidFill>
              <a:srgbClr val="901A8A"/>
            </a:solidFill>
            <a:prstDash val="solid"/>
            <a:round/>
            <a:headEnd type="none" w="sm" len="sm"/>
            <a:tailEnd type="triangle" w="med" len="med"/>
          </a:ln>
        </p:spPr>
      </p:cxnSp>
      <p:sp>
        <p:nvSpPr>
          <p:cNvPr id="79" name="Google Shape;265;p16" descr="Small square with numeral 1 inside">
            <a:extLst>
              <a:ext uri="{FF2B5EF4-FFF2-40B4-BE49-F238E27FC236}">
                <a16:creationId xmlns:a16="http://schemas.microsoft.com/office/drawing/2014/main" id="{E51E8C2E-3A49-99EE-80B5-E05E7DCB17B9}"/>
              </a:ext>
            </a:extLst>
          </p:cNvPr>
          <p:cNvSpPr txBox="1"/>
          <p:nvPr/>
        </p:nvSpPr>
        <p:spPr>
          <a:xfrm>
            <a:off x="4535447" y="1877574"/>
            <a:ext cx="2245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cxnSp>
        <p:nvCxnSpPr>
          <p:cNvPr id="81" name="Google Shape;210;p7">
            <a:extLst>
              <a:ext uri="{FF2B5EF4-FFF2-40B4-BE49-F238E27FC236}">
                <a16:creationId xmlns:a16="http://schemas.microsoft.com/office/drawing/2014/main" id="{C949BE47-626C-0960-7009-A33642B69827}"/>
              </a:ext>
            </a:extLst>
          </p:cNvPr>
          <p:cNvCxnSpPr>
            <a:cxnSpLocks/>
          </p:cNvCxnSpPr>
          <p:nvPr/>
        </p:nvCxnSpPr>
        <p:spPr>
          <a:xfrm>
            <a:off x="5496964" y="2135939"/>
            <a:ext cx="0" cy="535739"/>
          </a:xfrm>
          <a:prstGeom prst="straightConnector1">
            <a:avLst/>
          </a:prstGeom>
          <a:noFill/>
          <a:ln w="12700" cap="flat" cmpd="sng">
            <a:solidFill>
              <a:srgbClr val="901A8A"/>
            </a:solidFill>
            <a:prstDash val="solid"/>
            <a:round/>
            <a:headEnd type="none" w="sm" len="sm"/>
            <a:tailEnd type="triangle" w="med" len="med"/>
          </a:ln>
        </p:spPr>
      </p:cxnSp>
      <p:sp>
        <p:nvSpPr>
          <p:cNvPr id="82" name="Google Shape;265;p16" descr="Small square with numeral 1 inside">
            <a:extLst>
              <a:ext uri="{FF2B5EF4-FFF2-40B4-BE49-F238E27FC236}">
                <a16:creationId xmlns:a16="http://schemas.microsoft.com/office/drawing/2014/main" id="{921160EA-04B3-64DC-59A5-0153A477C837}"/>
              </a:ext>
            </a:extLst>
          </p:cNvPr>
          <p:cNvSpPr txBox="1"/>
          <p:nvPr/>
        </p:nvSpPr>
        <p:spPr>
          <a:xfrm>
            <a:off x="5384674" y="187768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cxnSp>
        <p:nvCxnSpPr>
          <p:cNvPr id="84" name="Google Shape;210;p7">
            <a:extLst>
              <a:ext uri="{FF2B5EF4-FFF2-40B4-BE49-F238E27FC236}">
                <a16:creationId xmlns:a16="http://schemas.microsoft.com/office/drawing/2014/main" id="{B6B79F5C-8D06-5B33-C4B5-37647A9E3C8A}"/>
              </a:ext>
            </a:extLst>
          </p:cNvPr>
          <p:cNvCxnSpPr>
            <a:cxnSpLocks/>
          </p:cNvCxnSpPr>
          <p:nvPr/>
        </p:nvCxnSpPr>
        <p:spPr>
          <a:xfrm flipH="1" flipV="1">
            <a:off x="6843127" y="3703059"/>
            <a:ext cx="2525" cy="410154"/>
          </a:xfrm>
          <a:prstGeom prst="straightConnector1">
            <a:avLst/>
          </a:prstGeom>
          <a:noFill/>
          <a:ln w="12700" cap="flat" cmpd="sng">
            <a:solidFill>
              <a:srgbClr val="901A8A"/>
            </a:solidFill>
            <a:prstDash val="solid"/>
            <a:round/>
            <a:headEnd type="none" w="sm" len="sm"/>
            <a:tailEnd type="triangle" w="med" len="med"/>
          </a:ln>
        </p:spPr>
      </p:cxnSp>
      <p:sp>
        <p:nvSpPr>
          <p:cNvPr id="85" name="Google Shape;265;p16" descr="Small square with numeral 1 inside">
            <a:extLst>
              <a:ext uri="{FF2B5EF4-FFF2-40B4-BE49-F238E27FC236}">
                <a16:creationId xmlns:a16="http://schemas.microsoft.com/office/drawing/2014/main" id="{87C7B49C-4DC0-2236-58EC-8D1EEC870AAA}"/>
              </a:ext>
            </a:extLst>
          </p:cNvPr>
          <p:cNvSpPr txBox="1"/>
          <p:nvPr/>
        </p:nvSpPr>
        <p:spPr>
          <a:xfrm>
            <a:off x="6696050" y="4125781"/>
            <a:ext cx="303678"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12</a:t>
            </a:r>
            <a:endParaRPr sz="1000" b="1" i="0" u="none" strike="noStrike" cap="none" dirty="0">
              <a:solidFill>
                <a:schemeClr val="lt1"/>
              </a:solidFill>
              <a:latin typeface="Poppins"/>
              <a:ea typeface="Poppins"/>
              <a:cs typeface="Poppins"/>
              <a:sym typeface="Poppins"/>
            </a:endParaRPr>
          </a:p>
        </p:txBody>
      </p:sp>
      <p:cxnSp>
        <p:nvCxnSpPr>
          <p:cNvPr id="88" name="Google Shape;210;p7">
            <a:extLst>
              <a:ext uri="{FF2B5EF4-FFF2-40B4-BE49-F238E27FC236}">
                <a16:creationId xmlns:a16="http://schemas.microsoft.com/office/drawing/2014/main" id="{3FCCE644-9163-D1B1-57B7-FA99A970EDC5}"/>
              </a:ext>
            </a:extLst>
          </p:cNvPr>
          <p:cNvCxnSpPr>
            <a:cxnSpLocks/>
          </p:cNvCxnSpPr>
          <p:nvPr/>
        </p:nvCxnSpPr>
        <p:spPr>
          <a:xfrm flipV="1">
            <a:off x="6175882" y="3700303"/>
            <a:ext cx="1447" cy="412910"/>
          </a:xfrm>
          <a:prstGeom prst="straightConnector1">
            <a:avLst/>
          </a:prstGeom>
          <a:noFill/>
          <a:ln w="12700" cap="flat" cmpd="sng">
            <a:solidFill>
              <a:srgbClr val="901A8A"/>
            </a:solidFill>
            <a:prstDash val="solid"/>
            <a:round/>
            <a:headEnd type="none" w="sm" len="sm"/>
            <a:tailEnd type="triangle" w="med" len="med"/>
          </a:ln>
        </p:spPr>
      </p:cxnSp>
      <p:sp>
        <p:nvSpPr>
          <p:cNvPr id="89" name="Google Shape;265;p16" descr="Small square with numeral 1 inside">
            <a:extLst>
              <a:ext uri="{FF2B5EF4-FFF2-40B4-BE49-F238E27FC236}">
                <a16:creationId xmlns:a16="http://schemas.microsoft.com/office/drawing/2014/main" id="{90145D1D-DEA1-4574-D93A-718AA4C5CB4F}"/>
              </a:ext>
            </a:extLst>
          </p:cNvPr>
          <p:cNvSpPr txBox="1"/>
          <p:nvPr/>
        </p:nvSpPr>
        <p:spPr>
          <a:xfrm>
            <a:off x="6026699" y="4126267"/>
            <a:ext cx="303680"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11</a:t>
            </a:r>
            <a:endParaRPr sz="1000" b="1" i="0" u="none" strike="noStrike" cap="none" dirty="0">
              <a:solidFill>
                <a:schemeClr val="lt1"/>
              </a:solidFill>
              <a:latin typeface="Poppins"/>
              <a:ea typeface="Poppins"/>
              <a:cs typeface="Poppins"/>
              <a:sym typeface="Poppins"/>
            </a:endParaRPr>
          </a:p>
        </p:txBody>
      </p:sp>
      <p:cxnSp>
        <p:nvCxnSpPr>
          <p:cNvPr id="90" name="Google Shape;210;p7">
            <a:extLst>
              <a:ext uri="{FF2B5EF4-FFF2-40B4-BE49-F238E27FC236}">
                <a16:creationId xmlns:a16="http://schemas.microsoft.com/office/drawing/2014/main" id="{C5873D18-F80F-A8E6-2511-613024FBA014}"/>
              </a:ext>
            </a:extLst>
          </p:cNvPr>
          <p:cNvCxnSpPr>
            <a:cxnSpLocks/>
          </p:cNvCxnSpPr>
          <p:nvPr/>
        </p:nvCxnSpPr>
        <p:spPr>
          <a:xfrm flipV="1">
            <a:off x="5530904" y="3702686"/>
            <a:ext cx="0" cy="410527"/>
          </a:xfrm>
          <a:prstGeom prst="straightConnector1">
            <a:avLst/>
          </a:prstGeom>
          <a:noFill/>
          <a:ln w="12700" cap="flat" cmpd="sng">
            <a:solidFill>
              <a:srgbClr val="901A8A"/>
            </a:solidFill>
            <a:prstDash val="solid"/>
            <a:round/>
            <a:headEnd type="none" w="sm" len="sm"/>
            <a:tailEnd type="triangle" w="med" len="med"/>
          </a:ln>
        </p:spPr>
      </p:cxnSp>
      <p:sp>
        <p:nvSpPr>
          <p:cNvPr id="91" name="Google Shape;265;p16" descr="Small square with numeral 1 inside">
            <a:extLst>
              <a:ext uri="{FF2B5EF4-FFF2-40B4-BE49-F238E27FC236}">
                <a16:creationId xmlns:a16="http://schemas.microsoft.com/office/drawing/2014/main" id="{3AAF7484-3D7A-8E49-BA29-0E253190723D}"/>
              </a:ext>
            </a:extLst>
          </p:cNvPr>
          <p:cNvSpPr txBox="1"/>
          <p:nvPr/>
        </p:nvSpPr>
        <p:spPr>
          <a:xfrm>
            <a:off x="5369053" y="4127191"/>
            <a:ext cx="32946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10</a:t>
            </a:r>
            <a:endParaRPr sz="1000" b="1" i="0" u="none" strike="noStrike" cap="none" dirty="0">
              <a:solidFill>
                <a:schemeClr val="lt1"/>
              </a:solidFill>
              <a:latin typeface="Poppins"/>
              <a:ea typeface="Poppins"/>
              <a:cs typeface="Poppins"/>
              <a:sym typeface="Poppins"/>
            </a:endParaRPr>
          </a:p>
        </p:txBody>
      </p:sp>
      <p:cxnSp>
        <p:nvCxnSpPr>
          <p:cNvPr id="92" name="Google Shape;210;p7">
            <a:extLst>
              <a:ext uri="{FF2B5EF4-FFF2-40B4-BE49-F238E27FC236}">
                <a16:creationId xmlns:a16="http://schemas.microsoft.com/office/drawing/2014/main" id="{6D049EC5-9732-1A03-ED15-87E69CFB2236}"/>
              </a:ext>
            </a:extLst>
          </p:cNvPr>
          <p:cNvCxnSpPr>
            <a:cxnSpLocks/>
          </p:cNvCxnSpPr>
          <p:nvPr/>
        </p:nvCxnSpPr>
        <p:spPr>
          <a:xfrm flipV="1">
            <a:off x="4931016" y="3702688"/>
            <a:ext cx="0" cy="410525"/>
          </a:xfrm>
          <a:prstGeom prst="straightConnector1">
            <a:avLst/>
          </a:prstGeom>
          <a:noFill/>
          <a:ln w="12700" cap="flat" cmpd="sng">
            <a:solidFill>
              <a:srgbClr val="901A8A"/>
            </a:solidFill>
            <a:prstDash val="solid"/>
            <a:round/>
            <a:headEnd type="none" w="sm" len="sm"/>
            <a:tailEnd type="triangle" w="med" len="med"/>
          </a:ln>
        </p:spPr>
      </p:cxnSp>
      <p:sp>
        <p:nvSpPr>
          <p:cNvPr id="93" name="Google Shape;265;p16" descr="Small square with numeral 1 inside">
            <a:extLst>
              <a:ext uri="{FF2B5EF4-FFF2-40B4-BE49-F238E27FC236}">
                <a16:creationId xmlns:a16="http://schemas.microsoft.com/office/drawing/2014/main" id="{2F32A5DE-F8B9-3310-9C27-C94A7B712728}"/>
              </a:ext>
            </a:extLst>
          </p:cNvPr>
          <p:cNvSpPr txBox="1"/>
          <p:nvPr/>
        </p:nvSpPr>
        <p:spPr>
          <a:xfrm>
            <a:off x="4820023" y="412578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9</a:t>
            </a:r>
            <a:endParaRPr sz="1000" b="1" i="0" u="none" strike="noStrike" cap="none" dirty="0">
              <a:solidFill>
                <a:schemeClr val="lt1"/>
              </a:solidFill>
              <a:latin typeface="Poppins"/>
              <a:ea typeface="Poppins"/>
              <a:cs typeface="Poppins"/>
              <a:sym typeface="Poppins"/>
            </a:endParaRPr>
          </a:p>
        </p:txBody>
      </p:sp>
      <p:cxnSp>
        <p:nvCxnSpPr>
          <p:cNvPr id="94" name="Google Shape;210;p7">
            <a:extLst>
              <a:ext uri="{FF2B5EF4-FFF2-40B4-BE49-F238E27FC236}">
                <a16:creationId xmlns:a16="http://schemas.microsoft.com/office/drawing/2014/main" id="{9894C236-B5AF-1B58-73EB-5F22AF66BF1D}"/>
              </a:ext>
            </a:extLst>
          </p:cNvPr>
          <p:cNvCxnSpPr>
            <a:cxnSpLocks/>
          </p:cNvCxnSpPr>
          <p:nvPr/>
        </p:nvCxnSpPr>
        <p:spPr>
          <a:xfrm flipV="1">
            <a:off x="3685829" y="3700307"/>
            <a:ext cx="0" cy="412906"/>
          </a:xfrm>
          <a:prstGeom prst="straightConnector1">
            <a:avLst/>
          </a:prstGeom>
          <a:noFill/>
          <a:ln w="12700" cap="flat" cmpd="sng">
            <a:solidFill>
              <a:srgbClr val="901A8A"/>
            </a:solidFill>
            <a:prstDash val="solid"/>
            <a:round/>
            <a:headEnd type="none" w="sm" len="sm"/>
            <a:tailEnd type="triangle" w="med" len="med"/>
          </a:ln>
        </p:spPr>
      </p:cxnSp>
      <p:sp>
        <p:nvSpPr>
          <p:cNvPr id="95" name="Google Shape;265;p16" descr="Small square with numeral 1 inside">
            <a:extLst>
              <a:ext uri="{FF2B5EF4-FFF2-40B4-BE49-F238E27FC236}">
                <a16:creationId xmlns:a16="http://schemas.microsoft.com/office/drawing/2014/main" id="{C731692F-ADAB-6182-5CA8-BD060CE83371}"/>
              </a:ext>
            </a:extLst>
          </p:cNvPr>
          <p:cNvSpPr txBox="1"/>
          <p:nvPr/>
        </p:nvSpPr>
        <p:spPr>
          <a:xfrm>
            <a:off x="3574397" y="412601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8</a:t>
            </a:r>
            <a:endParaRPr sz="1000" b="1" i="0" u="none" strike="noStrike" cap="none" dirty="0">
              <a:solidFill>
                <a:schemeClr val="lt1"/>
              </a:solidFill>
              <a:latin typeface="Poppins"/>
              <a:ea typeface="Poppins"/>
              <a:cs typeface="Poppins"/>
              <a:sym typeface="Poppins"/>
            </a:endParaRPr>
          </a:p>
        </p:txBody>
      </p:sp>
      <p:sp>
        <p:nvSpPr>
          <p:cNvPr id="97" name="Google Shape;265;p16" descr="Small square with numeral 1 inside">
            <a:extLst>
              <a:ext uri="{FF2B5EF4-FFF2-40B4-BE49-F238E27FC236}">
                <a16:creationId xmlns:a16="http://schemas.microsoft.com/office/drawing/2014/main" id="{84F334A5-6D6D-2437-9E6B-91C223F89F1E}"/>
              </a:ext>
            </a:extLst>
          </p:cNvPr>
          <p:cNvSpPr txBox="1"/>
          <p:nvPr/>
        </p:nvSpPr>
        <p:spPr>
          <a:xfrm>
            <a:off x="9001718" y="496409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8</a:t>
            </a:r>
            <a:endParaRPr sz="1000" b="1" i="0" u="none" strike="noStrike" cap="none" dirty="0">
              <a:solidFill>
                <a:schemeClr val="lt1"/>
              </a:solidFill>
              <a:latin typeface="Poppins"/>
              <a:ea typeface="Poppins"/>
              <a:cs typeface="Poppins"/>
              <a:sym typeface="Poppins"/>
            </a:endParaRPr>
          </a:p>
        </p:txBody>
      </p:sp>
      <p:sp>
        <p:nvSpPr>
          <p:cNvPr id="99" name="Google Shape;265;p16" descr="Small square with numeral 1 inside">
            <a:extLst>
              <a:ext uri="{FF2B5EF4-FFF2-40B4-BE49-F238E27FC236}">
                <a16:creationId xmlns:a16="http://schemas.microsoft.com/office/drawing/2014/main" id="{F7B6DC2B-AE09-27D3-E38E-FC11F5B748DD}"/>
              </a:ext>
            </a:extLst>
          </p:cNvPr>
          <p:cNvSpPr txBox="1"/>
          <p:nvPr/>
        </p:nvSpPr>
        <p:spPr>
          <a:xfrm>
            <a:off x="9001718" y="582481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9</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1806741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0CEDE7AF-FB38-8E24-4151-C6FE6F94DCAC}"/>
            </a:ext>
          </a:extLst>
        </p:cNvPr>
        <p:cNvGrpSpPr/>
        <p:nvPr/>
      </p:nvGrpSpPr>
      <p:grpSpPr>
        <a:xfrm>
          <a:off x="0" y="0"/>
          <a:ext cx="0" cy="0"/>
          <a:chOff x="0" y="0"/>
          <a:chExt cx="0" cy="0"/>
        </a:xfrm>
      </p:grpSpPr>
      <p:sp>
        <p:nvSpPr>
          <p:cNvPr id="41" name="Google Shape;435;p9">
            <a:extLst>
              <a:ext uri="{FF2B5EF4-FFF2-40B4-BE49-F238E27FC236}">
                <a16:creationId xmlns:a16="http://schemas.microsoft.com/office/drawing/2014/main" id="{CC114757-6C8B-76A0-01DF-95E9D2F2D750}"/>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Autofit/>
          </a:bodyPr>
          <a:lstStyle/>
          <a:p>
            <a:pPr lvl="0">
              <a:buSzPts val="2800"/>
            </a:pPr>
            <a:r>
              <a:rPr lang="en-US" dirty="0"/>
              <a:t>Understanding the New Products pop-up modal </a:t>
            </a:r>
            <a:endParaRPr sz="2400" dirty="0"/>
          </a:p>
        </p:txBody>
      </p:sp>
      <p:sp>
        <p:nvSpPr>
          <p:cNvPr id="42" name="Google Shape;449;p9">
            <a:hlinkClick r:id="rId3" action="ppaction://hlinksldjump"/>
            <a:extLst>
              <a:ext uri="{FF2B5EF4-FFF2-40B4-BE49-F238E27FC236}">
                <a16:creationId xmlns:a16="http://schemas.microsoft.com/office/drawing/2014/main" id="{0C17ACC4-C3CC-7B57-37C7-BCBB0FE30498}"/>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147" name="TextBox 146">
            <a:extLst>
              <a:ext uri="{FF2B5EF4-FFF2-40B4-BE49-F238E27FC236}">
                <a16:creationId xmlns:a16="http://schemas.microsoft.com/office/drawing/2014/main" id="{406BE22B-BE04-E2ED-949D-3E9A3BF2798C}"/>
              </a:ext>
            </a:extLst>
          </p:cNvPr>
          <p:cNvSpPr txBox="1"/>
          <p:nvPr/>
        </p:nvSpPr>
        <p:spPr>
          <a:xfrm>
            <a:off x="8975725" y="1449388"/>
            <a:ext cx="2854831" cy="3939540"/>
          </a:xfrm>
          <a:prstGeom prst="rect">
            <a:avLst/>
          </a:prstGeom>
          <a:noFill/>
        </p:spPr>
        <p:txBody>
          <a:bodyPr wrap="square">
            <a:spAutoFit/>
          </a:bodyPr>
          <a:lstStyle/>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Layers</a:t>
            </a:r>
            <a:r>
              <a:rPr lang="en-US" sz="1000" dirty="0">
                <a:solidFill>
                  <a:schemeClr val="tx1"/>
                </a:solidFill>
                <a:latin typeface="Poppins"/>
                <a:ea typeface="Poppins"/>
                <a:cs typeface="Poppins"/>
                <a:sym typeface="Poppins"/>
              </a:rPr>
              <a:t> – This column is used to define the number of layers for the product display. </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Items per Layer </a:t>
            </a:r>
            <a:r>
              <a:rPr lang="en-US" sz="1000" dirty="0">
                <a:solidFill>
                  <a:schemeClr val="tx1"/>
                </a:solidFill>
                <a:latin typeface="Poppins"/>
                <a:ea typeface="Poppins"/>
                <a:cs typeface="Poppins"/>
                <a:sym typeface="Poppins"/>
              </a:rPr>
              <a:t>– This column is used to define how many items are displayed in each layer. </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Role on Shelf </a:t>
            </a:r>
            <a:r>
              <a:rPr lang="en-US" sz="1000" dirty="0">
                <a:solidFill>
                  <a:schemeClr val="tx1"/>
                </a:solidFill>
                <a:latin typeface="Poppins"/>
                <a:ea typeface="Poppins"/>
                <a:cs typeface="Poppins"/>
                <a:sym typeface="Poppins"/>
              </a:rPr>
              <a:t>– This column allows you to modify the role of each product individually. You can set each product as a Target or Filler depending on its role on the shelf. </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Delete (X) button</a:t>
            </a:r>
            <a:r>
              <a:rPr lang="en-US" sz="1000" dirty="0">
                <a:solidFill>
                  <a:schemeClr val="tx1"/>
                </a:solidFill>
                <a:latin typeface="Poppins"/>
                <a:ea typeface="Poppins"/>
                <a:cs typeface="Poppins"/>
                <a:sym typeface="Poppins"/>
              </a:rPr>
              <a:t> – This column displays an X button for each product in the last column, allowing you to delete or remove the product. </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Add products </a:t>
            </a:r>
            <a:r>
              <a:rPr lang="en-US" sz="1000" dirty="0">
                <a:solidFill>
                  <a:schemeClr val="tx1"/>
                </a:solidFill>
                <a:latin typeface="Poppins"/>
                <a:ea typeface="Poppins"/>
                <a:cs typeface="Poppins"/>
                <a:sym typeface="Poppins"/>
              </a:rPr>
              <a:t>– Adds the selected products to the Main / Practice Round. </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Go back</a:t>
            </a:r>
            <a:r>
              <a:rPr lang="en-US" sz="1000" dirty="0">
                <a:solidFill>
                  <a:schemeClr val="tx1"/>
                </a:solidFill>
                <a:latin typeface="Poppins"/>
                <a:ea typeface="Poppins"/>
                <a:cs typeface="Poppins"/>
                <a:sym typeface="Poppins"/>
              </a:rPr>
              <a:t> – Allows you to return to the previous page in the Gallery. </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Close (X) icon </a:t>
            </a:r>
            <a:r>
              <a:rPr lang="en-US" sz="1000" dirty="0">
                <a:solidFill>
                  <a:schemeClr val="tx1"/>
                </a:solidFill>
                <a:latin typeface="Poppins"/>
                <a:ea typeface="Poppins"/>
                <a:cs typeface="Poppins"/>
                <a:sym typeface="Poppins"/>
              </a:rPr>
              <a:t>– Closes the New Products pop-up modal.</a:t>
            </a:r>
          </a:p>
        </p:txBody>
      </p:sp>
      <p:sp>
        <p:nvSpPr>
          <p:cNvPr id="149" name="Google Shape;265;p16" descr="Small square with numeral 1 inside">
            <a:extLst>
              <a:ext uri="{FF2B5EF4-FFF2-40B4-BE49-F238E27FC236}">
                <a16:creationId xmlns:a16="http://schemas.microsoft.com/office/drawing/2014/main" id="{54E9CA24-FC75-D7B5-0B10-B3CE9B562E8B}"/>
              </a:ext>
            </a:extLst>
          </p:cNvPr>
          <p:cNvSpPr txBox="1"/>
          <p:nvPr/>
        </p:nvSpPr>
        <p:spPr>
          <a:xfrm>
            <a:off x="8912355" y="1511300"/>
            <a:ext cx="3157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10</a:t>
            </a:r>
            <a:endParaRPr sz="1000" b="1" i="0" u="none" strike="noStrike" cap="none" dirty="0">
              <a:solidFill>
                <a:schemeClr val="lt1"/>
              </a:solidFill>
              <a:latin typeface="Poppins"/>
              <a:ea typeface="Poppins"/>
              <a:cs typeface="Poppins"/>
              <a:sym typeface="Poppins"/>
            </a:endParaRPr>
          </a:p>
        </p:txBody>
      </p:sp>
      <p:sp>
        <p:nvSpPr>
          <p:cNvPr id="151" name="Google Shape;265;p16" descr="Small square with numeral 1 inside">
            <a:extLst>
              <a:ext uri="{FF2B5EF4-FFF2-40B4-BE49-F238E27FC236}">
                <a16:creationId xmlns:a16="http://schemas.microsoft.com/office/drawing/2014/main" id="{B392AFFC-13F8-75D0-FA2E-CCEFFDAD3327}"/>
              </a:ext>
            </a:extLst>
          </p:cNvPr>
          <p:cNvSpPr txBox="1"/>
          <p:nvPr/>
        </p:nvSpPr>
        <p:spPr>
          <a:xfrm>
            <a:off x="8912355" y="2070563"/>
            <a:ext cx="315784"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11</a:t>
            </a:r>
            <a:endParaRPr sz="1000" b="1" i="0" u="none" strike="noStrike" cap="none" dirty="0">
              <a:solidFill>
                <a:schemeClr val="lt1"/>
              </a:solidFill>
              <a:latin typeface="Poppins"/>
              <a:ea typeface="Poppins"/>
              <a:cs typeface="Poppins"/>
              <a:sym typeface="Poppins"/>
            </a:endParaRPr>
          </a:p>
        </p:txBody>
      </p:sp>
      <p:sp>
        <p:nvSpPr>
          <p:cNvPr id="153" name="Google Shape;265;p16" descr="Small square with numeral 1 inside">
            <a:extLst>
              <a:ext uri="{FF2B5EF4-FFF2-40B4-BE49-F238E27FC236}">
                <a16:creationId xmlns:a16="http://schemas.microsoft.com/office/drawing/2014/main" id="{95455889-46C9-517E-66F0-75E45D91F237}"/>
              </a:ext>
            </a:extLst>
          </p:cNvPr>
          <p:cNvSpPr txBox="1"/>
          <p:nvPr/>
        </p:nvSpPr>
        <p:spPr>
          <a:xfrm>
            <a:off x="8912354" y="2628212"/>
            <a:ext cx="315784"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12</a:t>
            </a:r>
            <a:endParaRPr sz="1000" b="1" i="0" u="none" strike="noStrike" cap="none" dirty="0">
              <a:solidFill>
                <a:schemeClr val="lt1"/>
              </a:solidFill>
              <a:latin typeface="Poppins"/>
              <a:ea typeface="Poppins"/>
              <a:cs typeface="Poppins"/>
              <a:sym typeface="Poppins"/>
            </a:endParaRPr>
          </a:p>
        </p:txBody>
      </p:sp>
      <p:sp>
        <p:nvSpPr>
          <p:cNvPr id="155" name="Google Shape;265;p16" descr="Small square with numeral 1 inside">
            <a:extLst>
              <a:ext uri="{FF2B5EF4-FFF2-40B4-BE49-F238E27FC236}">
                <a16:creationId xmlns:a16="http://schemas.microsoft.com/office/drawing/2014/main" id="{B6D9AED8-4129-1335-A8CD-7FA37D7DDC95}"/>
              </a:ext>
            </a:extLst>
          </p:cNvPr>
          <p:cNvSpPr txBox="1"/>
          <p:nvPr/>
        </p:nvSpPr>
        <p:spPr>
          <a:xfrm>
            <a:off x="8912354" y="3489682"/>
            <a:ext cx="315785"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13</a:t>
            </a:r>
            <a:endParaRPr sz="1000" b="1" i="0" u="none" strike="noStrike" cap="none" dirty="0">
              <a:solidFill>
                <a:schemeClr val="lt1"/>
              </a:solidFill>
              <a:latin typeface="Poppins"/>
              <a:ea typeface="Poppins"/>
              <a:cs typeface="Poppins"/>
              <a:sym typeface="Poppins"/>
            </a:endParaRPr>
          </a:p>
        </p:txBody>
      </p:sp>
      <p:sp>
        <p:nvSpPr>
          <p:cNvPr id="63" name="Google Shape;265;p16" descr="Small square with numeral 1 inside">
            <a:extLst>
              <a:ext uri="{FF2B5EF4-FFF2-40B4-BE49-F238E27FC236}">
                <a16:creationId xmlns:a16="http://schemas.microsoft.com/office/drawing/2014/main" id="{BAD15416-B955-7145-2CCC-6BDF76314A72}"/>
              </a:ext>
            </a:extLst>
          </p:cNvPr>
          <p:cNvSpPr txBox="1"/>
          <p:nvPr/>
        </p:nvSpPr>
        <p:spPr>
          <a:xfrm>
            <a:off x="8905562" y="4203911"/>
            <a:ext cx="321190"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14</a:t>
            </a:r>
            <a:endParaRPr sz="1000" b="1" i="0" u="none" strike="noStrike" cap="none" dirty="0">
              <a:solidFill>
                <a:schemeClr val="lt1"/>
              </a:solidFill>
              <a:latin typeface="Poppins"/>
              <a:ea typeface="Poppins"/>
              <a:cs typeface="Poppins"/>
              <a:sym typeface="Poppins"/>
            </a:endParaRPr>
          </a:p>
        </p:txBody>
      </p:sp>
      <p:sp>
        <p:nvSpPr>
          <p:cNvPr id="67" name="Google Shape;265;p16" descr="Small square with numeral 1 inside">
            <a:extLst>
              <a:ext uri="{FF2B5EF4-FFF2-40B4-BE49-F238E27FC236}">
                <a16:creationId xmlns:a16="http://schemas.microsoft.com/office/drawing/2014/main" id="{B00B3706-2611-2887-5306-97AD80CF01E3}"/>
              </a:ext>
            </a:extLst>
          </p:cNvPr>
          <p:cNvSpPr txBox="1"/>
          <p:nvPr/>
        </p:nvSpPr>
        <p:spPr>
          <a:xfrm>
            <a:off x="8905562" y="4609833"/>
            <a:ext cx="321190"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dirty="0">
                <a:solidFill>
                  <a:schemeClr val="lt1"/>
                </a:solidFill>
                <a:latin typeface="Poppins"/>
                <a:ea typeface="Poppins"/>
                <a:cs typeface="Poppins"/>
                <a:sym typeface="Poppins"/>
              </a:rPr>
              <a:t>15</a:t>
            </a:r>
            <a:endParaRPr sz="1000" b="1" i="0" u="none" strike="noStrike" cap="none" dirty="0">
              <a:solidFill>
                <a:schemeClr val="lt1"/>
              </a:solidFill>
              <a:latin typeface="Poppins"/>
              <a:ea typeface="Poppins"/>
              <a:cs typeface="Poppins"/>
              <a:sym typeface="Poppins"/>
            </a:endParaRPr>
          </a:p>
        </p:txBody>
      </p:sp>
      <p:sp>
        <p:nvSpPr>
          <p:cNvPr id="70" name="Google Shape;265;p16" descr="Small square with numeral 1 inside">
            <a:extLst>
              <a:ext uri="{FF2B5EF4-FFF2-40B4-BE49-F238E27FC236}">
                <a16:creationId xmlns:a16="http://schemas.microsoft.com/office/drawing/2014/main" id="{4786ABF0-3393-CE10-4D45-4D839152E977}"/>
              </a:ext>
            </a:extLst>
          </p:cNvPr>
          <p:cNvSpPr txBox="1"/>
          <p:nvPr/>
        </p:nvSpPr>
        <p:spPr>
          <a:xfrm>
            <a:off x="8905562" y="5014215"/>
            <a:ext cx="321190"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16</a:t>
            </a:r>
            <a:endParaRPr sz="1000" b="1" i="0" u="none" strike="noStrike" cap="none" dirty="0">
              <a:solidFill>
                <a:schemeClr val="lt1"/>
              </a:solidFill>
              <a:latin typeface="Poppins"/>
              <a:ea typeface="Poppins"/>
              <a:cs typeface="Poppins"/>
              <a:sym typeface="Poppins"/>
            </a:endParaRPr>
          </a:p>
        </p:txBody>
      </p:sp>
      <p:pic>
        <p:nvPicPr>
          <p:cNvPr id="2" name="Picture 1">
            <a:extLst>
              <a:ext uri="{FF2B5EF4-FFF2-40B4-BE49-F238E27FC236}">
                <a16:creationId xmlns:a16="http://schemas.microsoft.com/office/drawing/2014/main" id="{646F220D-7174-7D08-60D6-AB7E57083973}"/>
              </a:ext>
            </a:extLst>
          </p:cNvPr>
          <p:cNvPicPr>
            <a:picLocks noChangeAspect="1"/>
          </p:cNvPicPr>
          <p:nvPr/>
        </p:nvPicPr>
        <p:blipFill>
          <a:blip r:embed="rId4"/>
          <a:srcRect l="22564" t="3564" r="22324" b="5647"/>
          <a:stretch>
            <a:fillRect/>
          </a:stretch>
        </p:blipFill>
        <p:spPr>
          <a:xfrm>
            <a:off x="2300862" y="1521512"/>
            <a:ext cx="5156541" cy="3439280"/>
          </a:xfrm>
          <a:prstGeom prst="rect">
            <a:avLst/>
          </a:prstGeom>
          <a:effectLst>
            <a:outerShdw blurRad="63500" sx="102000" sy="102000" algn="ctr" rotWithShape="0">
              <a:prstClr val="black">
                <a:alpha val="40000"/>
              </a:prstClr>
            </a:outerShdw>
          </a:effectLst>
        </p:spPr>
      </p:pic>
      <p:sp>
        <p:nvSpPr>
          <p:cNvPr id="3" name="Rectangle 2">
            <a:extLst>
              <a:ext uri="{FF2B5EF4-FFF2-40B4-BE49-F238E27FC236}">
                <a16:creationId xmlns:a16="http://schemas.microsoft.com/office/drawing/2014/main" id="{CA76156E-34CC-B1A3-DC5B-C978B53A4AAC}"/>
              </a:ext>
            </a:extLst>
          </p:cNvPr>
          <p:cNvSpPr/>
          <p:nvPr/>
        </p:nvSpPr>
        <p:spPr>
          <a:xfrm>
            <a:off x="7131844" y="1655299"/>
            <a:ext cx="190374" cy="182882"/>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4" name="Google Shape;210;p7">
            <a:extLst>
              <a:ext uri="{FF2B5EF4-FFF2-40B4-BE49-F238E27FC236}">
                <a16:creationId xmlns:a16="http://schemas.microsoft.com/office/drawing/2014/main" id="{75EBA6F1-CDB5-D38F-2FB7-D862F097176A}"/>
              </a:ext>
            </a:extLst>
          </p:cNvPr>
          <p:cNvCxnSpPr>
            <a:cxnSpLocks/>
          </p:cNvCxnSpPr>
          <p:nvPr/>
        </p:nvCxnSpPr>
        <p:spPr>
          <a:xfrm flipH="1">
            <a:off x="7341266" y="1743194"/>
            <a:ext cx="447009" cy="0"/>
          </a:xfrm>
          <a:prstGeom prst="straightConnector1">
            <a:avLst/>
          </a:prstGeom>
          <a:noFill/>
          <a:ln w="12700" cap="flat" cmpd="sng">
            <a:solidFill>
              <a:srgbClr val="901A8A"/>
            </a:solidFill>
            <a:prstDash val="solid"/>
            <a:round/>
            <a:headEnd type="none" w="sm" len="sm"/>
            <a:tailEnd type="triangle" w="med" len="med"/>
          </a:ln>
        </p:spPr>
      </p:cxnSp>
      <p:sp>
        <p:nvSpPr>
          <p:cNvPr id="5" name="Google Shape;265;p16" descr="Small square with numeral 1 inside">
            <a:extLst>
              <a:ext uri="{FF2B5EF4-FFF2-40B4-BE49-F238E27FC236}">
                <a16:creationId xmlns:a16="http://schemas.microsoft.com/office/drawing/2014/main" id="{E9962CEE-A0FF-C57B-1993-79AEC7C06814}"/>
              </a:ext>
            </a:extLst>
          </p:cNvPr>
          <p:cNvSpPr txBox="1"/>
          <p:nvPr/>
        </p:nvSpPr>
        <p:spPr>
          <a:xfrm>
            <a:off x="7803359" y="1620103"/>
            <a:ext cx="3157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16</a:t>
            </a:r>
            <a:endParaRPr sz="1000" b="1" i="0" u="none" strike="noStrike" cap="none" dirty="0">
              <a:solidFill>
                <a:schemeClr val="lt1"/>
              </a:solidFill>
              <a:latin typeface="Poppins"/>
              <a:ea typeface="Poppins"/>
              <a:cs typeface="Poppins"/>
              <a:sym typeface="Poppins"/>
            </a:endParaRPr>
          </a:p>
        </p:txBody>
      </p:sp>
      <p:sp>
        <p:nvSpPr>
          <p:cNvPr id="6" name="Rectangle 5">
            <a:extLst>
              <a:ext uri="{FF2B5EF4-FFF2-40B4-BE49-F238E27FC236}">
                <a16:creationId xmlns:a16="http://schemas.microsoft.com/office/drawing/2014/main" id="{ED0B9878-8A27-A922-E480-1AC021D287BC}"/>
              </a:ext>
            </a:extLst>
          </p:cNvPr>
          <p:cNvSpPr/>
          <p:nvPr/>
        </p:nvSpPr>
        <p:spPr>
          <a:xfrm>
            <a:off x="4922044" y="2274982"/>
            <a:ext cx="2383507" cy="209545"/>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7" name="Rectangle 6">
            <a:extLst>
              <a:ext uri="{FF2B5EF4-FFF2-40B4-BE49-F238E27FC236}">
                <a16:creationId xmlns:a16="http://schemas.microsoft.com/office/drawing/2014/main" id="{5BF8594C-D933-FEBE-E746-8D94171AD7A1}"/>
              </a:ext>
            </a:extLst>
          </p:cNvPr>
          <p:cNvSpPr/>
          <p:nvPr/>
        </p:nvSpPr>
        <p:spPr>
          <a:xfrm>
            <a:off x="2436514" y="2274982"/>
            <a:ext cx="2383508" cy="209545"/>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8" name="Google Shape;210;p7">
            <a:extLst>
              <a:ext uri="{FF2B5EF4-FFF2-40B4-BE49-F238E27FC236}">
                <a16:creationId xmlns:a16="http://schemas.microsoft.com/office/drawing/2014/main" id="{A220C91D-21A6-6F67-5218-FAD40C2FC9D4}"/>
              </a:ext>
            </a:extLst>
          </p:cNvPr>
          <p:cNvCxnSpPr>
            <a:cxnSpLocks/>
          </p:cNvCxnSpPr>
          <p:nvPr/>
        </p:nvCxnSpPr>
        <p:spPr>
          <a:xfrm flipV="1">
            <a:off x="1992313" y="2377273"/>
            <a:ext cx="421704" cy="9710"/>
          </a:xfrm>
          <a:prstGeom prst="straightConnector1">
            <a:avLst/>
          </a:prstGeom>
          <a:noFill/>
          <a:ln w="12700" cap="flat" cmpd="sng">
            <a:solidFill>
              <a:srgbClr val="901A8A"/>
            </a:solidFill>
            <a:prstDash val="solid"/>
            <a:round/>
            <a:headEnd type="none" w="sm" len="sm"/>
            <a:tailEnd type="triangle" w="med" len="med"/>
          </a:ln>
        </p:spPr>
      </p:cxnSp>
      <p:sp>
        <p:nvSpPr>
          <p:cNvPr id="9" name="Google Shape;265;p16" descr="Small square with numeral 1 inside">
            <a:extLst>
              <a:ext uri="{FF2B5EF4-FFF2-40B4-BE49-F238E27FC236}">
                <a16:creationId xmlns:a16="http://schemas.microsoft.com/office/drawing/2014/main" id="{F1ECE7F7-1D28-A2D5-4E30-B4C136A2D353}"/>
              </a:ext>
            </a:extLst>
          </p:cNvPr>
          <p:cNvSpPr txBox="1"/>
          <p:nvPr/>
        </p:nvSpPr>
        <p:spPr>
          <a:xfrm>
            <a:off x="1757496" y="226308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
        <p:nvSpPr>
          <p:cNvPr id="10" name="Rectangle 9">
            <a:extLst>
              <a:ext uri="{FF2B5EF4-FFF2-40B4-BE49-F238E27FC236}">
                <a16:creationId xmlns:a16="http://schemas.microsoft.com/office/drawing/2014/main" id="{C8A68349-E168-34B3-C8C2-DB42AC088FE6}"/>
              </a:ext>
            </a:extLst>
          </p:cNvPr>
          <p:cNvSpPr/>
          <p:nvPr/>
        </p:nvSpPr>
        <p:spPr>
          <a:xfrm>
            <a:off x="2430975" y="2692543"/>
            <a:ext cx="1983460" cy="209548"/>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1" name="Rectangle 10">
            <a:extLst>
              <a:ext uri="{FF2B5EF4-FFF2-40B4-BE49-F238E27FC236}">
                <a16:creationId xmlns:a16="http://schemas.microsoft.com/office/drawing/2014/main" id="{9891CA8D-916B-A4DD-859B-11E5613DA68F}"/>
              </a:ext>
            </a:extLst>
          </p:cNvPr>
          <p:cNvSpPr/>
          <p:nvPr/>
        </p:nvSpPr>
        <p:spPr>
          <a:xfrm>
            <a:off x="4469147" y="2692543"/>
            <a:ext cx="357188" cy="209548"/>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2" name="Rectangle 11">
            <a:extLst>
              <a:ext uri="{FF2B5EF4-FFF2-40B4-BE49-F238E27FC236}">
                <a16:creationId xmlns:a16="http://schemas.microsoft.com/office/drawing/2014/main" id="{045880C9-2F12-E386-640B-A81C04AC3B8F}"/>
              </a:ext>
            </a:extLst>
          </p:cNvPr>
          <p:cNvSpPr/>
          <p:nvPr/>
        </p:nvSpPr>
        <p:spPr>
          <a:xfrm>
            <a:off x="4907757" y="2692543"/>
            <a:ext cx="1180698" cy="215846"/>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3" name="Rectangle 12">
            <a:extLst>
              <a:ext uri="{FF2B5EF4-FFF2-40B4-BE49-F238E27FC236}">
                <a16:creationId xmlns:a16="http://schemas.microsoft.com/office/drawing/2014/main" id="{B830ADD6-72B0-DD1A-EAC8-B6668CC86390}"/>
              </a:ext>
            </a:extLst>
          </p:cNvPr>
          <p:cNvSpPr/>
          <p:nvPr/>
        </p:nvSpPr>
        <p:spPr>
          <a:xfrm>
            <a:off x="6131477" y="2692544"/>
            <a:ext cx="1174074" cy="209546"/>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4" name="Rectangle 13">
            <a:extLst>
              <a:ext uri="{FF2B5EF4-FFF2-40B4-BE49-F238E27FC236}">
                <a16:creationId xmlns:a16="http://schemas.microsoft.com/office/drawing/2014/main" id="{93451353-9AEA-6E16-0613-3522A8EB18DB}"/>
              </a:ext>
            </a:extLst>
          </p:cNvPr>
          <p:cNvSpPr/>
          <p:nvPr/>
        </p:nvSpPr>
        <p:spPr>
          <a:xfrm>
            <a:off x="2401219" y="3095819"/>
            <a:ext cx="320550" cy="585924"/>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5" name="Rectangle 14">
            <a:extLst>
              <a:ext uri="{FF2B5EF4-FFF2-40B4-BE49-F238E27FC236}">
                <a16:creationId xmlns:a16="http://schemas.microsoft.com/office/drawing/2014/main" id="{01343265-6128-6E7C-359F-7C10E5E442A8}"/>
              </a:ext>
            </a:extLst>
          </p:cNvPr>
          <p:cNvSpPr/>
          <p:nvPr/>
        </p:nvSpPr>
        <p:spPr>
          <a:xfrm>
            <a:off x="2721768" y="3095703"/>
            <a:ext cx="1961404" cy="586039"/>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6" name="Rectangle 15">
            <a:extLst>
              <a:ext uri="{FF2B5EF4-FFF2-40B4-BE49-F238E27FC236}">
                <a16:creationId xmlns:a16="http://schemas.microsoft.com/office/drawing/2014/main" id="{2C6377A0-7C89-BD46-7F99-3237BA4A0A41}"/>
              </a:ext>
            </a:extLst>
          </p:cNvPr>
          <p:cNvSpPr/>
          <p:nvPr/>
        </p:nvSpPr>
        <p:spPr>
          <a:xfrm>
            <a:off x="4683172" y="3095702"/>
            <a:ext cx="545914" cy="58650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7" name="Rectangle 16">
            <a:extLst>
              <a:ext uri="{FF2B5EF4-FFF2-40B4-BE49-F238E27FC236}">
                <a16:creationId xmlns:a16="http://schemas.microsoft.com/office/drawing/2014/main" id="{B0D0E4A6-E714-1487-5EA6-5A226C7B4CC9}"/>
              </a:ext>
            </a:extLst>
          </p:cNvPr>
          <p:cNvSpPr/>
          <p:nvPr/>
        </p:nvSpPr>
        <p:spPr>
          <a:xfrm>
            <a:off x="5229087" y="3095643"/>
            <a:ext cx="634231" cy="58650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8" name="Rectangle 17">
            <a:extLst>
              <a:ext uri="{FF2B5EF4-FFF2-40B4-BE49-F238E27FC236}">
                <a16:creationId xmlns:a16="http://schemas.microsoft.com/office/drawing/2014/main" id="{D44CEC87-C492-9528-44F0-383570E15A48}"/>
              </a:ext>
            </a:extLst>
          </p:cNvPr>
          <p:cNvSpPr/>
          <p:nvPr/>
        </p:nvSpPr>
        <p:spPr>
          <a:xfrm>
            <a:off x="5863318" y="3095613"/>
            <a:ext cx="637495" cy="586508"/>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9" name="Rectangle 18">
            <a:extLst>
              <a:ext uri="{FF2B5EF4-FFF2-40B4-BE49-F238E27FC236}">
                <a16:creationId xmlns:a16="http://schemas.microsoft.com/office/drawing/2014/main" id="{027CEF4C-DBB3-F12D-AEA9-EE237A1BB51B}"/>
              </a:ext>
            </a:extLst>
          </p:cNvPr>
          <p:cNvSpPr/>
          <p:nvPr/>
        </p:nvSpPr>
        <p:spPr>
          <a:xfrm>
            <a:off x="6500813" y="3095703"/>
            <a:ext cx="689678" cy="585925"/>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20" name="Rectangle 19">
            <a:extLst>
              <a:ext uri="{FF2B5EF4-FFF2-40B4-BE49-F238E27FC236}">
                <a16:creationId xmlns:a16="http://schemas.microsoft.com/office/drawing/2014/main" id="{FECD9821-D90B-B069-4287-CD8AFBACCB39}"/>
              </a:ext>
            </a:extLst>
          </p:cNvPr>
          <p:cNvSpPr/>
          <p:nvPr/>
        </p:nvSpPr>
        <p:spPr>
          <a:xfrm>
            <a:off x="7190491" y="3095319"/>
            <a:ext cx="150903" cy="58650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21" name="Rectangle 20">
            <a:extLst>
              <a:ext uri="{FF2B5EF4-FFF2-40B4-BE49-F238E27FC236}">
                <a16:creationId xmlns:a16="http://schemas.microsoft.com/office/drawing/2014/main" id="{FB2EFF28-6D4E-F39A-7EE0-676ECF37197D}"/>
              </a:ext>
            </a:extLst>
          </p:cNvPr>
          <p:cNvSpPr/>
          <p:nvPr/>
        </p:nvSpPr>
        <p:spPr>
          <a:xfrm>
            <a:off x="2430975" y="4581710"/>
            <a:ext cx="1661333" cy="246180"/>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22" name="Google Shape;210;p7">
            <a:extLst>
              <a:ext uri="{FF2B5EF4-FFF2-40B4-BE49-F238E27FC236}">
                <a16:creationId xmlns:a16="http://schemas.microsoft.com/office/drawing/2014/main" id="{FFB66D26-0229-C918-2046-32359142D0A1}"/>
              </a:ext>
            </a:extLst>
          </p:cNvPr>
          <p:cNvCxnSpPr>
            <a:cxnSpLocks/>
          </p:cNvCxnSpPr>
          <p:nvPr/>
        </p:nvCxnSpPr>
        <p:spPr>
          <a:xfrm>
            <a:off x="1992313" y="2795714"/>
            <a:ext cx="418522" cy="0"/>
          </a:xfrm>
          <a:prstGeom prst="straightConnector1">
            <a:avLst/>
          </a:prstGeom>
          <a:noFill/>
          <a:ln w="12700" cap="flat" cmpd="sng">
            <a:solidFill>
              <a:srgbClr val="901A8A"/>
            </a:solidFill>
            <a:prstDash val="solid"/>
            <a:round/>
            <a:headEnd type="none" w="sm" len="sm"/>
            <a:tailEnd type="triangle" w="med" len="med"/>
          </a:ln>
        </p:spPr>
      </p:cxnSp>
      <p:sp>
        <p:nvSpPr>
          <p:cNvPr id="23" name="Google Shape;265;p16" descr="Small square with numeral 1 inside">
            <a:extLst>
              <a:ext uri="{FF2B5EF4-FFF2-40B4-BE49-F238E27FC236}">
                <a16:creationId xmlns:a16="http://schemas.microsoft.com/office/drawing/2014/main" id="{5ED9011F-22F5-7EE3-A05F-623F2E943AF3}"/>
              </a:ext>
            </a:extLst>
          </p:cNvPr>
          <p:cNvSpPr txBox="1"/>
          <p:nvPr/>
        </p:nvSpPr>
        <p:spPr>
          <a:xfrm>
            <a:off x="1757620" y="2673495"/>
            <a:ext cx="2245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cxnSp>
        <p:nvCxnSpPr>
          <p:cNvPr id="24" name="Google Shape;210;p7">
            <a:extLst>
              <a:ext uri="{FF2B5EF4-FFF2-40B4-BE49-F238E27FC236}">
                <a16:creationId xmlns:a16="http://schemas.microsoft.com/office/drawing/2014/main" id="{5FA6F055-4DC5-AC96-919E-D9E3CBF95B06}"/>
              </a:ext>
            </a:extLst>
          </p:cNvPr>
          <p:cNvCxnSpPr>
            <a:cxnSpLocks/>
          </p:cNvCxnSpPr>
          <p:nvPr/>
        </p:nvCxnSpPr>
        <p:spPr>
          <a:xfrm>
            <a:off x="1994694" y="3389567"/>
            <a:ext cx="383506" cy="0"/>
          </a:xfrm>
          <a:prstGeom prst="straightConnector1">
            <a:avLst/>
          </a:prstGeom>
          <a:noFill/>
          <a:ln w="12700" cap="flat" cmpd="sng">
            <a:solidFill>
              <a:srgbClr val="901A8A"/>
            </a:solidFill>
            <a:prstDash val="solid"/>
            <a:round/>
            <a:headEnd type="none" w="sm" len="sm"/>
            <a:tailEnd type="triangle" w="med" len="med"/>
          </a:ln>
        </p:spPr>
      </p:cxnSp>
      <p:sp>
        <p:nvSpPr>
          <p:cNvPr id="25" name="Google Shape;265;p16" descr="Small square with numeral 1 inside">
            <a:extLst>
              <a:ext uri="{FF2B5EF4-FFF2-40B4-BE49-F238E27FC236}">
                <a16:creationId xmlns:a16="http://schemas.microsoft.com/office/drawing/2014/main" id="{4B0227C9-202B-7A25-5DC7-5D1E4F339799}"/>
              </a:ext>
            </a:extLst>
          </p:cNvPr>
          <p:cNvSpPr txBox="1"/>
          <p:nvPr/>
        </p:nvSpPr>
        <p:spPr>
          <a:xfrm>
            <a:off x="1756327" y="326751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7</a:t>
            </a:r>
            <a:endParaRPr sz="1000" b="1" i="0" u="none" strike="noStrike" cap="none" dirty="0">
              <a:solidFill>
                <a:schemeClr val="lt1"/>
              </a:solidFill>
              <a:latin typeface="Poppins"/>
              <a:ea typeface="Poppins"/>
              <a:cs typeface="Poppins"/>
              <a:sym typeface="Poppins"/>
            </a:endParaRPr>
          </a:p>
        </p:txBody>
      </p:sp>
      <p:cxnSp>
        <p:nvCxnSpPr>
          <p:cNvPr id="26" name="Google Shape;210;p7">
            <a:extLst>
              <a:ext uri="{FF2B5EF4-FFF2-40B4-BE49-F238E27FC236}">
                <a16:creationId xmlns:a16="http://schemas.microsoft.com/office/drawing/2014/main" id="{FF2FF4B2-2E98-1F56-1E85-B2FC85889CD9}"/>
              </a:ext>
            </a:extLst>
          </p:cNvPr>
          <p:cNvCxnSpPr>
            <a:cxnSpLocks/>
          </p:cNvCxnSpPr>
          <p:nvPr/>
        </p:nvCxnSpPr>
        <p:spPr>
          <a:xfrm>
            <a:off x="1992313" y="4702419"/>
            <a:ext cx="418522" cy="0"/>
          </a:xfrm>
          <a:prstGeom prst="straightConnector1">
            <a:avLst/>
          </a:prstGeom>
          <a:noFill/>
          <a:ln w="12700" cap="flat" cmpd="sng">
            <a:solidFill>
              <a:srgbClr val="901A8A"/>
            </a:solidFill>
            <a:prstDash val="solid"/>
            <a:round/>
            <a:headEnd type="none" w="sm" len="sm"/>
            <a:tailEnd type="triangle" w="med" len="med"/>
          </a:ln>
        </p:spPr>
      </p:cxnSp>
      <p:sp>
        <p:nvSpPr>
          <p:cNvPr id="27" name="Google Shape;265;p16" descr="Small square with numeral 1 inside">
            <a:extLst>
              <a:ext uri="{FF2B5EF4-FFF2-40B4-BE49-F238E27FC236}">
                <a16:creationId xmlns:a16="http://schemas.microsoft.com/office/drawing/2014/main" id="{270EDC91-5FEA-168E-B9DE-382C8EA32FFF}"/>
              </a:ext>
            </a:extLst>
          </p:cNvPr>
          <p:cNvSpPr txBox="1"/>
          <p:nvPr/>
        </p:nvSpPr>
        <p:spPr>
          <a:xfrm>
            <a:off x="1658786" y="4581710"/>
            <a:ext cx="321400"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15</a:t>
            </a:r>
            <a:endParaRPr sz="1000" b="1" i="0" u="none" strike="noStrike" cap="none" dirty="0">
              <a:solidFill>
                <a:schemeClr val="lt1"/>
              </a:solidFill>
              <a:latin typeface="Poppins"/>
              <a:ea typeface="Poppins"/>
              <a:cs typeface="Poppins"/>
              <a:sym typeface="Poppins"/>
            </a:endParaRPr>
          </a:p>
        </p:txBody>
      </p:sp>
      <p:cxnSp>
        <p:nvCxnSpPr>
          <p:cNvPr id="28" name="Google Shape;210;p7">
            <a:extLst>
              <a:ext uri="{FF2B5EF4-FFF2-40B4-BE49-F238E27FC236}">
                <a16:creationId xmlns:a16="http://schemas.microsoft.com/office/drawing/2014/main" id="{7CCB59CF-444B-9D48-5A62-0EC109448006}"/>
              </a:ext>
            </a:extLst>
          </p:cNvPr>
          <p:cNvCxnSpPr>
            <a:cxnSpLocks/>
          </p:cNvCxnSpPr>
          <p:nvPr/>
        </p:nvCxnSpPr>
        <p:spPr>
          <a:xfrm flipH="1">
            <a:off x="7361562" y="3389567"/>
            <a:ext cx="426713" cy="1"/>
          </a:xfrm>
          <a:prstGeom prst="straightConnector1">
            <a:avLst/>
          </a:prstGeom>
          <a:noFill/>
          <a:ln w="12700" cap="flat" cmpd="sng">
            <a:solidFill>
              <a:srgbClr val="901A8A"/>
            </a:solidFill>
            <a:prstDash val="solid"/>
            <a:round/>
            <a:headEnd type="none" w="sm" len="sm"/>
            <a:tailEnd type="triangle" w="med" len="med"/>
          </a:ln>
        </p:spPr>
      </p:cxnSp>
      <p:sp>
        <p:nvSpPr>
          <p:cNvPr id="29" name="Google Shape;265;p16" descr="Small square with numeral 1 inside">
            <a:extLst>
              <a:ext uri="{FF2B5EF4-FFF2-40B4-BE49-F238E27FC236}">
                <a16:creationId xmlns:a16="http://schemas.microsoft.com/office/drawing/2014/main" id="{FED3511C-B649-E462-AE58-ED4171CF2168}"/>
              </a:ext>
            </a:extLst>
          </p:cNvPr>
          <p:cNvSpPr txBox="1"/>
          <p:nvPr/>
        </p:nvSpPr>
        <p:spPr>
          <a:xfrm>
            <a:off x="7800360" y="3267514"/>
            <a:ext cx="3157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13</a:t>
            </a:r>
            <a:endParaRPr sz="1000" b="1" i="0" u="none" strike="noStrike" cap="none" dirty="0">
              <a:solidFill>
                <a:schemeClr val="lt1"/>
              </a:solidFill>
              <a:latin typeface="Poppins"/>
              <a:ea typeface="Poppins"/>
              <a:cs typeface="Poppins"/>
              <a:sym typeface="Poppins"/>
            </a:endParaRPr>
          </a:p>
        </p:txBody>
      </p:sp>
      <p:cxnSp>
        <p:nvCxnSpPr>
          <p:cNvPr id="30" name="Google Shape;210;p7">
            <a:extLst>
              <a:ext uri="{FF2B5EF4-FFF2-40B4-BE49-F238E27FC236}">
                <a16:creationId xmlns:a16="http://schemas.microsoft.com/office/drawing/2014/main" id="{4FBF94FA-774F-4342-613F-A672C7BFAE49}"/>
              </a:ext>
            </a:extLst>
          </p:cNvPr>
          <p:cNvCxnSpPr>
            <a:cxnSpLocks/>
          </p:cNvCxnSpPr>
          <p:nvPr/>
        </p:nvCxnSpPr>
        <p:spPr>
          <a:xfrm flipH="1">
            <a:off x="7327401" y="4700539"/>
            <a:ext cx="460874" cy="1"/>
          </a:xfrm>
          <a:prstGeom prst="straightConnector1">
            <a:avLst/>
          </a:prstGeom>
          <a:noFill/>
          <a:ln w="12700" cap="flat" cmpd="sng">
            <a:solidFill>
              <a:srgbClr val="901A8A"/>
            </a:solidFill>
            <a:prstDash val="solid"/>
            <a:round/>
            <a:headEnd type="none" w="sm" len="sm"/>
            <a:tailEnd type="triangle" w="med" len="med"/>
          </a:ln>
        </p:spPr>
      </p:cxnSp>
      <p:sp>
        <p:nvSpPr>
          <p:cNvPr id="31" name="Google Shape;265;p16" descr="Small square with numeral 1 inside">
            <a:extLst>
              <a:ext uri="{FF2B5EF4-FFF2-40B4-BE49-F238E27FC236}">
                <a16:creationId xmlns:a16="http://schemas.microsoft.com/office/drawing/2014/main" id="{90590610-2181-3E41-C2B2-90304799BC13}"/>
              </a:ext>
            </a:extLst>
          </p:cNvPr>
          <p:cNvSpPr txBox="1"/>
          <p:nvPr/>
        </p:nvSpPr>
        <p:spPr>
          <a:xfrm>
            <a:off x="7802364" y="4579328"/>
            <a:ext cx="331736"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14</a:t>
            </a:r>
            <a:endParaRPr sz="1000" b="1" i="0" u="none" strike="noStrike" cap="none" dirty="0">
              <a:solidFill>
                <a:schemeClr val="lt1"/>
              </a:solidFill>
              <a:latin typeface="Poppins"/>
              <a:ea typeface="Poppins"/>
              <a:cs typeface="Poppins"/>
              <a:sym typeface="Poppins"/>
            </a:endParaRPr>
          </a:p>
        </p:txBody>
      </p:sp>
      <p:cxnSp>
        <p:nvCxnSpPr>
          <p:cNvPr id="32" name="Google Shape;210;p7">
            <a:extLst>
              <a:ext uri="{FF2B5EF4-FFF2-40B4-BE49-F238E27FC236}">
                <a16:creationId xmlns:a16="http://schemas.microsoft.com/office/drawing/2014/main" id="{39CD9506-D20D-B3C3-B673-FC72E4094E10}"/>
              </a:ext>
            </a:extLst>
          </p:cNvPr>
          <p:cNvCxnSpPr>
            <a:cxnSpLocks/>
          </p:cNvCxnSpPr>
          <p:nvPr/>
        </p:nvCxnSpPr>
        <p:spPr>
          <a:xfrm flipH="1">
            <a:off x="7324599" y="2795714"/>
            <a:ext cx="463676" cy="335"/>
          </a:xfrm>
          <a:prstGeom prst="straightConnector1">
            <a:avLst/>
          </a:prstGeom>
          <a:noFill/>
          <a:ln w="12700" cap="flat" cmpd="sng">
            <a:solidFill>
              <a:srgbClr val="901A8A"/>
            </a:solidFill>
            <a:prstDash val="solid"/>
            <a:round/>
            <a:headEnd type="none" w="sm" len="sm"/>
            <a:tailEnd type="triangle" w="med" len="med"/>
          </a:ln>
        </p:spPr>
      </p:cxnSp>
      <p:sp>
        <p:nvSpPr>
          <p:cNvPr id="33" name="Google Shape;265;p16" descr="Small square with numeral 1 inside">
            <a:extLst>
              <a:ext uri="{FF2B5EF4-FFF2-40B4-BE49-F238E27FC236}">
                <a16:creationId xmlns:a16="http://schemas.microsoft.com/office/drawing/2014/main" id="{EC5C6C42-BFDD-2A57-F56F-593832D62DC7}"/>
              </a:ext>
            </a:extLst>
          </p:cNvPr>
          <p:cNvSpPr txBox="1"/>
          <p:nvPr/>
        </p:nvSpPr>
        <p:spPr>
          <a:xfrm>
            <a:off x="7803436" y="267461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cxnSp>
        <p:nvCxnSpPr>
          <p:cNvPr id="34" name="Google Shape;210;p7">
            <a:extLst>
              <a:ext uri="{FF2B5EF4-FFF2-40B4-BE49-F238E27FC236}">
                <a16:creationId xmlns:a16="http://schemas.microsoft.com/office/drawing/2014/main" id="{279B1EC9-F85B-2334-F240-3A54E5D622D9}"/>
              </a:ext>
            </a:extLst>
          </p:cNvPr>
          <p:cNvCxnSpPr>
            <a:cxnSpLocks/>
          </p:cNvCxnSpPr>
          <p:nvPr/>
        </p:nvCxnSpPr>
        <p:spPr>
          <a:xfrm flipH="1" flipV="1">
            <a:off x="7324599" y="2379654"/>
            <a:ext cx="463676" cy="6524"/>
          </a:xfrm>
          <a:prstGeom prst="straightConnector1">
            <a:avLst/>
          </a:prstGeom>
          <a:noFill/>
          <a:ln w="12700" cap="flat" cmpd="sng">
            <a:solidFill>
              <a:srgbClr val="901A8A"/>
            </a:solidFill>
            <a:prstDash val="solid"/>
            <a:round/>
            <a:headEnd type="none" w="sm" len="sm"/>
            <a:tailEnd type="triangle" w="med" len="med"/>
          </a:ln>
        </p:spPr>
      </p:cxnSp>
      <p:sp>
        <p:nvSpPr>
          <p:cNvPr id="35" name="Google Shape;265;p16" descr="Small square with numeral 1 inside">
            <a:extLst>
              <a:ext uri="{FF2B5EF4-FFF2-40B4-BE49-F238E27FC236}">
                <a16:creationId xmlns:a16="http://schemas.microsoft.com/office/drawing/2014/main" id="{CC786624-F4A5-0E50-8773-9C4177DE15EA}"/>
              </a:ext>
            </a:extLst>
          </p:cNvPr>
          <p:cNvSpPr txBox="1"/>
          <p:nvPr/>
        </p:nvSpPr>
        <p:spPr>
          <a:xfrm>
            <a:off x="7803359" y="2263077"/>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cxnSp>
        <p:nvCxnSpPr>
          <p:cNvPr id="36" name="Google Shape;210;p7">
            <a:extLst>
              <a:ext uri="{FF2B5EF4-FFF2-40B4-BE49-F238E27FC236}">
                <a16:creationId xmlns:a16="http://schemas.microsoft.com/office/drawing/2014/main" id="{A4C3315F-18D8-8B03-56E9-C0E715552E88}"/>
              </a:ext>
            </a:extLst>
          </p:cNvPr>
          <p:cNvCxnSpPr>
            <a:cxnSpLocks/>
          </p:cNvCxnSpPr>
          <p:nvPr/>
        </p:nvCxnSpPr>
        <p:spPr>
          <a:xfrm>
            <a:off x="4645360" y="2135939"/>
            <a:ext cx="0" cy="534896"/>
          </a:xfrm>
          <a:prstGeom prst="straightConnector1">
            <a:avLst/>
          </a:prstGeom>
          <a:noFill/>
          <a:ln w="12700" cap="flat" cmpd="sng">
            <a:solidFill>
              <a:srgbClr val="901A8A"/>
            </a:solidFill>
            <a:prstDash val="solid"/>
            <a:round/>
            <a:headEnd type="none" w="sm" len="sm"/>
            <a:tailEnd type="triangle" w="med" len="med"/>
          </a:ln>
        </p:spPr>
      </p:cxnSp>
      <p:sp>
        <p:nvSpPr>
          <p:cNvPr id="37" name="Google Shape;265;p16" descr="Small square with numeral 1 inside">
            <a:extLst>
              <a:ext uri="{FF2B5EF4-FFF2-40B4-BE49-F238E27FC236}">
                <a16:creationId xmlns:a16="http://schemas.microsoft.com/office/drawing/2014/main" id="{80B0F1C4-1523-83E8-3EBC-64CB119F3195}"/>
              </a:ext>
            </a:extLst>
          </p:cNvPr>
          <p:cNvSpPr txBox="1"/>
          <p:nvPr/>
        </p:nvSpPr>
        <p:spPr>
          <a:xfrm>
            <a:off x="4535447" y="1877574"/>
            <a:ext cx="2245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cxnSp>
        <p:nvCxnSpPr>
          <p:cNvPr id="38" name="Google Shape;210;p7">
            <a:extLst>
              <a:ext uri="{FF2B5EF4-FFF2-40B4-BE49-F238E27FC236}">
                <a16:creationId xmlns:a16="http://schemas.microsoft.com/office/drawing/2014/main" id="{CE1CFBD1-CFFB-34A6-47C9-DF4CF7801742}"/>
              </a:ext>
            </a:extLst>
          </p:cNvPr>
          <p:cNvCxnSpPr>
            <a:cxnSpLocks/>
          </p:cNvCxnSpPr>
          <p:nvPr/>
        </p:nvCxnSpPr>
        <p:spPr>
          <a:xfrm>
            <a:off x="5496964" y="2135939"/>
            <a:ext cx="0" cy="535739"/>
          </a:xfrm>
          <a:prstGeom prst="straightConnector1">
            <a:avLst/>
          </a:prstGeom>
          <a:noFill/>
          <a:ln w="12700" cap="flat" cmpd="sng">
            <a:solidFill>
              <a:srgbClr val="901A8A"/>
            </a:solidFill>
            <a:prstDash val="solid"/>
            <a:round/>
            <a:headEnd type="none" w="sm" len="sm"/>
            <a:tailEnd type="triangle" w="med" len="med"/>
          </a:ln>
        </p:spPr>
      </p:cxnSp>
      <p:sp>
        <p:nvSpPr>
          <p:cNvPr id="39" name="Google Shape;265;p16" descr="Small square with numeral 1 inside">
            <a:extLst>
              <a:ext uri="{FF2B5EF4-FFF2-40B4-BE49-F238E27FC236}">
                <a16:creationId xmlns:a16="http://schemas.microsoft.com/office/drawing/2014/main" id="{71F461A2-A540-3A1B-24E9-F6D39C308280}"/>
              </a:ext>
            </a:extLst>
          </p:cNvPr>
          <p:cNvSpPr txBox="1"/>
          <p:nvPr/>
        </p:nvSpPr>
        <p:spPr>
          <a:xfrm>
            <a:off x="5384674" y="187768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cxnSp>
        <p:nvCxnSpPr>
          <p:cNvPr id="40" name="Google Shape;210;p7">
            <a:extLst>
              <a:ext uri="{FF2B5EF4-FFF2-40B4-BE49-F238E27FC236}">
                <a16:creationId xmlns:a16="http://schemas.microsoft.com/office/drawing/2014/main" id="{0EB5700B-3E76-FF61-3710-D9DD02D23637}"/>
              </a:ext>
            </a:extLst>
          </p:cNvPr>
          <p:cNvCxnSpPr>
            <a:cxnSpLocks/>
          </p:cNvCxnSpPr>
          <p:nvPr/>
        </p:nvCxnSpPr>
        <p:spPr>
          <a:xfrm flipH="1" flipV="1">
            <a:off x="6843127" y="3703059"/>
            <a:ext cx="2525" cy="410154"/>
          </a:xfrm>
          <a:prstGeom prst="straightConnector1">
            <a:avLst/>
          </a:prstGeom>
          <a:noFill/>
          <a:ln w="12700" cap="flat" cmpd="sng">
            <a:solidFill>
              <a:srgbClr val="901A8A"/>
            </a:solidFill>
            <a:prstDash val="solid"/>
            <a:round/>
            <a:headEnd type="none" w="sm" len="sm"/>
            <a:tailEnd type="triangle" w="med" len="med"/>
          </a:ln>
        </p:spPr>
      </p:cxnSp>
      <p:sp>
        <p:nvSpPr>
          <p:cNvPr id="43" name="Google Shape;265;p16" descr="Small square with numeral 1 inside">
            <a:extLst>
              <a:ext uri="{FF2B5EF4-FFF2-40B4-BE49-F238E27FC236}">
                <a16:creationId xmlns:a16="http://schemas.microsoft.com/office/drawing/2014/main" id="{12049216-DBB1-7E94-5D9F-42E14E85166E}"/>
              </a:ext>
            </a:extLst>
          </p:cNvPr>
          <p:cNvSpPr txBox="1"/>
          <p:nvPr/>
        </p:nvSpPr>
        <p:spPr>
          <a:xfrm>
            <a:off x="6696050" y="4125781"/>
            <a:ext cx="303678"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12</a:t>
            </a:r>
            <a:endParaRPr sz="1000" b="1" i="0" u="none" strike="noStrike" cap="none" dirty="0">
              <a:solidFill>
                <a:schemeClr val="lt1"/>
              </a:solidFill>
              <a:latin typeface="Poppins"/>
              <a:ea typeface="Poppins"/>
              <a:cs typeface="Poppins"/>
              <a:sym typeface="Poppins"/>
            </a:endParaRPr>
          </a:p>
        </p:txBody>
      </p:sp>
      <p:cxnSp>
        <p:nvCxnSpPr>
          <p:cNvPr id="44" name="Google Shape;210;p7">
            <a:extLst>
              <a:ext uri="{FF2B5EF4-FFF2-40B4-BE49-F238E27FC236}">
                <a16:creationId xmlns:a16="http://schemas.microsoft.com/office/drawing/2014/main" id="{9354D5F5-8C49-2646-0F32-9F318C9C3026}"/>
              </a:ext>
            </a:extLst>
          </p:cNvPr>
          <p:cNvCxnSpPr>
            <a:cxnSpLocks/>
          </p:cNvCxnSpPr>
          <p:nvPr/>
        </p:nvCxnSpPr>
        <p:spPr>
          <a:xfrm flipV="1">
            <a:off x="6175882" y="3700303"/>
            <a:ext cx="1447" cy="412910"/>
          </a:xfrm>
          <a:prstGeom prst="straightConnector1">
            <a:avLst/>
          </a:prstGeom>
          <a:noFill/>
          <a:ln w="12700" cap="flat" cmpd="sng">
            <a:solidFill>
              <a:srgbClr val="901A8A"/>
            </a:solidFill>
            <a:prstDash val="solid"/>
            <a:round/>
            <a:headEnd type="none" w="sm" len="sm"/>
            <a:tailEnd type="triangle" w="med" len="med"/>
          </a:ln>
        </p:spPr>
      </p:cxnSp>
      <p:sp>
        <p:nvSpPr>
          <p:cNvPr id="45" name="Google Shape;265;p16" descr="Small square with numeral 1 inside">
            <a:extLst>
              <a:ext uri="{FF2B5EF4-FFF2-40B4-BE49-F238E27FC236}">
                <a16:creationId xmlns:a16="http://schemas.microsoft.com/office/drawing/2014/main" id="{C293A063-D3A4-DE78-835D-20392FEB235E}"/>
              </a:ext>
            </a:extLst>
          </p:cNvPr>
          <p:cNvSpPr txBox="1"/>
          <p:nvPr/>
        </p:nvSpPr>
        <p:spPr>
          <a:xfrm>
            <a:off x="6026699" y="4126267"/>
            <a:ext cx="303680"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11</a:t>
            </a:r>
            <a:endParaRPr sz="1000" b="1" i="0" u="none" strike="noStrike" cap="none" dirty="0">
              <a:solidFill>
                <a:schemeClr val="lt1"/>
              </a:solidFill>
              <a:latin typeface="Poppins"/>
              <a:ea typeface="Poppins"/>
              <a:cs typeface="Poppins"/>
              <a:sym typeface="Poppins"/>
            </a:endParaRPr>
          </a:p>
        </p:txBody>
      </p:sp>
      <p:cxnSp>
        <p:nvCxnSpPr>
          <p:cNvPr id="46" name="Google Shape;210;p7">
            <a:extLst>
              <a:ext uri="{FF2B5EF4-FFF2-40B4-BE49-F238E27FC236}">
                <a16:creationId xmlns:a16="http://schemas.microsoft.com/office/drawing/2014/main" id="{980E5574-7AF8-DEEC-708E-7F6528C52B74}"/>
              </a:ext>
            </a:extLst>
          </p:cNvPr>
          <p:cNvCxnSpPr>
            <a:cxnSpLocks/>
          </p:cNvCxnSpPr>
          <p:nvPr/>
        </p:nvCxnSpPr>
        <p:spPr>
          <a:xfrm flipV="1">
            <a:off x="5530904" y="3702686"/>
            <a:ext cx="0" cy="410527"/>
          </a:xfrm>
          <a:prstGeom prst="straightConnector1">
            <a:avLst/>
          </a:prstGeom>
          <a:noFill/>
          <a:ln w="12700" cap="flat" cmpd="sng">
            <a:solidFill>
              <a:srgbClr val="901A8A"/>
            </a:solidFill>
            <a:prstDash val="solid"/>
            <a:round/>
            <a:headEnd type="none" w="sm" len="sm"/>
            <a:tailEnd type="triangle" w="med" len="med"/>
          </a:ln>
        </p:spPr>
      </p:cxnSp>
      <p:sp>
        <p:nvSpPr>
          <p:cNvPr id="47" name="Google Shape;265;p16" descr="Small square with numeral 1 inside">
            <a:extLst>
              <a:ext uri="{FF2B5EF4-FFF2-40B4-BE49-F238E27FC236}">
                <a16:creationId xmlns:a16="http://schemas.microsoft.com/office/drawing/2014/main" id="{9C087746-7772-CADA-7459-578B362E789C}"/>
              </a:ext>
            </a:extLst>
          </p:cNvPr>
          <p:cNvSpPr txBox="1"/>
          <p:nvPr/>
        </p:nvSpPr>
        <p:spPr>
          <a:xfrm>
            <a:off x="5369053" y="4127191"/>
            <a:ext cx="32946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10</a:t>
            </a:r>
            <a:endParaRPr sz="1000" b="1" i="0" u="none" strike="noStrike" cap="none" dirty="0">
              <a:solidFill>
                <a:schemeClr val="lt1"/>
              </a:solidFill>
              <a:latin typeface="Poppins"/>
              <a:ea typeface="Poppins"/>
              <a:cs typeface="Poppins"/>
              <a:sym typeface="Poppins"/>
            </a:endParaRPr>
          </a:p>
        </p:txBody>
      </p:sp>
      <p:cxnSp>
        <p:nvCxnSpPr>
          <p:cNvPr id="48" name="Google Shape;210;p7">
            <a:extLst>
              <a:ext uri="{FF2B5EF4-FFF2-40B4-BE49-F238E27FC236}">
                <a16:creationId xmlns:a16="http://schemas.microsoft.com/office/drawing/2014/main" id="{E91A730C-E3FA-7ABE-F88D-866F181F5EDB}"/>
              </a:ext>
            </a:extLst>
          </p:cNvPr>
          <p:cNvCxnSpPr>
            <a:cxnSpLocks/>
          </p:cNvCxnSpPr>
          <p:nvPr/>
        </p:nvCxnSpPr>
        <p:spPr>
          <a:xfrm flipV="1">
            <a:off x="4931016" y="3702688"/>
            <a:ext cx="0" cy="410525"/>
          </a:xfrm>
          <a:prstGeom prst="straightConnector1">
            <a:avLst/>
          </a:prstGeom>
          <a:noFill/>
          <a:ln w="12700" cap="flat" cmpd="sng">
            <a:solidFill>
              <a:srgbClr val="901A8A"/>
            </a:solidFill>
            <a:prstDash val="solid"/>
            <a:round/>
            <a:headEnd type="none" w="sm" len="sm"/>
            <a:tailEnd type="triangle" w="med" len="med"/>
          </a:ln>
        </p:spPr>
      </p:cxnSp>
      <p:sp>
        <p:nvSpPr>
          <p:cNvPr id="49" name="Google Shape;265;p16" descr="Small square with numeral 1 inside">
            <a:extLst>
              <a:ext uri="{FF2B5EF4-FFF2-40B4-BE49-F238E27FC236}">
                <a16:creationId xmlns:a16="http://schemas.microsoft.com/office/drawing/2014/main" id="{BBC636D9-32E5-AC42-95A0-FC048D224129}"/>
              </a:ext>
            </a:extLst>
          </p:cNvPr>
          <p:cNvSpPr txBox="1"/>
          <p:nvPr/>
        </p:nvSpPr>
        <p:spPr>
          <a:xfrm>
            <a:off x="4820023" y="412578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9</a:t>
            </a:r>
            <a:endParaRPr sz="1000" b="1" i="0" u="none" strike="noStrike" cap="none" dirty="0">
              <a:solidFill>
                <a:schemeClr val="lt1"/>
              </a:solidFill>
              <a:latin typeface="Poppins"/>
              <a:ea typeface="Poppins"/>
              <a:cs typeface="Poppins"/>
              <a:sym typeface="Poppins"/>
            </a:endParaRPr>
          </a:p>
        </p:txBody>
      </p:sp>
      <p:cxnSp>
        <p:nvCxnSpPr>
          <p:cNvPr id="50" name="Google Shape;210;p7">
            <a:extLst>
              <a:ext uri="{FF2B5EF4-FFF2-40B4-BE49-F238E27FC236}">
                <a16:creationId xmlns:a16="http://schemas.microsoft.com/office/drawing/2014/main" id="{C7C6050B-F90F-FFC9-D111-549695775871}"/>
              </a:ext>
            </a:extLst>
          </p:cNvPr>
          <p:cNvCxnSpPr>
            <a:cxnSpLocks/>
          </p:cNvCxnSpPr>
          <p:nvPr/>
        </p:nvCxnSpPr>
        <p:spPr>
          <a:xfrm flipV="1">
            <a:off x="3685829" y="3700307"/>
            <a:ext cx="0" cy="412906"/>
          </a:xfrm>
          <a:prstGeom prst="straightConnector1">
            <a:avLst/>
          </a:prstGeom>
          <a:noFill/>
          <a:ln w="12700" cap="flat" cmpd="sng">
            <a:solidFill>
              <a:srgbClr val="901A8A"/>
            </a:solidFill>
            <a:prstDash val="solid"/>
            <a:round/>
            <a:headEnd type="none" w="sm" len="sm"/>
            <a:tailEnd type="triangle" w="med" len="med"/>
          </a:ln>
        </p:spPr>
      </p:cxnSp>
      <p:sp>
        <p:nvSpPr>
          <p:cNvPr id="51" name="Google Shape;265;p16" descr="Small square with numeral 1 inside">
            <a:extLst>
              <a:ext uri="{FF2B5EF4-FFF2-40B4-BE49-F238E27FC236}">
                <a16:creationId xmlns:a16="http://schemas.microsoft.com/office/drawing/2014/main" id="{D1BAC39A-B3AF-9975-8C96-D805481CE4DD}"/>
              </a:ext>
            </a:extLst>
          </p:cNvPr>
          <p:cNvSpPr txBox="1"/>
          <p:nvPr/>
        </p:nvSpPr>
        <p:spPr>
          <a:xfrm>
            <a:off x="3574397" y="412601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8</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1584050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E3845E83-7657-D5FD-68A0-519351DB233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0549E61-283A-DA4B-FFC4-9891F465957C}"/>
              </a:ext>
            </a:extLst>
          </p:cNvPr>
          <p:cNvPicPr>
            <a:picLocks noChangeAspect="1"/>
          </p:cNvPicPr>
          <p:nvPr/>
        </p:nvPicPr>
        <p:blipFill>
          <a:blip r:embed="rId3"/>
          <a:srcRect l="26325" t="19245" r="26381" b="20050"/>
          <a:stretch>
            <a:fillRect/>
          </a:stretch>
        </p:blipFill>
        <p:spPr>
          <a:xfrm>
            <a:off x="2294553" y="1790000"/>
            <a:ext cx="5430346" cy="3920647"/>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4FC09804-BBF0-F652-8A4C-4EAACA05D9B2}"/>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Understanding the Edit pop-up modal</a:t>
            </a:r>
            <a:endParaRPr dirty="0"/>
          </a:p>
        </p:txBody>
      </p:sp>
      <p:sp>
        <p:nvSpPr>
          <p:cNvPr id="449" name="Google Shape;449;p9">
            <a:hlinkClick r:id="rId4" action="ppaction://hlinksldjump"/>
            <a:extLst>
              <a:ext uri="{FF2B5EF4-FFF2-40B4-BE49-F238E27FC236}">
                <a16:creationId xmlns:a16="http://schemas.microsoft.com/office/drawing/2014/main" id="{527A94E2-00C5-851C-0D3B-22BC6CF129F6}"/>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5" name="TextBox 4">
            <a:extLst>
              <a:ext uri="{FF2B5EF4-FFF2-40B4-BE49-F238E27FC236}">
                <a16:creationId xmlns:a16="http://schemas.microsoft.com/office/drawing/2014/main" id="{07990E53-F069-9381-41F7-C42373640AC8}"/>
              </a:ext>
            </a:extLst>
          </p:cNvPr>
          <p:cNvSpPr txBox="1"/>
          <p:nvPr/>
        </p:nvSpPr>
        <p:spPr>
          <a:xfrm>
            <a:off x="8975725" y="1449388"/>
            <a:ext cx="2854831" cy="3888244"/>
          </a:xfrm>
          <a:prstGeom prst="rect">
            <a:avLst/>
          </a:prstGeom>
          <a:noFill/>
        </p:spPr>
        <p:txBody>
          <a:bodyPr wrap="square">
            <a:spAutoFit/>
          </a:bodyPr>
          <a:lstStyle/>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Undo / Redo button </a:t>
            </a:r>
            <a:r>
              <a:rPr lang="en-US" sz="1000" dirty="0">
                <a:solidFill>
                  <a:schemeClr val="tx1"/>
                </a:solidFill>
                <a:latin typeface="Poppins"/>
                <a:ea typeface="Poppins"/>
                <a:cs typeface="Poppins"/>
                <a:sym typeface="Poppins"/>
              </a:rPr>
              <a:t>– Allows you to undo or redo changes made to the image.</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Save Image </a:t>
            </a:r>
            <a:r>
              <a:rPr lang="en-US" sz="1000" dirty="0">
                <a:solidFill>
                  <a:schemeClr val="tx1"/>
                </a:solidFill>
                <a:latin typeface="Poppins"/>
                <a:ea typeface="Poppins"/>
                <a:cs typeface="Poppins"/>
                <a:sym typeface="Poppins"/>
              </a:rPr>
              <a:t>– Saves the changes applied to the image.</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Close (X) icon</a:t>
            </a:r>
            <a:r>
              <a:rPr lang="en-US" sz="1000" dirty="0">
                <a:solidFill>
                  <a:schemeClr val="tx1"/>
                </a:solidFill>
                <a:latin typeface="Poppins"/>
                <a:ea typeface="Poppins"/>
                <a:cs typeface="Poppins"/>
                <a:sym typeface="Poppins"/>
              </a:rPr>
              <a:t> – Closes the Edit pop-up modal without saving any changes made.</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Size</a:t>
            </a:r>
            <a:r>
              <a:rPr lang="en-US" sz="1000" dirty="0">
                <a:solidFill>
                  <a:schemeClr val="tx1"/>
                </a:solidFill>
                <a:latin typeface="Poppins"/>
                <a:ea typeface="Poppins"/>
                <a:cs typeface="Poppins"/>
                <a:sym typeface="Poppins"/>
              </a:rPr>
              <a:t> – Allows you to adjust the image size.</a:t>
            </a: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Crop</a:t>
            </a:r>
            <a:r>
              <a:rPr lang="en-US" sz="1000" dirty="0">
                <a:solidFill>
                  <a:schemeClr val="tx1"/>
                </a:solidFill>
                <a:latin typeface="Poppins"/>
                <a:ea typeface="Poppins"/>
                <a:cs typeface="Poppins"/>
                <a:sym typeface="Poppins"/>
              </a:rPr>
              <a:t> – Allows you to crop the image. </a:t>
            </a:r>
            <a:r>
              <a:rPr lang="en-US" sz="1000" b="1"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Learn more</a:t>
            </a:r>
            <a:endParaRPr lang="en-US" sz="1000" b="1" u="sng" dirty="0">
              <a:solidFill>
                <a:schemeClr val="tx1"/>
              </a:solidFill>
              <a:latin typeface="Poppins"/>
              <a:ea typeface="Poppins"/>
              <a:cs typeface="Poppins"/>
              <a:sym typeface="Poppins"/>
            </a:endParaRP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Remove BG </a:t>
            </a:r>
            <a:r>
              <a:rPr lang="en-US" sz="1000" dirty="0">
                <a:solidFill>
                  <a:schemeClr val="tx1"/>
                </a:solidFill>
                <a:latin typeface="Poppins"/>
                <a:ea typeface="Poppins"/>
                <a:cs typeface="Poppins"/>
                <a:sym typeface="Poppins"/>
              </a:rPr>
              <a:t>– Allows you to remove the image background. </a:t>
            </a:r>
            <a:r>
              <a:rPr lang="en-US" sz="1000" b="1" u="sng" dirty="0">
                <a:solidFill>
                  <a:schemeClr val="tx1"/>
                </a:solidFill>
                <a:latin typeface="Poppins"/>
                <a:ea typeface="Poppins"/>
                <a:cs typeface="Poppins"/>
                <a:sym typeface="Poppins"/>
                <a:hlinkClick r:id="" action="ppaction://noaction">
                  <a:extLst>
                    <a:ext uri="{A12FA001-AC4F-418D-AE19-62706E023703}">
                      <ahyp:hlinkClr xmlns:ahyp="http://schemas.microsoft.com/office/drawing/2018/hyperlinkcolor" val="tx"/>
                    </a:ext>
                  </a:extLst>
                </a:hlinkClick>
              </a:rPr>
              <a:t>Learn more</a:t>
            </a:r>
            <a:endParaRPr lang="en-US" sz="1000" dirty="0">
              <a:solidFill>
                <a:schemeClr val="tx1"/>
              </a:solidFill>
              <a:latin typeface="Poppins"/>
              <a:ea typeface="Poppins"/>
              <a:cs typeface="Poppins"/>
              <a:sym typeface="Poppins"/>
            </a:endParaRPr>
          </a:p>
          <a:p>
            <a:pPr marL="228600" indent="-228600">
              <a:spcBef>
                <a:spcPts val="800"/>
              </a:spcBef>
              <a:buFont typeface="+mj-lt"/>
              <a:buAutoNum type="arabicPeriod"/>
              <a:defRPr/>
            </a:pPr>
            <a:r>
              <a:rPr lang="en-US" sz="1000" b="1" dirty="0">
                <a:solidFill>
                  <a:schemeClr val="tx1"/>
                </a:solidFill>
                <a:latin typeface="Poppins"/>
                <a:ea typeface="Poppins"/>
                <a:cs typeface="Poppins"/>
                <a:sym typeface="Poppins"/>
              </a:rPr>
              <a:t>Export Image </a:t>
            </a:r>
            <a:r>
              <a:rPr lang="en-US" sz="1000" dirty="0">
                <a:solidFill>
                  <a:schemeClr val="tx1"/>
                </a:solidFill>
                <a:latin typeface="Poppins"/>
                <a:ea typeface="Poppins"/>
                <a:cs typeface="Poppins"/>
                <a:sym typeface="Poppins"/>
              </a:rPr>
              <a:t>– Allows you to export the image to your device or local storage.</a:t>
            </a:r>
          </a:p>
          <a:p>
            <a:pPr marL="228600" indent="-228600">
              <a:spcBef>
                <a:spcPts val="800"/>
              </a:spcBef>
              <a:buFont typeface="+mj-lt"/>
              <a:buAutoNum type="arabicPeriod"/>
              <a:defRPr/>
            </a:pPr>
            <a:r>
              <a:rPr kumimoji="0" lang="en-US" sz="1000" b="1" i="0" u="none" strike="noStrike" kern="0" cap="none" spc="0" normalizeH="0" baseline="0" noProof="0" dirty="0">
                <a:ln>
                  <a:noFill/>
                </a:ln>
                <a:solidFill>
                  <a:schemeClr val="tx1"/>
                </a:solidFill>
                <a:effectLst/>
                <a:uLnTx/>
                <a:uFillTx/>
                <a:latin typeface="Poppins"/>
                <a:ea typeface="Poppins"/>
                <a:cs typeface="Poppins"/>
                <a:sym typeface="Poppins"/>
              </a:rPr>
              <a:t>Replace Image</a:t>
            </a:r>
            <a:r>
              <a:rPr kumimoji="0" lang="en-US" sz="1000" i="0" u="none" strike="noStrike" kern="0" cap="none" spc="0" normalizeH="0" baseline="0" noProof="0" dirty="0">
                <a:ln>
                  <a:noFill/>
                </a:ln>
                <a:solidFill>
                  <a:schemeClr val="tx1"/>
                </a:solidFill>
                <a:effectLst/>
                <a:uLnTx/>
                <a:uFillTx/>
                <a:latin typeface="Poppins"/>
                <a:ea typeface="Poppins"/>
                <a:cs typeface="Poppins"/>
                <a:sym typeface="Poppins"/>
              </a:rPr>
              <a:t> – Allows you to replace the current image with a new one.</a:t>
            </a:r>
          </a:p>
        </p:txBody>
      </p:sp>
      <p:sp>
        <p:nvSpPr>
          <p:cNvPr id="9" name="Google Shape;265;p16" descr="Small square with numeral 1 inside">
            <a:extLst>
              <a:ext uri="{FF2B5EF4-FFF2-40B4-BE49-F238E27FC236}">
                <a16:creationId xmlns:a16="http://schemas.microsoft.com/office/drawing/2014/main" id="{C4D4E177-EEC3-0234-34FA-1D814A11E2C2}"/>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43" name="Google Shape;265;p16" descr="Small square with numeral 1 inside">
            <a:extLst>
              <a:ext uri="{FF2B5EF4-FFF2-40B4-BE49-F238E27FC236}">
                <a16:creationId xmlns:a16="http://schemas.microsoft.com/office/drawing/2014/main" id="{2E72C465-4671-3BCF-6CC7-BE1A94F4BEF0}"/>
              </a:ext>
            </a:extLst>
          </p:cNvPr>
          <p:cNvSpPr txBox="1"/>
          <p:nvPr/>
        </p:nvSpPr>
        <p:spPr>
          <a:xfrm>
            <a:off x="9003359" y="207121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44" name="Google Shape;265;p16" descr="Small square with numeral 1 inside">
            <a:extLst>
              <a:ext uri="{FF2B5EF4-FFF2-40B4-BE49-F238E27FC236}">
                <a16:creationId xmlns:a16="http://schemas.microsoft.com/office/drawing/2014/main" id="{260F82ED-8CDC-124C-CD4B-C256FAAE4CA1}"/>
              </a:ext>
            </a:extLst>
          </p:cNvPr>
          <p:cNvSpPr txBox="1"/>
          <p:nvPr/>
        </p:nvSpPr>
        <p:spPr>
          <a:xfrm>
            <a:off x="9003555" y="246377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
        <p:nvSpPr>
          <p:cNvPr id="45" name="Google Shape;265;p16" descr="Small square with numeral 1 inside">
            <a:extLst>
              <a:ext uri="{FF2B5EF4-FFF2-40B4-BE49-F238E27FC236}">
                <a16:creationId xmlns:a16="http://schemas.microsoft.com/office/drawing/2014/main" id="{C52D50A2-91A3-65BB-7A3D-F7143C1ED55B}"/>
              </a:ext>
            </a:extLst>
          </p:cNvPr>
          <p:cNvSpPr txBox="1"/>
          <p:nvPr/>
        </p:nvSpPr>
        <p:spPr>
          <a:xfrm>
            <a:off x="9001710" y="303371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46" name="Google Shape;265;p16" descr="Small square with numeral 1 inside">
            <a:extLst>
              <a:ext uri="{FF2B5EF4-FFF2-40B4-BE49-F238E27FC236}">
                <a16:creationId xmlns:a16="http://schemas.microsoft.com/office/drawing/2014/main" id="{474726CA-3C43-F87B-B9B7-12A66A5B8206}"/>
              </a:ext>
            </a:extLst>
          </p:cNvPr>
          <p:cNvSpPr txBox="1"/>
          <p:nvPr/>
        </p:nvSpPr>
        <p:spPr>
          <a:xfrm>
            <a:off x="9003555" y="344287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47" name="Google Shape;265;p16" descr="Small square with numeral 1 inside">
            <a:extLst>
              <a:ext uri="{FF2B5EF4-FFF2-40B4-BE49-F238E27FC236}">
                <a16:creationId xmlns:a16="http://schemas.microsoft.com/office/drawing/2014/main" id="{FA74D50B-F716-7301-20F4-6E34EF556061}"/>
              </a:ext>
            </a:extLst>
          </p:cNvPr>
          <p:cNvSpPr txBox="1"/>
          <p:nvPr/>
        </p:nvSpPr>
        <p:spPr>
          <a:xfrm>
            <a:off x="9003404" y="3850577"/>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a:solidFill>
                  <a:schemeClr val="lt1"/>
                </a:solidFill>
                <a:latin typeface="Poppins"/>
                <a:ea typeface="Poppins"/>
                <a:cs typeface="Poppins"/>
                <a:sym typeface="Poppins"/>
              </a:rPr>
              <a:t>6</a:t>
            </a:r>
            <a:endParaRPr sz="1000" b="1" i="0" u="none" strike="noStrike" cap="none">
              <a:solidFill>
                <a:schemeClr val="lt1"/>
              </a:solidFill>
              <a:latin typeface="Poppins"/>
              <a:ea typeface="Poppins"/>
              <a:cs typeface="Poppins"/>
              <a:sym typeface="Poppins"/>
            </a:endParaRPr>
          </a:p>
        </p:txBody>
      </p:sp>
      <p:sp>
        <p:nvSpPr>
          <p:cNvPr id="48" name="Google Shape;265;p16" descr="Small square with numeral 1 inside">
            <a:extLst>
              <a:ext uri="{FF2B5EF4-FFF2-40B4-BE49-F238E27FC236}">
                <a16:creationId xmlns:a16="http://schemas.microsoft.com/office/drawing/2014/main" id="{535F4799-1418-6A85-F0AF-D42635EF12DA}"/>
              </a:ext>
            </a:extLst>
          </p:cNvPr>
          <p:cNvSpPr txBox="1"/>
          <p:nvPr/>
        </p:nvSpPr>
        <p:spPr>
          <a:xfrm>
            <a:off x="9005785" y="425537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7</a:t>
            </a:r>
            <a:endParaRPr sz="1000" b="1" i="0" u="none" strike="noStrike" cap="none" dirty="0">
              <a:solidFill>
                <a:schemeClr val="lt1"/>
              </a:solidFill>
              <a:latin typeface="Poppins"/>
              <a:ea typeface="Poppins"/>
              <a:cs typeface="Poppins"/>
              <a:sym typeface="Poppins"/>
            </a:endParaRPr>
          </a:p>
        </p:txBody>
      </p:sp>
      <p:sp>
        <p:nvSpPr>
          <p:cNvPr id="49" name="Google Shape;265;p16" descr="Small square with numeral 1 inside">
            <a:extLst>
              <a:ext uri="{FF2B5EF4-FFF2-40B4-BE49-F238E27FC236}">
                <a16:creationId xmlns:a16="http://schemas.microsoft.com/office/drawing/2014/main" id="{D9CC6677-44F0-28CF-E816-EB38C601F85A}"/>
              </a:ext>
            </a:extLst>
          </p:cNvPr>
          <p:cNvSpPr txBox="1"/>
          <p:nvPr/>
        </p:nvSpPr>
        <p:spPr>
          <a:xfrm>
            <a:off x="9003555" y="480806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8</a:t>
            </a:r>
            <a:endParaRPr sz="1000" b="1" i="0" u="none" strike="noStrike" cap="none" dirty="0">
              <a:solidFill>
                <a:schemeClr val="lt1"/>
              </a:solidFill>
              <a:latin typeface="Poppins"/>
              <a:ea typeface="Poppins"/>
              <a:cs typeface="Poppins"/>
              <a:sym typeface="Poppins"/>
            </a:endParaRPr>
          </a:p>
        </p:txBody>
      </p:sp>
      <p:cxnSp>
        <p:nvCxnSpPr>
          <p:cNvPr id="3" name="Google Shape;210;p7">
            <a:extLst>
              <a:ext uri="{FF2B5EF4-FFF2-40B4-BE49-F238E27FC236}">
                <a16:creationId xmlns:a16="http://schemas.microsoft.com/office/drawing/2014/main" id="{E863A93F-01EA-DFCF-1A45-077BC8E030B8}"/>
              </a:ext>
            </a:extLst>
          </p:cNvPr>
          <p:cNvCxnSpPr>
            <a:cxnSpLocks/>
          </p:cNvCxnSpPr>
          <p:nvPr/>
        </p:nvCxnSpPr>
        <p:spPr>
          <a:xfrm flipV="1">
            <a:off x="4733706" y="5668904"/>
            <a:ext cx="0" cy="276858"/>
          </a:xfrm>
          <a:prstGeom prst="straightConnector1">
            <a:avLst/>
          </a:prstGeom>
          <a:noFill/>
          <a:ln w="12700" cap="flat" cmpd="sng">
            <a:solidFill>
              <a:srgbClr val="901A8A"/>
            </a:solidFill>
            <a:prstDash val="solid"/>
            <a:round/>
            <a:headEnd type="none" w="sm" len="sm"/>
            <a:tailEnd type="triangle" w="med" len="med"/>
          </a:ln>
        </p:spPr>
      </p:cxnSp>
      <p:sp>
        <p:nvSpPr>
          <p:cNvPr id="12" name="Rectangle 11">
            <a:extLst>
              <a:ext uri="{FF2B5EF4-FFF2-40B4-BE49-F238E27FC236}">
                <a16:creationId xmlns:a16="http://schemas.microsoft.com/office/drawing/2014/main" id="{C4A0BA19-9F1F-2AA9-F2FA-4A0225BA9024}"/>
              </a:ext>
            </a:extLst>
          </p:cNvPr>
          <p:cNvSpPr/>
          <p:nvPr/>
        </p:nvSpPr>
        <p:spPr>
          <a:xfrm>
            <a:off x="5991228" y="1883686"/>
            <a:ext cx="445291" cy="202070"/>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9" name="Rectangle 18">
            <a:extLst>
              <a:ext uri="{FF2B5EF4-FFF2-40B4-BE49-F238E27FC236}">
                <a16:creationId xmlns:a16="http://schemas.microsoft.com/office/drawing/2014/main" id="{E12C955F-BCB4-1770-1A9C-0C144608261F}"/>
              </a:ext>
            </a:extLst>
          </p:cNvPr>
          <p:cNvSpPr/>
          <p:nvPr/>
        </p:nvSpPr>
        <p:spPr>
          <a:xfrm>
            <a:off x="7421918" y="1883686"/>
            <a:ext cx="197152" cy="202070"/>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24" name="Rectangle 23">
            <a:extLst>
              <a:ext uri="{FF2B5EF4-FFF2-40B4-BE49-F238E27FC236}">
                <a16:creationId xmlns:a16="http://schemas.microsoft.com/office/drawing/2014/main" id="{E6E94B47-1F45-BF68-8362-3D7F2736FCFA}"/>
              </a:ext>
            </a:extLst>
          </p:cNvPr>
          <p:cNvSpPr/>
          <p:nvPr/>
        </p:nvSpPr>
        <p:spPr>
          <a:xfrm>
            <a:off x="4369594" y="5444625"/>
            <a:ext cx="731044" cy="20634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27" name="Rectangle 26">
            <a:extLst>
              <a:ext uri="{FF2B5EF4-FFF2-40B4-BE49-F238E27FC236}">
                <a16:creationId xmlns:a16="http://schemas.microsoft.com/office/drawing/2014/main" id="{7C96D7BD-A8D1-3EC2-AC50-1E1B49BCCF44}"/>
              </a:ext>
            </a:extLst>
          </p:cNvPr>
          <p:cNvSpPr/>
          <p:nvPr/>
        </p:nvSpPr>
        <p:spPr>
          <a:xfrm>
            <a:off x="5166214" y="5442485"/>
            <a:ext cx="469104" cy="20634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28" name="Rectangle 27">
            <a:extLst>
              <a:ext uri="{FF2B5EF4-FFF2-40B4-BE49-F238E27FC236}">
                <a16:creationId xmlns:a16="http://schemas.microsoft.com/office/drawing/2014/main" id="{584868CA-E5F6-1455-4A9C-70A8BA3182AA}"/>
              </a:ext>
            </a:extLst>
          </p:cNvPr>
          <p:cNvSpPr/>
          <p:nvPr/>
        </p:nvSpPr>
        <p:spPr>
          <a:xfrm>
            <a:off x="6260307" y="5444625"/>
            <a:ext cx="872951" cy="20634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6" name="Google Shape;265;p16" descr="Small square with numeral 1 inside">
            <a:extLst>
              <a:ext uri="{FF2B5EF4-FFF2-40B4-BE49-F238E27FC236}">
                <a16:creationId xmlns:a16="http://schemas.microsoft.com/office/drawing/2014/main" id="{5EEA39B3-1F35-9D41-EB9D-AF9E2DDED24E}"/>
              </a:ext>
            </a:extLst>
          </p:cNvPr>
          <p:cNvSpPr txBox="1"/>
          <p:nvPr/>
        </p:nvSpPr>
        <p:spPr>
          <a:xfrm>
            <a:off x="6100762" y="136912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40" name="Google Shape;265;p16" descr="Small square with numeral 1 inside">
            <a:extLst>
              <a:ext uri="{FF2B5EF4-FFF2-40B4-BE49-F238E27FC236}">
                <a16:creationId xmlns:a16="http://schemas.microsoft.com/office/drawing/2014/main" id="{FD36F306-A37E-99CF-6834-C8652CE7E3BA}"/>
              </a:ext>
            </a:extLst>
          </p:cNvPr>
          <p:cNvSpPr txBox="1"/>
          <p:nvPr/>
        </p:nvSpPr>
        <p:spPr>
          <a:xfrm>
            <a:off x="7412394" y="136666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50" name="Google Shape;265;p16" descr="Small square with numeral 1 inside">
            <a:extLst>
              <a:ext uri="{FF2B5EF4-FFF2-40B4-BE49-F238E27FC236}">
                <a16:creationId xmlns:a16="http://schemas.microsoft.com/office/drawing/2014/main" id="{FDE7C514-051B-B7AB-3651-E728309D8EA1}"/>
              </a:ext>
            </a:extLst>
          </p:cNvPr>
          <p:cNvSpPr txBox="1"/>
          <p:nvPr/>
        </p:nvSpPr>
        <p:spPr>
          <a:xfrm>
            <a:off x="4621840" y="596026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cxnSp>
        <p:nvCxnSpPr>
          <p:cNvPr id="51" name="Google Shape;210;p7">
            <a:extLst>
              <a:ext uri="{FF2B5EF4-FFF2-40B4-BE49-F238E27FC236}">
                <a16:creationId xmlns:a16="http://schemas.microsoft.com/office/drawing/2014/main" id="{FD1E7E75-342B-4354-EB42-C54275279FF3}"/>
              </a:ext>
            </a:extLst>
          </p:cNvPr>
          <p:cNvCxnSpPr>
            <a:cxnSpLocks/>
          </p:cNvCxnSpPr>
          <p:nvPr/>
        </p:nvCxnSpPr>
        <p:spPr>
          <a:xfrm flipV="1">
            <a:off x="5397433" y="5668508"/>
            <a:ext cx="0" cy="277969"/>
          </a:xfrm>
          <a:prstGeom prst="straightConnector1">
            <a:avLst/>
          </a:prstGeom>
          <a:noFill/>
          <a:ln w="12700" cap="flat" cmpd="sng">
            <a:solidFill>
              <a:srgbClr val="901A8A"/>
            </a:solidFill>
            <a:prstDash val="solid"/>
            <a:round/>
            <a:headEnd type="none" w="sm" len="sm"/>
            <a:tailEnd type="triangle" w="med" len="med"/>
          </a:ln>
        </p:spPr>
      </p:cxnSp>
      <p:sp>
        <p:nvSpPr>
          <p:cNvPr id="52" name="Google Shape;265;p16" descr="Small square with numeral 1 inside">
            <a:extLst>
              <a:ext uri="{FF2B5EF4-FFF2-40B4-BE49-F238E27FC236}">
                <a16:creationId xmlns:a16="http://schemas.microsoft.com/office/drawing/2014/main" id="{427C90EA-2D99-FEA4-176F-06F7E85FD1F9}"/>
              </a:ext>
            </a:extLst>
          </p:cNvPr>
          <p:cNvSpPr txBox="1"/>
          <p:nvPr/>
        </p:nvSpPr>
        <p:spPr>
          <a:xfrm>
            <a:off x="5285141" y="595901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cxnSp>
        <p:nvCxnSpPr>
          <p:cNvPr id="53" name="Google Shape;210;p7">
            <a:extLst>
              <a:ext uri="{FF2B5EF4-FFF2-40B4-BE49-F238E27FC236}">
                <a16:creationId xmlns:a16="http://schemas.microsoft.com/office/drawing/2014/main" id="{789B6B0E-8DFB-EB70-9633-B2284F8C55CD}"/>
              </a:ext>
            </a:extLst>
          </p:cNvPr>
          <p:cNvCxnSpPr>
            <a:cxnSpLocks/>
          </p:cNvCxnSpPr>
          <p:nvPr/>
        </p:nvCxnSpPr>
        <p:spPr>
          <a:xfrm flipV="1">
            <a:off x="6695463" y="5670261"/>
            <a:ext cx="114" cy="274455"/>
          </a:xfrm>
          <a:prstGeom prst="straightConnector1">
            <a:avLst/>
          </a:prstGeom>
          <a:noFill/>
          <a:ln w="12700" cap="flat" cmpd="sng">
            <a:solidFill>
              <a:srgbClr val="901A8A"/>
            </a:solidFill>
            <a:prstDash val="solid"/>
            <a:round/>
            <a:headEnd type="none" w="sm" len="sm"/>
            <a:tailEnd type="triangle" w="med" len="med"/>
          </a:ln>
        </p:spPr>
      </p:cxnSp>
      <p:sp>
        <p:nvSpPr>
          <p:cNvPr id="54" name="Google Shape;265;p16" descr="Small square with numeral 1 inside">
            <a:extLst>
              <a:ext uri="{FF2B5EF4-FFF2-40B4-BE49-F238E27FC236}">
                <a16:creationId xmlns:a16="http://schemas.microsoft.com/office/drawing/2014/main" id="{5A6C1264-BA01-011E-8A60-AA771D4727B3}"/>
              </a:ext>
            </a:extLst>
          </p:cNvPr>
          <p:cNvSpPr txBox="1"/>
          <p:nvPr/>
        </p:nvSpPr>
        <p:spPr>
          <a:xfrm>
            <a:off x="6583172" y="5959477"/>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55" name="Google Shape;265;p16" descr="Small square with numeral 1 inside">
            <a:extLst>
              <a:ext uri="{FF2B5EF4-FFF2-40B4-BE49-F238E27FC236}">
                <a16:creationId xmlns:a16="http://schemas.microsoft.com/office/drawing/2014/main" id="{D9782905-B670-F3D7-911F-25E0CBE656DC}"/>
              </a:ext>
            </a:extLst>
          </p:cNvPr>
          <p:cNvSpPr txBox="1"/>
          <p:nvPr/>
        </p:nvSpPr>
        <p:spPr>
          <a:xfrm>
            <a:off x="6887220" y="136407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cxnSp>
        <p:nvCxnSpPr>
          <p:cNvPr id="58" name="Google Shape;210;p7">
            <a:extLst>
              <a:ext uri="{FF2B5EF4-FFF2-40B4-BE49-F238E27FC236}">
                <a16:creationId xmlns:a16="http://schemas.microsoft.com/office/drawing/2014/main" id="{A13370D5-AFB2-D92D-2965-0182AA1AFE74}"/>
              </a:ext>
            </a:extLst>
          </p:cNvPr>
          <p:cNvCxnSpPr>
            <a:cxnSpLocks/>
          </p:cNvCxnSpPr>
          <p:nvPr/>
        </p:nvCxnSpPr>
        <p:spPr>
          <a:xfrm flipH="1">
            <a:off x="7520761" y="1624541"/>
            <a:ext cx="2163" cy="237073"/>
          </a:xfrm>
          <a:prstGeom prst="straightConnector1">
            <a:avLst/>
          </a:prstGeom>
          <a:noFill/>
          <a:ln w="12700" cap="flat" cmpd="sng">
            <a:solidFill>
              <a:srgbClr val="901A8A"/>
            </a:solidFill>
            <a:prstDash val="solid"/>
            <a:round/>
            <a:headEnd type="none" w="sm" len="sm"/>
            <a:tailEnd type="triangle" w="med" len="med"/>
          </a:ln>
        </p:spPr>
      </p:cxnSp>
      <p:cxnSp>
        <p:nvCxnSpPr>
          <p:cNvPr id="59" name="Google Shape;210;p7">
            <a:extLst>
              <a:ext uri="{FF2B5EF4-FFF2-40B4-BE49-F238E27FC236}">
                <a16:creationId xmlns:a16="http://schemas.microsoft.com/office/drawing/2014/main" id="{888D340A-E8D6-F228-3DCA-2416CFDA7FC2}"/>
              </a:ext>
            </a:extLst>
          </p:cNvPr>
          <p:cNvCxnSpPr>
            <a:cxnSpLocks/>
          </p:cNvCxnSpPr>
          <p:nvPr/>
        </p:nvCxnSpPr>
        <p:spPr>
          <a:xfrm>
            <a:off x="6998143" y="1622160"/>
            <a:ext cx="0" cy="251359"/>
          </a:xfrm>
          <a:prstGeom prst="straightConnector1">
            <a:avLst/>
          </a:prstGeom>
          <a:noFill/>
          <a:ln w="12700" cap="flat" cmpd="sng">
            <a:solidFill>
              <a:srgbClr val="901A8A"/>
            </a:solidFill>
            <a:prstDash val="solid"/>
            <a:round/>
            <a:headEnd type="none" w="sm" len="sm"/>
            <a:tailEnd type="triangle" w="med" len="med"/>
          </a:ln>
        </p:spPr>
      </p:cxnSp>
      <p:cxnSp>
        <p:nvCxnSpPr>
          <p:cNvPr id="60" name="Google Shape;210;p7">
            <a:extLst>
              <a:ext uri="{FF2B5EF4-FFF2-40B4-BE49-F238E27FC236}">
                <a16:creationId xmlns:a16="http://schemas.microsoft.com/office/drawing/2014/main" id="{0FF128AA-0BEC-343A-309C-615B5C93133D}"/>
              </a:ext>
            </a:extLst>
          </p:cNvPr>
          <p:cNvCxnSpPr>
            <a:cxnSpLocks/>
          </p:cNvCxnSpPr>
          <p:nvPr/>
        </p:nvCxnSpPr>
        <p:spPr>
          <a:xfrm>
            <a:off x="6213054" y="1627082"/>
            <a:ext cx="0" cy="235877"/>
          </a:xfrm>
          <a:prstGeom prst="straightConnector1">
            <a:avLst/>
          </a:prstGeom>
          <a:noFill/>
          <a:ln w="12700" cap="flat" cmpd="sng">
            <a:solidFill>
              <a:srgbClr val="901A8A"/>
            </a:solidFill>
            <a:prstDash val="solid"/>
            <a:round/>
            <a:headEnd type="none" w="sm" len="sm"/>
            <a:tailEnd type="triangle" w="med" len="med"/>
          </a:ln>
        </p:spPr>
      </p:cxnSp>
      <p:cxnSp>
        <p:nvCxnSpPr>
          <p:cNvPr id="31" name="Google Shape;210;p7">
            <a:extLst>
              <a:ext uri="{FF2B5EF4-FFF2-40B4-BE49-F238E27FC236}">
                <a16:creationId xmlns:a16="http://schemas.microsoft.com/office/drawing/2014/main" id="{339F097B-484F-CF7C-0441-4962253A8717}"/>
              </a:ext>
            </a:extLst>
          </p:cNvPr>
          <p:cNvCxnSpPr>
            <a:cxnSpLocks/>
          </p:cNvCxnSpPr>
          <p:nvPr/>
        </p:nvCxnSpPr>
        <p:spPr>
          <a:xfrm flipV="1">
            <a:off x="2698092" y="5670576"/>
            <a:ext cx="0" cy="275186"/>
          </a:xfrm>
          <a:prstGeom prst="straightConnector1">
            <a:avLst/>
          </a:prstGeom>
          <a:noFill/>
          <a:ln w="12700" cap="flat" cmpd="sng">
            <a:solidFill>
              <a:srgbClr val="901A8A"/>
            </a:solidFill>
            <a:prstDash val="solid"/>
            <a:round/>
            <a:headEnd type="none" w="sm" len="sm"/>
            <a:tailEnd type="triangle" w="med" len="med"/>
          </a:ln>
        </p:spPr>
      </p:cxnSp>
      <p:sp>
        <p:nvSpPr>
          <p:cNvPr id="32" name="Rectangle 31">
            <a:extLst>
              <a:ext uri="{FF2B5EF4-FFF2-40B4-BE49-F238E27FC236}">
                <a16:creationId xmlns:a16="http://schemas.microsoft.com/office/drawing/2014/main" id="{5C3C819D-6172-2E9A-3A34-ED0B80DD3579}"/>
              </a:ext>
            </a:extLst>
          </p:cNvPr>
          <p:cNvSpPr/>
          <p:nvPr/>
        </p:nvSpPr>
        <p:spPr>
          <a:xfrm>
            <a:off x="2399608" y="5446765"/>
            <a:ext cx="599962" cy="20420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3" name="Rectangle 32">
            <a:extLst>
              <a:ext uri="{FF2B5EF4-FFF2-40B4-BE49-F238E27FC236}">
                <a16:creationId xmlns:a16="http://schemas.microsoft.com/office/drawing/2014/main" id="{D58DFEAF-99BC-491F-EFC5-AA2EA1322599}"/>
              </a:ext>
            </a:extLst>
          </p:cNvPr>
          <p:cNvSpPr/>
          <p:nvPr/>
        </p:nvSpPr>
        <p:spPr>
          <a:xfrm>
            <a:off x="3045626" y="5444625"/>
            <a:ext cx="552441" cy="20420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4" name="Google Shape;265;p16" descr="Small square with numeral 1 inside">
            <a:extLst>
              <a:ext uri="{FF2B5EF4-FFF2-40B4-BE49-F238E27FC236}">
                <a16:creationId xmlns:a16="http://schemas.microsoft.com/office/drawing/2014/main" id="{BC58AF7B-63EA-BAFC-AF37-FF7D20AC3A9E}"/>
              </a:ext>
            </a:extLst>
          </p:cNvPr>
          <p:cNvSpPr txBox="1"/>
          <p:nvPr/>
        </p:nvSpPr>
        <p:spPr>
          <a:xfrm>
            <a:off x="2585800" y="595788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8</a:t>
            </a:r>
            <a:endParaRPr sz="1000" b="1" i="0" u="none" strike="noStrike" cap="none" dirty="0">
              <a:solidFill>
                <a:schemeClr val="lt1"/>
              </a:solidFill>
              <a:latin typeface="Poppins"/>
              <a:ea typeface="Poppins"/>
              <a:cs typeface="Poppins"/>
              <a:sym typeface="Poppins"/>
            </a:endParaRPr>
          </a:p>
        </p:txBody>
      </p:sp>
      <p:cxnSp>
        <p:nvCxnSpPr>
          <p:cNvPr id="35" name="Google Shape;210;p7">
            <a:extLst>
              <a:ext uri="{FF2B5EF4-FFF2-40B4-BE49-F238E27FC236}">
                <a16:creationId xmlns:a16="http://schemas.microsoft.com/office/drawing/2014/main" id="{34D3F3A7-B2CC-DC41-B729-FED0D436305D}"/>
              </a:ext>
            </a:extLst>
          </p:cNvPr>
          <p:cNvCxnSpPr>
            <a:cxnSpLocks/>
          </p:cNvCxnSpPr>
          <p:nvPr/>
        </p:nvCxnSpPr>
        <p:spPr>
          <a:xfrm flipV="1">
            <a:off x="3321846" y="5665970"/>
            <a:ext cx="690" cy="279792"/>
          </a:xfrm>
          <a:prstGeom prst="straightConnector1">
            <a:avLst/>
          </a:prstGeom>
          <a:noFill/>
          <a:ln w="12700" cap="flat" cmpd="sng">
            <a:solidFill>
              <a:srgbClr val="901A8A"/>
            </a:solidFill>
            <a:prstDash val="solid"/>
            <a:round/>
            <a:headEnd type="none" w="sm" len="sm"/>
            <a:tailEnd type="triangle" w="med" len="med"/>
          </a:ln>
        </p:spPr>
      </p:cxnSp>
      <p:sp>
        <p:nvSpPr>
          <p:cNvPr id="37" name="Google Shape;265;p16" descr="Small square with numeral 1 inside">
            <a:extLst>
              <a:ext uri="{FF2B5EF4-FFF2-40B4-BE49-F238E27FC236}">
                <a16:creationId xmlns:a16="http://schemas.microsoft.com/office/drawing/2014/main" id="{F7547D95-AA8F-255B-1D6B-376C867EB510}"/>
              </a:ext>
            </a:extLst>
          </p:cNvPr>
          <p:cNvSpPr txBox="1"/>
          <p:nvPr/>
        </p:nvSpPr>
        <p:spPr>
          <a:xfrm>
            <a:off x="3209554" y="5960263"/>
            <a:ext cx="2245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7</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34331258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527AD5F3-3AD7-4F72-18D6-23988B6C460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D08396D-B0E4-E4D4-5B74-D0D2F6907E56}"/>
              </a:ext>
            </a:extLst>
          </p:cNvPr>
          <p:cNvPicPr>
            <a:picLocks noChangeAspect="1"/>
          </p:cNvPicPr>
          <p:nvPr/>
        </p:nvPicPr>
        <p:blipFill>
          <a:blip r:embed="rId3"/>
          <a:srcRect l="39074" t="27408" r="39434" b="29028"/>
          <a:stretch>
            <a:fillRect/>
          </a:stretch>
        </p:blipFill>
        <p:spPr>
          <a:xfrm>
            <a:off x="2245123" y="1728099"/>
            <a:ext cx="3527719" cy="4022289"/>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A1AF4BA9-A32B-5C7C-F087-619E68E74D65}"/>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Understanding the Select Category pop-up modal </a:t>
            </a:r>
            <a:endParaRPr dirty="0"/>
          </a:p>
        </p:txBody>
      </p:sp>
      <p:sp>
        <p:nvSpPr>
          <p:cNvPr id="449" name="Google Shape;449;p9">
            <a:hlinkClick r:id="rId4" action="ppaction://hlinksldjump"/>
            <a:extLst>
              <a:ext uri="{FF2B5EF4-FFF2-40B4-BE49-F238E27FC236}">
                <a16:creationId xmlns:a16="http://schemas.microsoft.com/office/drawing/2014/main" id="{BC650601-BA9A-669B-0172-EC2D3856850F}"/>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2" name="TextBox 1">
            <a:extLst>
              <a:ext uri="{FF2B5EF4-FFF2-40B4-BE49-F238E27FC236}">
                <a16:creationId xmlns:a16="http://schemas.microsoft.com/office/drawing/2014/main" id="{22C0EF2D-1FC9-5457-41D5-B3520870EF50}"/>
              </a:ext>
            </a:extLst>
          </p:cNvPr>
          <p:cNvSpPr txBox="1"/>
          <p:nvPr/>
        </p:nvSpPr>
        <p:spPr>
          <a:xfrm>
            <a:off x="8975725" y="1449388"/>
            <a:ext cx="2854831" cy="2759730"/>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Drag Area </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Allows you to move the Select Category pop-up modal by dragging it.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Close (X) icon </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Allows you to close the Select Category pop-up modal.</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lang="en-US" sz="1000" b="1" dirty="0">
                <a:latin typeface="Poppins"/>
                <a:ea typeface="Poppins"/>
                <a:cs typeface="Poppins"/>
                <a:sym typeface="Poppins"/>
              </a:rPr>
              <a:t>Product Details </a:t>
            </a:r>
            <a:r>
              <a:rPr lang="en-US" sz="1000" dirty="0">
                <a:latin typeface="Poppins"/>
                <a:ea typeface="Poppins"/>
                <a:cs typeface="Poppins"/>
                <a:sym typeface="Poppins"/>
              </a:rPr>
              <a:t>– Displays the product image and name.</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Category</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 N/A is the default category. Any added categories are displayed below it.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New Category </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A text box used to enter a new category.</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Add</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 Adds the new category entered in the text box.</a:t>
            </a:r>
          </a:p>
        </p:txBody>
      </p:sp>
      <p:sp>
        <p:nvSpPr>
          <p:cNvPr id="3" name="Google Shape;265;p16" descr="Small square with numeral 1 inside">
            <a:extLst>
              <a:ext uri="{FF2B5EF4-FFF2-40B4-BE49-F238E27FC236}">
                <a16:creationId xmlns:a16="http://schemas.microsoft.com/office/drawing/2014/main" id="{2B52C935-E80C-8C7B-335A-CC02ADF6DBC3}"/>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8" name="Google Shape;265;p16" descr="Small square with numeral 1 inside">
            <a:extLst>
              <a:ext uri="{FF2B5EF4-FFF2-40B4-BE49-F238E27FC236}">
                <a16:creationId xmlns:a16="http://schemas.microsoft.com/office/drawing/2014/main" id="{D8547E7F-AEF5-0607-1E29-D8922BAA551F}"/>
              </a:ext>
            </a:extLst>
          </p:cNvPr>
          <p:cNvSpPr txBox="1"/>
          <p:nvPr/>
        </p:nvSpPr>
        <p:spPr>
          <a:xfrm>
            <a:off x="9003555" y="288368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4</a:t>
            </a:r>
            <a:endParaRPr sz="1000" b="1" i="0" u="none" strike="noStrike" cap="none">
              <a:solidFill>
                <a:schemeClr val="lt1"/>
              </a:solidFill>
              <a:latin typeface="Poppins"/>
              <a:ea typeface="Poppins"/>
              <a:cs typeface="Poppins"/>
              <a:sym typeface="Poppins"/>
            </a:endParaRPr>
          </a:p>
        </p:txBody>
      </p:sp>
      <p:sp>
        <p:nvSpPr>
          <p:cNvPr id="9" name="Google Shape;265;p16" descr="Small square with numeral 1 inside">
            <a:extLst>
              <a:ext uri="{FF2B5EF4-FFF2-40B4-BE49-F238E27FC236}">
                <a16:creationId xmlns:a16="http://schemas.microsoft.com/office/drawing/2014/main" id="{D0693124-A6D1-0D38-C51C-A31D52E1F3C5}"/>
              </a:ext>
            </a:extLst>
          </p:cNvPr>
          <p:cNvSpPr txBox="1"/>
          <p:nvPr/>
        </p:nvSpPr>
        <p:spPr>
          <a:xfrm>
            <a:off x="9003555" y="343693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33" name="Rectangle 32">
            <a:extLst>
              <a:ext uri="{FF2B5EF4-FFF2-40B4-BE49-F238E27FC236}">
                <a16:creationId xmlns:a16="http://schemas.microsoft.com/office/drawing/2014/main" id="{D3545FD4-71D4-89A1-E779-F4D93AA02341}"/>
              </a:ext>
            </a:extLst>
          </p:cNvPr>
          <p:cNvSpPr/>
          <p:nvPr/>
        </p:nvSpPr>
        <p:spPr>
          <a:xfrm>
            <a:off x="2453636" y="2277243"/>
            <a:ext cx="3138487" cy="1788204"/>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7" name="Rectangle 36">
            <a:extLst>
              <a:ext uri="{FF2B5EF4-FFF2-40B4-BE49-F238E27FC236}">
                <a16:creationId xmlns:a16="http://schemas.microsoft.com/office/drawing/2014/main" id="{E8780D9F-49ED-DB9D-6DE7-79A0688FF318}"/>
              </a:ext>
            </a:extLst>
          </p:cNvPr>
          <p:cNvSpPr/>
          <p:nvPr/>
        </p:nvSpPr>
        <p:spPr>
          <a:xfrm>
            <a:off x="2453635" y="4431198"/>
            <a:ext cx="3155157" cy="345219"/>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38" name="Rectangle 37">
            <a:extLst>
              <a:ext uri="{FF2B5EF4-FFF2-40B4-BE49-F238E27FC236}">
                <a16:creationId xmlns:a16="http://schemas.microsoft.com/office/drawing/2014/main" id="{8EBEC582-A949-9578-7C34-5934796E224C}"/>
              </a:ext>
            </a:extLst>
          </p:cNvPr>
          <p:cNvSpPr/>
          <p:nvPr/>
        </p:nvSpPr>
        <p:spPr>
          <a:xfrm>
            <a:off x="5394481" y="1852827"/>
            <a:ext cx="340519" cy="345222"/>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45" name="Google Shape;210;p7">
            <a:extLst>
              <a:ext uri="{FF2B5EF4-FFF2-40B4-BE49-F238E27FC236}">
                <a16:creationId xmlns:a16="http://schemas.microsoft.com/office/drawing/2014/main" id="{0AD980DB-8653-8A8F-17EC-13DD34497252}"/>
              </a:ext>
            </a:extLst>
          </p:cNvPr>
          <p:cNvCxnSpPr>
            <a:cxnSpLocks/>
          </p:cNvCxnSpPr>
          <p:nvPr/>
        </p:nvCxnSpPr>
        <p:spPr>
          <a:xfrm flipH="1">
            <a:off x="5789126" y="2025313"/>
            <a:ext cx="276867" cy="0"/>
          </a:xfrm>
          <a:prstGeom prst="straightConnector1">
            <a:avLst/>
          </a:prstGeom>
          <a:noFill/>
          <a:ln w="12700" cap="flat" cmpd="sng">
            <a:solidFill>
              <a:srgbClr val="901A8A"/>
            </a:solidFill>
            <a:prstDash val="solid"/>
            <a:round/>
            <a:headEnd type="none" w="sm" len="sm"/>
            <a:tailEnd type="triangle" w="med" len="med"/>
          </a:ln>
        </p:spPr>
      </p:cxnSp>
      <p:sp>
        <p:nvSpPr>
          <p:cNvPr id="46" name="Google Shape;265;p16" descr="Small square with numeral 1 inside">
            <a:extLst>
              <a:ext uri="{FF2B5EF4-FFF2-40B4-BE49-F238E27FC236}">
                <a16:creationId xmlns:a16="http://schemas.microsoft.com/office/drawing/2014/main" id="{DCF59E1E-E0DF-A4AD-000D-0F4DD15DA1B0}"/>
              </a:ext>
            </a:extLst>
          </p:cNvPr>
          <p:cNvSpPr txBox="1"/>
          <p:nvPr/>
        </p:nvSpPr>
        <p:spPr>
          <a:xfrm>
            <a:off x="6079809" y="190341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cxnSp>
        <p:nvCxnSpPr>
          <p:cNvPr id="49" name="Google Shape;210;p7">
            <a:extLst>
              <a:ext uri="{FF2B5EF4-FFF2-40B4-BE49-F238E27FC236}">
                <a16:creationId xmlns:a16="http://schemas.microsoft.com/office/drawing/2014/main" id="{D350A6DB-1D31-9B28-83EB-D46F8015B0E4}"/>
              </a:ext>
            </a:extLst>
          </p:cNvPr>
          <p:cNvCxnSpPr>
            <a:cxnSpLocks/>
          </p:cNvCxnSpPr>
          <p:nvPr/>
        </p:nvCxnSpPr>
        <p:spPr>
          <a:xfrm flipH="1">
            <a:off x="5613089" y="5319928"/>
            <a:ext cx="452904" cy="0"/>
          </a:xfrm>
          <a:prstGeom prst="straightConnector1">
            <a:avLst/>
          </a:prstGeom>
          <a:noFill/>
          <a:ln w="12700" cap="flat" cmpd="sng">
            <a:solidFill>
              <a:srgbClr val="901A8A"/>
            </a:solidFill>
            <a:prstDash val="solid"/>
            <a:round/>
            <a:headEnd type="none" w="sm" len="sm"/>
            <a:tailEnd type="triangle" w="med" len="med"/>
          </a:ln>
        </p:spPr>
      </p:cxnSp>
      <p:sp>
        <p:nvSpPr>
          <p:cNvPr id="50" name="Google Shape;265;p16" descr="Small square with numeral 1 inside">
            <a:extLst>
              <a:ext uri="{FF2B5EF4-FFF2-40B4-BE49-F238E27FC236}">
                <a16:creationId xmlns:a16="http://schemas.microsoft.com/office/drawing/2014/main" id="{C1F56717-9412-0EAB-F3B3-CD4D121B21CC}"/>
              </a:ext>
            </a:extLst>
          </p:cNvPr>
          <p:cNvSpPr txBox="1"/>
          <p:nvPr/>
        </p:nvSpPr>
        <p:spPr>
          <a:xfrm>
            <a:off x="6080083" y="519683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cxnSp>
        <p:nvCxnSpPr>
          <p:cNvPr id="51" name="Google Shape;210;p7">
            <a:extLst>
              <a:ext uri="{FF2B5EF4-FFF2-40B4-BE49-F238E27FC236}">
                <a16:creationId xmlns:a16="http://schemas.microsoft.com/office/drawing/2014/main" id="{40C367FD-C6B9-59A1-BD09-BE566EA5ECF0}"/>
              </a:ext>
            </a:extLst>
          </p:cNvPr>
          <p:cNvCxnSpPr>
            <a:cxnSpLocks/>
          </p:cNvCxnSpPr>
          <p:nvPr/>
        </p:nvCxnSpPr>
        <p:spPr>
          <a:xfrm>
            <a:off x="1997231" y="3169084"/>
            <a:ext cx="435359" cy="0"/>
          </a:xfrm>
          <a:prstGeom prst="straightConnector1">
            <a:avLst/>
          </a:prstGeom>
          <a:noFill/>
          <a:ln w="12700" cap="flat" cmpd="sng">
            <a:solidFill>
              <a:srgbClr val="901A8A"/>
            </a:solidFill>
            <a:prstDash val="solid"/>
            <a:round/>
            <a:headEnd type="none" w="sm" len="sm"/>
            <a:tailEnd type="triangle" w="med" len="med"/>
          </a:ln>
        </p:spPr>
      </p:cxnSp>
      <p:sp>
        <p:nvSpPr>
          <p:cNvPr id="52" name="Google Shape;265;p16" descr="Small square with numeral 1 inside">
            <a:extLst>
              <a:ext uri="{FF2B5EF4-FFF2-40B4-BE49-F238E27FC236}">
                <a16:creationId xmlns:a16="http://schemas.microsoft.com/office/drawing/2014/main" id="{196A6367-1F99-9222-6BA1-D4B582209A14}"/>
              </a:ext>
            </a:extLst>
          </p:cNvPr>
          <p:cNvSpPr txBox="1"/>
          <p:nvPr/>
        </p:nvSpPr>
        <p:spPr>
          <a:xfrm>
            <a:off x="1759830" y="304837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448" name="Rectangle 447">
            <a:extLst>
              <a:ext uri="{FF2B5EF4-FFF2-40B4-BE49-F238E27FC236}">
                <a16:creationId xmlns:a16="http://schemas.microsoft.com/office/drawing/2014/main" id="{475CCF2A-27AF-F826-EF2E-DAC3B79E90B9}"/>
              </a:ext>
            </a:extLst>
          </p:cNvPr>
          <p:cNvSpPr/>
          <p:nvPr/>
        </p:nvSpPr>
        <p:spPr>
          <a:xfrm>
            <a:off x="2319035" y="1852825"/>
            <a:ext cx="3075446" cy="34476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450" name="Google Shape;210;p7">
            <a:extLst>
              <a:ext uri="{FF2B5EF4-FFF2-40B4-BE49-F238E27FC236}">
                <a16:creationId xmlns:a16="http://schemas.microsoft.com/office/drawing/2014/main" id="{6D5214A0-7BFB-3D45-BB90-9E167465468C}"/>
              </a:ext>
            </a:extLst>
          </p:cNvPr>
          <p:cNvCxnSpPr>
            <a:cxnSpLocks/>
          </p:cNvCxnSpPr>
          <p:nvPr/>
        </p:nvCxnSpPr>
        <p:spPr>
          <a:xfrm>
            <a:off x="1997231" y="2024123"/>
            <a:ext cx="299652" cy="0"/>
          </a:xfrm>
          <a:prstGeom prst="straightConnector1">
            <a:avLst/>
          </a:prstGeom>
          <a:noFill/>
          <a:ln w="12700" cap="flat" cmpd="sng">
            <a:solidFill>
              <a:srgbClr val="901A8A"/>
            </a:solidFill>
            <a:prstDash val="solid"/>
            <a:round/>
            <a:headEnd type="none" w="sm" len="sm"/>
            <a:tailEnd type="triangle" w="med" len="med"/>
          </a:ln>
        </p:spPr>
      </p:cxnSp>
      <p:sp>
        <p:nvSpPr>
          <p:cNvPr id="451" name="Google Shape;265;p16" descr="Small square with numeral 1 inside">
            <a:extLst>
              <a:ext uri="{FF2B5EF4-FFF2-40B4-BE49-F238E27FC236}">
                <a16:creationId xmlns:a16="http://schemas.microsoft.com/office/drawing/2014/main" id="{F6B11BB9-3554-8BE7-D8E1-2C0199B96F1C}"/>
              </a:ext>
            </a:extLst>
          </p:cNvPr>
          <p:cNvSpPr txBox="1"/>
          <p:nvPr/>
        </p:nvSpPr>
        <p:spPr>
          <a:xfrm>
            <a:off x="1760796" y="190103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458" name="Google Shape;265;p16" descr="Small square with numeral 1 inside">
            <a:extLst>
              <a:ext uri="{FF2B5EF4-FFF2-40B4-BE49-F238E27FC236}">
                <a16:creationId xmlns:a16="http://schemas.microsoft.com/office/drawing/2014/main" id="{F36A39B9-1829-4015-FE4B-74A36B445568}"/>
              </a:ext>
            </a:extLst>
          </p:cNvPr>
          <p:cNvSpPr txBox="1"/>
          <p:nvPr/>
        </p:nvSpPr>
        <p:spPr>
          <a:xfrm>
            <a:off x="9003555" y="207056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459" name="Google Shape;265;p16" descr="Small square with numeral 1 inside">
            <a:extLst>
              <a:ext uri="{FF2B5EF4-FFF2-40B4-BE49-F238E27FC236}">
                <a16:creationId xmlns:a16="http://schemas.microsoft.com/office/drawing/2014/main" id="{2855E6CA-0164-BF73-95B5-5DDFD041C7A1}"/>
              </a:ext>
            </a:extLst>
          </p:cNvPr>
          <p:cNvSpPr txBox="1"/>
          <p:nvPr/>
        </p:nvSpPr>
        <p:spPr>
          <a:xfrm>
            <a:off x="9003555" y="247594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
        <p:nvSpPr>
          <p:cNvPr id="12" name="Rectangle 11">
            <a:extLst>
              <a:ext uri="{FF2B5EF4-FFF2-40B4-BE49-F238E27FC236}">
                <a16:creationId xmlns:a16="http://schemas.microsoft.com/office/drawing/2014/main" id="{D759A857-4940-C4F5-5111-FEFBBECDEBD3}"/>
              </a:ext>
            </a:extLst>
          </p:cNvPr>
          <p:cNvSpPr/>
          <p:nvPr/>
        </p:nvSpPr>
        <p:spPr>
          <a:xfrm>
            <a:off x="2453635" y="5143499"/>
            <a:ext cx="2588420" cy="364325"/>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15" name="Google Shape;210;p7">
            <a:extLst>
              <a:ext uri="{FF2B5EF4-FFF2-40B4-BE49-F238E27FC236}">
                <a16:creationId xmlns:a16="http://schemas.microsoft.com/office/drawing/2014/main" id="{B8772EBE-FB9D-BFCD-E3E5-7C7EF84650EA}"/>
              </a:ext>
            </a:extLst>
          </p:cNvPr>
          <p:cNvCxnSpPr>
            <a:cxnSpLocks/>
          </p:cNvCxnSpPr>
          <p:nvPr/>
        </p:nvCxnSpPr>
        <p:spPr>
          <a:xfrm>
            <a:off x="1997231" y="4603042"/>
            <a:ext cx="435693" cy="0"/>
          </a:xfrm>
          <a:prstGeom prst="straightConnector1">
            <a:avLst/>
          </a:prstGeom>
          <a:noFill/>
          <a:ln w="12700" cap="flat" cmpd="sng">
            <a:solidFill>
              <a:srgbClr val="901A8A"/>
            </a:solidFill>
            <a:prstDash val="solid"/>
            <a:round/>
            <a:headEnd type="none" w="sm" len="sm"/>
            <a:tailEnd type="triangle" w="med" len="med"/>
          </a:ln>
        </p:spPr>
      </p:cxnSp>
      <p:cxnSp>
        <p:nvCxnSpPr>
          <p:cNvPr id="17" name="Google Shape;210;p7">
            <a:extLst>
              <a:ext uri="{FF2B5EF4-FFF2-40B4-BE49-F238E27FC236}">
                <a16:creationId xmlns:a16="http://schemas.microsoft.com/office/drawing/2014/main" id="{E6B6B572-7514-69F8-E08D-C01A6251ED0C}"/>
              </a:ext>
            </a:extLst>
          </p:cNvPr>
          <p:cNvCxnSpPr>
            <a:cxnSpLocks/>
          </p:cNvCxnSpPr>
          <p:nvPr/>
        </p:nvCxnSpPr>
        <p:spPr>
          <a:xfrm>
            <a:off x="1996110" y="5321622"/>
            <a:ext cx="436096" cy="0"/>
          </a:xfrm>
          <a:prstGeom prst="straightConnector1">
            <a:avLst/>
          </a:prstGeom>
          <a:noFill/>
          <a:ln w="12700" cap="flat" cmpd="sng">
            <a:solidFill>
              <a:srgbClr val="901A8A"/>
            </a:solidFill>
            <a:prstDash val="solid"/>
            <a:round/>
            <a:headEnd type="none" w="sm" len="sm"/>
            <a:tailEnd type="triangle" w="med" len="med"/>
          </a:ln>
        </p:spPr>
      </p:cxnSp>
      <p:sp>
        <p:nvSpPr>
          <p:cNvPr id="20" name="Google Shape;265;p16" descr="Small square with numeral 1 inside">
            <a:extLst>
              <a:ext uri="{FF2B5EF4-FFF2-40B4-BE49-F238E27FC236}">
                <a16:creationId xmlns:a16="http://schemas.microsoft.com/office/drawing/2014/main" id="{97D5C22C-D5D6-C1E4-0C2B-6690AC1E2D33}"/>
              </a:ext>
            </a:extLst>
          </p:cNvPr>
          <p:cNvSpPr txBox="1"/>
          <p:nvPr/>
        </p:nvSpPr>
        <p:spPr>
          <a:xfrm>
            <a:off x="1759347" y="447995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4</a:t>
            </a:r>
            <a:endParaRPr sz="1000" b="1" i="0" u="none" strike="noStrike" cap="none">
              <a:solidFill>
                <a:schemeClr val="lt1"/>
              </a:solidFill>
              <a:latin typeface="Poppins"/>
              <a:ea typeface="Poppins"/>
              <a:cs typeface="Poppins"/>
              <a:sym typeface="Poppins"/>
            </a:endParaRPr>
          </a:p>
        </p:txBody>
      </p:sp>
      <p:sp>
        <p:nvSpPr>
          <p:cNvPr id="21" name="Google Shape;265;p16" descr="Small square with numeral 1 inside">
            <a:extLst>
              <a:ext uri="{FF2B5EF4-FFF2-40B4-BE49-F238E27FC236}">
                <a16:creationId xmlns:a16="http://schemas.microsoft.com/office/drawing/2014/main" id="{B13D2DE7-F005-8E92-C657-AE4E73AEF14C}"/>
              </a:ext>
            </a:extLst>
          </p:cNvPr>
          <p:cNvSpPr txBox="1"/>
          <p:nvPr/>
        </p:nvSpPr>
        <p:spPr>
          <a:xfrm>
            <a:off x="1760607" y="519921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22" name="Google Shape;265;p16" descr="Small square with numeral 1 inside">
            <a:extLst>
              <a:ext uri="{FF2B5EF4-FFF2-40B4-BE49-F238E27FC236}">
                <a16:creationId xmlns:a16="http://schemas.microsoft.com/office/drawing/2014/main" id="{F8F9C992-BB90-6EF7-FD9A-2C3D62A054FB}"/>
              </a:ext>
            </a:extLst>
          </p:cNvPr>
          <p:cNvSpPr txBox="1"/>
          <p:nvPr/>
        </p:nvSpPr>
        <p:spPr>
          <a:xfrm>
            <a:off x="9002340" y="3848107"/>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7702738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984D5B2B-1B70-E2BF-76C9-8099A4347C3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737FFE3-03A6-9223-A03C-0E08884B389D}"/>
              </a:ext>
            </a:extLst>
          </p:cNvPr>
          <p:cNvPicPr>
            <a:picLocks noChangeAspect="1"/>
          </p:cNvPicPr>
          <p:nvPr/>
        </p:nvPicPr>
        <p:blipFill>
          <a:blip r:embed="rId3"/>
          <a:srcRect l="39057" t="29481" r="39363" b="29993"/>
          <a:stretch>
            <a:fillRect/>
          </a:stretch>
        </p:blipFill>
        <p:spPr>
          <a:xfrm>
            <a:off x="2253746" y="1816940"/>
            <a:ext cx="3545902" cy="3745660"/>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8369D0DF-ED56-466D-1A01-3A8DB4B8E231}"/>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Understanding the Select Variant pop-up modal </a:t>
            </a:r>
            <a:endParaRPr dirty="0"/>
          </a:p>
        </p:txBody>
      </p:sp>
      <p:sp>
        <p:nvSpPr>
          <p:cNvPr id="449" name="Google Shape;449;p9">
            <a:hlinkClick r:id="rId4" action="ppaction://hlinksldjump"/>
            <a:extLst>
              <a:ext uri="{FF2B5EF4-FFF2-40B4-BE49-F238E27FC236}">
                <a16:creationId xmlns:a16="http://schemas.microsoft.com/office/drawing/2014/main" id="{EAB69D32-7B1D-65E1-85B3-9A5B34D8951A}"/>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2" name="TextBox 1">
            <a:extLst>
              <a:ext uri="{FF2B5EF4-FFF2-40B4-BE49-F238E27FC236}">
                <a16:creationId xmlns:a16="http://schemas.microsoft.com/office/drawing/2014/main" id="{25F88E76-CA7C-3315-F5EC-E77A17CF92AD}"/>
              </a:ext>
            </a:extLst>
          </p:cNvPr>
          <p:cNvSpPr txBox="1"/>
          <p:nvPr/>
        </p:nvSpPr>
        <p:spPr>
          <a:xfrm>
            <a:off x="8975725" y="1449388"/>
            <a:ext cx="2854831" cy="2759730"/>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Drag Area </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Allows you to move the Select Variant pop-up modal by dragging it.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Close (X) icon </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Allows you to close the Select Variant pop-up modal.</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lang="en-US" sz="1000" b="1" dirty="0">
                <a:latin typeface="Poppins"/>
                <a:ea typeface="Poppins"/>
                <a:cs typeface="Poppins"/>
                <a:sym typeface="Poppins"/>
              </a:rPr>
              <a:t>Product Details </a:t>
            </a:r>
            <a:r>
              <a:rPr lang="en-US" sz="1000" dirty="0">
                <a:latin typeface="Poppins"/>
                <a:ea typeface="Poppins"/>
                <a:cs typeface="Poppins"/>
                <a:sym typeface="Poppins"/>
              </a:rPr>
              <a:t>– Displays the product image and name.</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Category</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 N/A is the default variant. Any added categories are displayed below it.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New Category </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A text box used to enter a new variant.</a:t>
            </a:r>
          </a:p>
          <a:p>
            <a:pPr marL="228600" marR="0" lvl="0" indent="-228600" algn="l" defTabSz="914400" rtl="0" eaLnBrk="1" fontAlgn="auto" latinLnBrk="0" hangingPunct="1">
              <a:lnSpc>
                <a:spcPct val="100000"/>
              </a:lnSpc>
              <a:spcBef>
                <a:spcPts val="800"/>
              </a:spcBef>
              <a:spcAft>
                <a:spcPts val="0"/>
              </a:spcAft>
              <a:buClr>
                <a:srgbClr val="000000"/>
              </a:buClr>
              <a:buSzTx/>
              <a:buFont typeface="+mj-lt"/>
              <a:buAutoNum type="arabicPeriod"/>
              <a:tabLst/>
              <a:defRPr/>
            </a:pP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Add</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 Adds the new variant entered in the text box.</a:t>
            </a:r>
          </a:p>
        </p:txBody>
      </p:sp>
      <p:sp>
        <p:nvSpPr>
          <p:cNvPr id="3" name="Google Shape;265;p16" descr="Small square with numeral 1 inside">
            <a:extLst>
              <a:ext uri="{FF2B5EF4-FFF2-40B4-BE49-F238E27FC236}">
                <a16:creationId xmlns:a16="http://schemas.microsoft.com/office/drawing/2014/main" id="{B26B9074-5BA5-15CB-C344-02E9CAEFD903}"/>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8" name="Google Shape;265;p16" descr="Small square with numeral 1 inside">
            <a:extLst>
              <a:ext uri="{FF2B5EF4-FFF2-40B4-BE49-F238E27FC236}">
                <a16:creationId xmlns:a16="http://schemas.microsoft.com/office/drawing/2014/main" id="{198D42BC-2B1F-01D2-AC16-9D086CBCE0A6}"/>
              </a:ext>
            </a:extLst>
          </p:cNvPr>
          <p:cNvSpPr txBox="1"/>
          <p:nvPr/>
        </p:nvSpPr>
        <p:spPr>
          <a:xfrm>
            <a:off x="9003555" y="288368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4</a:t>
            </a:r>
            <a:endParaRPr sz="1000" b="1" i="0" u="none" strike="noStrike" cap="none">
              <a:solidFill>
                <a:schemeClr val="lt1"/>
              </a:solidFill>
              <a:latin typeface="Poppins"/>
              <a:ea typeface="Poppins"/>
              <a:cs typeface="Poppins"/>
              <a:sym typeface="Poppins"/>
            </a:endParaRPr>
          </a:p>
        </p:txBody>
      </p:sp>
      <p:sp>
        <p:nvSpPr>
          <p:cNvPr id="9" name="Google Shape;265;p16" descr="Small square with numeral 1 inside">
            <a:extLst>
              <a:ext uri="{FF2B5EF4-FFF2-40B4-BE49-F238E27FC236}">
                <a16:creationId xmlns:a16="http://schemas.microsoft.com/office/drawing/2014/main" id="{75AAA065-A293-7EBA-4574-6E5501E093D2}"/>
              </a:ext>
            </a:extLst>
          </p:cNvPr>
          <p:cNvSpPr txBox="1"/>
          <p:nvPr/>
        </p:nvSpPr>
        <p:spPr>
          <a:xfrm>
            <a:off x="9003555" y="343693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458" name="Google Shape;265;p16" descr="Small square with numeral 1 inside">
            <a:extLst>
              <a:ext uri="{FF2B5EF4-FFF2-40B4-BE49-F238E27FC236}">
                <a16:creationId xmlns:a16="http://schemas.microsoft.com/office/drawing/2014/main" id="{CB9965BF-C707-8A3A-6D2D-9A786495FD6D}"/>
              </a:ext>
            </a:extLst>
          </p:cNvPr>
          <p:cNvSpPr txBox="1"/>
          <p:nvPr/>
        </p:nvSpPr>
        <p:spPr>
          <a:xfrm>
            <a:off x="9003555" y="207056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459" name="Google Shape;265;p16" descr="Small square with numeral 1 inside">
            <a:extLst>
              <a:ext uri="{FF2B5EF4-FFF2-40B4-BE49-F238E27FC236}">
                <a16:creationId xmlns:a16="http://schemas.microsoft.com/office/drawing/2014/main" id="{B5A2A2A9-4259-C2A2-8982-940B2BEA1F4E}"/>
              </a:ext>
            </a:extLst>
          </p:cNvPr>
          <p:cNvSpPr txBox="1"/>
          <p:nvPr/>
        </p:nvSpPr>
        <p:spPr>
          <a:xfrm>
            <a:off x="9003555" y="247594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
        <p:nvSpPr>
          <p:cNvPr id="22" name="Google Shape;265;p16" descr="Small square with numeral 1 inside">
            <a:extLst>
              <a:ext uri="{FF2B5EF4-FFF2-40B4-BE49-F238E27FC236}">
                <a16:creationId xmlns:a16="http://schemas.microsoft.com/office/drawing/2014/main" id="{252AFA6D-17CE-DBBC-4A45-44F7AFA10A69}"/>
              </a:ext>
            </a:extLst>
          </p:cNvPr>
          <p:cNvSpPr txBox="1"/>
          <p:nvPr/>
        </p:nvSpPr>
        <p:spPr>
          <a:xfrm>
            <a:off x="9002340" y="3848107"/>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sp>
        <p:nvSpPr>
          <p:cNvPr id="10" name="Rectangle 9">
            <a:extLst>
              <a:ext uri="{FF2B5EF4-FFF2-40B4-BE49-F238E27FC236}">
                <a16:creationId xmlns:a16="http://schemas.microsoft.com/office/drawing/2014/main" id="{11936179-03D3-9028-C094-CD7E5E11D0BC}"/>
              </a:ext>
            </a:extLst>
          </p:cNvPr>
          <p:cNvSpPr/>
          <p:nvPr/>
        </p:nvSpPr>
        <p:spPr>
          <a:xfrm>
            <a:off x="2462259" y="2277243"/>
            <a:ext cx="3138487" cy="1630388"/>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1" name="Rectangle 10">
            <a:extLst>
              <a:ext uri="{FF2B5EF4-FFF2-40B4-BE49-F238E27FC236}">
                <a16:creationId xmlns:a16="http://schemas.microsoft.com/office/drawing/2014/main" id="{D3B41063-6586-D8A5-34FA-1297482A7A2F}"/>
              </a:ext>
            </a:extLst>
          </p:cNvPr>
          <p:cNvSpPr/>
          <p:nvPr/>
        </p:nvSpPr>
        <p:spPr>
          <a:xfrm>
            <a:off x="2459877" y="4271966"/>
            <a:ext cx="3155157" cy="34476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3" name="Rectangle 12">
            <a:extLst>
              <a:ext uri="{FF2B5EF4-FFF2-40B4-BE49-F238E27FC236}">
                <a16:creationId xmlns:a16="http://schemas.microsoft.com/office/drawing/2014/main" id="{C905ACF1-E780-D4A1-EE72-579C0364641A}"/>
              </a:ext>
            </a:extLst>
          </p:cNvPr>
          <p:cNvSpPr/>
          <p:nvPr/>
        </p:nvSpPr>
        <p:spPr>
          <a:xfrm>
            <a:off x="5403104" y="1852827"/>
            <a:ext cx="340519" cy="345222"/>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14" name="Google Shape;210;p7">
            <a:extLst>
              <a:ext uri="{FF2B5EF4-FFF2-40B4-BE49-F238E27FC236}">
                <a16:creationId xmlns:a16="http://schemas.microsoft.com/office/drawing/2014/main" id="{84E4673B-F37B-D163-B393-5201B276FEB6}"/>
              </a:ext>
            </a:extLst>
          </p:cNvPr>
          <p:cNvCxnSpPr>
            <a:cxnSpLocks/>
          </p:cNvCxnSpPr>
          <p:nvPr/>
        </p:nvCxnSpPr>
        <p:spPr>
          <a:xfrm flipH="1">
            <a:off x="5762671" y="2024123"/>
            <a:ext cx="309760" cy="0"/>
          </a:xfrm>
          <a:prstGeom prst="straightConnector1">
            <a:avLst/>
          </a:prstGeom>
          <a:noFill/>
          <a:ln w="12700" cap="flat" cmpd="sng">
            <a:solidFill>
              <a:srgbClr val="901A8A"/>
            </a:solidFill>
            <a:prstDash val="solid"/>
            <a:round/>
            <a:headEnd type="none" w="sm" len="sm"/>
            <a:tailEnd type="triangle" w="med" len="med"/>
          </a:ln>
        </p:spPr>
      </p:cxnSp>
      <p:sp>
        <p:nvSpPr>
          <p:cNvPr id="16" name="Google Shape;265;p16" descr="Small square with numeral 1 inside">
            <a:extLst>
              <a:ext uri="{FF2B5EF4-FFF2-40B4-BE49-F238E27FC236}">
                <a16:creationId xmlns:a16="http://schemas.microsoft.com/office/drawing/2014/main" id="{3D4A8D62-45E6-2E29-A2CB-8D476FE7BC8A}"/>
              </a:ext>
            </a:extLst>
          </p:cNvPr>
          <p:cNvSpPr txBox="1"/>
          <p:nvPr/>
        </p:nvSpPr>
        <p:spPr>
          <a:xfrm>
            <a:off x="6088432" y="190103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cxnSp>
        <p:nvCxnSpPr>
          <p:cNvPr id="18" name="Google Shape;210;p7">
            <a:extLst>
              <a:ext uri="{FF2B5EF4-FFF2-40B4-BE49-F238E27FC236}">
                <a16:creationId xmlns:a16="http://schemas.microsoft.com/office/drawing/2014/main" id="{C66624D7-E5AF-EA15-743C-2DFCB241217C}"/>
              </a:ext>
            </a:extLst>
          </p:cNvPr>
          <p:cNvCxnSpPr>
            <a:cxnSpLocks/>
          </p:cNvCxnSpPr>
          <p:nvPr/>
        </p:nvCxnSpPr>
        <p:spPr>
          <a:xfrm flipH="1">
            <a:off x="5619527" y="5163882"/>
            <a:ext cx="452904" cy="0"/>
          </a:xfrm>
          <a:prstGeom prst="straightConnector1">
            <a:avLst/>
          </a:prstGeom>
          <a:noFill/>
          <a:ln w="12700" cap="flat" cmpd="sng">
            <a:solidFill>
              <a:srgbClr val="901A8A"/>
            </a:solidFill>
            <a:prstDash val="solid"/>
            <a:round/>
            <a:headEnd type="none" w="sm" len="sm"/>
            <a:tailEnd type="triangle" w="med" len="med"/>
          </a:ln>
        </p:spPr>
      </p:cxnSp>
      <p:sp>
        <p:nvSpPr>
          <p:cNvPr id="23" name="Google Shape;265;p16" descr="Small square with numeral 1 inside">
            <a:extLst>
              <a:ext uri="{FF2B5EF4-FFF2-40B4-BE49-F238E27FC236}">
                <a16:creationId xmlns:a16="http://schemas.microsoft.com/office/drawing/2014/main" id="{C7937F50-0008-5DFA-F9AB-4B523DAFD632}"/>
              </a:ext>
            </a:extLst>
          </p:cNvPr>
          <p:cNvSpPr txBox="1"/>
          <p:nvPr/>
        </p:nvSpPr>
        <p:spPr>
          <a:xfrm>
            <a:off x="6088902" y="504317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cxnSp>
        <p:nvCxnSpPr>
          <p:cNvPr id="24" name="Google Shape;210;p7">
            <a:extLst>
              <a:ext uri="{FF2B5EF4-FFF2-40B4-BE49-F238E27FC236}">
                <a16:creationId xmlns:a16="http://schemas.microsoft.com/office/drawing/2014/main" id="{5EF7DA43-0FB8-C2AB-02C8-643574571DD7}"/>
              </a:ext>
            </a:extLst>
          </p:cNvPr>
          <p:cNvCxnSpPr>
            <a:cxnSpLocks/>
          </p:cNvCxnSpPr>
          <p:nvPr/>
        </p:nvCxnSpPr>
        <p:spPr>
          <a:xfrm>
            <a:off x="2005851" y="3090499"/>
            <a:ext cx="435359" cy="0"/>
          </a:xfrm>
          <a:prstGeom prst="straightConnector1">
            <a:avLst/>
          </a:prstGeom>
          <a:noFill/>
          <a:ln w="12700" cap="flat" cmpd="sng">
            <a:solidFill>
              <a:srgbClr val="901A8A"/>
            </a:solidFill>
            <a:prstDash val="solid"/>
            <a:round/>
            <a:headEnd type="none" w="sm" len="sm"/>
            <a:tailEnd type="triangle" w="med" len="med"/>
          </a:ln>
        </p:spPr>
      </p:cxnSp>
      <p:sp>
        <p:nvSpPr>
          <p:cNvPr id="25" name="Google Shape;265;p16" descr="Small square with numeral 1 inside">
            <a:extLst>
              <a:ext uri="{FF2B5EF4-FFF2-40B4-BE49-F238E27FC236}">
                <a16:creationId xmlns:a16="http://schemas.microsoft.com/office/drawing/2014/main" id="{C5B84C0B-3BDD-2828-5A0D-2610BB74850C}"/>
              </a:ext>
            </a:extLst>
          </p:cNvPr>
          <p:cNvSpPr txBox="1"/>
          <p:nvPr/>
        </p:nvSpPr>
        <p:spPr>
          <a:xfrm>
            <a:off x="1768450" y="296979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26" name="Rectangle 25">
            <a:extLst>
              <a:ext uri="{FF2B5EF4-FFF2-40B4-BE49-F238E27FC236}">
                <a16:creationId xmlns:a16="http://schemas.microsoft.com/office/drawing/2014/main" id="{DB259406-FE34-489D-8043-A5E35FAB5B4E}"/>
              </a:ext>
            </a:extLst>
          </p:cNvPr>
          <p:cNvSpPr/>
          <p:nvPr/>
        </p:nvSpPr>
        <p:spPr>
          <a:xfrm>
            <a:off x="2327658" y="1852825"/>
            <a:ext cx="3075446" cy="34476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27" name="Google Shape;210;p7">
            <a:extLst>
              <a:ext uri="{FF2B5EF4-FFF2-40B4-BE49-F238E27FC236}">
                <a16:creationId xmlns:a16="http://schemas.microsoft.com/office/drawing/2014/main" id="{505C9720-CE4F-9CF3-9C84-24FB56DBA031}"/>
              </a:ext>
            </a:extLst>
          </p:cNvPr>
          <p:cNvCxnSpPr>
            <a:cxnSpLocks/>
          </p:cNvCxnSpPr>
          <p:nvPr/>
        </p:nvCxnSpPr>
        <p:spPr>
          <a:xfrm>
            <a:off x="2005854" y="2024123"/>
            <a:ext cx="299652" cy="0"/>
          </a:xfrm>
          <a:prstGeom prst="straightConnector1">
            <a:avLst/>
          </a:prstGeom>
          <a:noFill/>
          <a:ln w="12700" cap="flat" cmpd="sng">
            <a:solidFill>
              <a:srgbClr val="901A8A"/>
            </a:solidFill>
            <a:prstDash val="solid"/>
            <a:round/>
            <a:headEnd type="none" w="sm" len="sm"/>
            <a:tailEnd type="triangle" w="med" len="med"/>
          </a:ln>
        </p:spPr>
      </p:cxnSp>
      <p:sp>
        <p:nvSpPr>
          <p:cNvPr id="28" name="Google Shape;265;p16" descr="Small square with numeral 1 inside">
            <a:extLst>
              <a:ext uri="{FF2B5EF4-FFF2-40B4-BE49-F238E27FC236}">
                <a16:creationId xmlns:a16="http://schemas.microsoft.com/office/drawing/2014/main" id="{4E71EF86-FD49-64E1-927B-7928B33EBEE6}"/>
              </a:ext>
            </a:extLst>
          </p:cNvPr>
          <p:cNvSpPr txBox="1"/>
          <p:nvPr/>
        </p:nvSpPr>
        <p:spPr>
          <a:xfrm>
            <a:off x="1769419" y="190103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29" name="Rectangle 28">
            <a:extLst>
              <a:ext uri="{FF2B5EF4-FFF2-40B4-BE49-F238E27FC236}">
                <a16:creationId xmlns:a16="http://schemas.microsoft.com/office/drawing/2014/main" id="{1BAF9D43-AB62-37CA-EA79-5A6BF2452D4B}"/>
              </a:ext>
            </a:extLst>
          </p:cNvPr>
          <p:cNvSpPr/>
          <p:nvPr/>
        </p:nvSpPr>
        <p:spPr>
          <a:xfrm>
            <a:off x="2462258" y="4981069"/>
            <a:ext cx="2588420" cy="364468"/>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30" name="Google Shape;210;p7">
            <a:extLst>
              <a:ext uri="{FF2B5EF4-FFF2-40B4-BE49-F238E27FC236}">
                <a16:creationId xmlns:a16="http://schemas.microsoft.com/office/drawing/2014/main" id="{C3A85128-2033-E511-508A-DDC53E187A6A}"/>
              </a:ext>
            </a:extLst>
          </p:cNvPr>
          <p:cNvCxnSpPr>
            <a:cxnSpLocks/>
          </p:cNvCxnSpPr>
          <p:nvPr/>
        </p:nvCxnSpPr>
        <p:spPr>
          <a:xfrm>
            <a:off x="2005854" y="4443498"/>
            <a:ext cx="433312" cy="0"/>
          </a:xfrm>
          <a:prstGeom prst="straightConnector1">
            <a:avLst/>
          </a:prstGeom>
          <a:noFill/>
          <a:ln w="12700" cap="flat" cmpd="sng">
            <a:solidFill>
              <a:srgbClr val="901A8A"/>
            </a:solidFill>
            <a:prstDash val="solid"/>
            <a:round/>
            <a:headEnd type="none" w="sm" len="sm"/>
            <a:tailEnd type="triangle" w="med" len="med"/>
          </a:ln>
        </p:spPr>
      </p:cxnSp>
      <p:cxnSp>
        <p:nvCxnSpPr>
          <p:cNvPr id="31" name="Google Shape;210;p7">
            <a:extLst>
              <a:ext uri="{FF2B5EF4-FFF2-40B4-BE49-F238E27FC236}">
                <a16:creationId xmlns:a16="http://schemas.microsoft.com/office/drawing/2014/main" id="{C1C2DE80-4FFA-342B-FE9C-84CFFBE76CE7}"/>
              </a:ext>
            </a:extLst>
          </p:cNvPr>
          <p:cNvCxnSpPr>
            <a:cxnSpLocks/>
          </p:cNvCxnSpPr>
          <p:nvPr/>
        </p:nvCxnSpPr>
        <p:spPr>
          <a:xfrm>
            <a:off x="2004733" y="5161501"/>
            <a:ext cx="436096" cy="0"/>
          </a:xfrm>
          <a:prstGeom prst="straightConnector1">
            <a:avLst/>
          </a:prstGeom>
          <a:noFill/>
          <a:ln w="12700" cap="flat" cmpd="sng">
            <a:solidFill>
              <a:srgbClr val="901A8A"/>
            </a:solidFill>
            <a:prstDash val="solid"/>
            <a:round/>
            <a:headEnd type="none" w="sm" len="sm"/>
            <a:tailEnd type="triangle" w="med" len="med"/>
          </a:ln>
        </p:spPr>
      </p:cxnSp>
      <p:sp>
        <p:nvSpPr>
          <p:cNvPr id="32" name="Google Shape;265;p16" descr="Small square with numeral 1 inside">
            <a:extLst>
              <a:ext uri="{FF2B5EF4-FFF2-40B4-BE49-F238E27FC236}">
                <a16:creationId xmlns:a16="http://schemas.microsoft.com/office/drawing/2014/main" id="{141ABE32-4824-756D-A0CB-DC901FED5B4A}"/>
              </a:ext>
            </a:extLst>
          </p:cNvPr>
          <p:cNvSpPr txBox="1"/>
          <p:nvPr/>
        </p:nvSpPr>
        <p:spPr>
          <a:xfrm>
            <a:off x="1768681" y="432040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4</a:t>
            </a:r>
            <a:endParaRPr sz="1000" b="1" i="0" u="none" strike="noStrike" cap="none">
              <a:solidFill>
                <a:schemeClr val="lt1"/>
              </a:solidFill>
              <a:latin typeface="Poppins"/>
              <a:ea typeface="Poppins"/>
              <a:cs typeface="Poppins"/>
              <a:sym typeface="Poppins"/>
            </a:endParaRPr>
          </a:p>
        </p:txBody>
      </p:sp>
      <p:sp>
        <p:nvSpPr>
          <p:cNvPr id="34" name="Google Shape;265;p16" descr="Small square with numeral 1 inside">
            <a:extLst>
              <a:ext uri="{FF2B5EF4-FFF2-40B4-BE49-F238E27FC236}">
                <a16:creationId xmlns:a16="http://schemas.microsoft.com/office/drawing/2014/main" id="{B7AA1D6F-551B-6BE0-63AA-45B70B13B7BC}"/>
              </a:ext>
            </a:extLst>
          </p:cNvPr>
          <p:cNvSpPr txBox="1"/>
          <p:nvPr/>
        </p:nvSpPr>
        <p:spPr>
          <a:xfrm>
            <a:off x="1768450" y="504079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7414314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654307FF-DA45-44B9-B7D1-710A8D4ABC0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615E241-22F5-C770-A87F-F67B68CB1AC7}"/>
              </a:ext>
            </a:extLst>
          </p:cNvPr>
          <p:cNvPicPr>
            <a:picLocks noChangeAspect="1"/>
          </p:cNvPicPr>
          <p:nvPr/>
        </p:nvPicPr>
        <p:blipFill>
          <a:blip r:embed="rId3"/>
          <a:stretch>
            <a:fillRect/>
          </a:stretch>
        </p:blipFill>
        <p:spPr>
          <a:xfrm>
            <a:off x="1001703" y="1847654"/>
            <a:ext cx="7366728" cy="3740578"/>
          </a:xfrm>
          <a:prstGeom prst="rect">
            <a:avLst/>
          </a:prstGeom>
          <a:effectLst>
            <a:outerShdw blurRad="63500" sx="102000" sy="102000" algn="ctr" rotWithShape="0">
              <a:prstClr val="black">
                <a:alpha val="40000"/>
              </a:prstClr>
            </a:outerShdw>
          </a:effectLst>
        </p:spPr>
      </p:pic>
      <p:sp>
        <p:nvSpPr>
          <p:cNvPr id="15" name="Rectangle 14">
            <a:extLst>
              <a:ext uri="{FF2B5EF4-FFF2-40B4-BE49-F238E27FC236}">
                <a16:creationId xmlns:a16="http://schemas.microsoft.com/office/drawing/2014/main" id="{5C6BE47C-B690-713D-4F83-40ACA4936FBB}"/>
              </a:ext>
            </a:extLst>
          </p:cNvPr>
          <p:cNvSpPr/>
          <p:nvPr/>
        </p:nvSpPr>
        <p:spPr>
          <a:xfrm>
            <a:off x="2995613" y="3040859"/>
            <a:ext cx="1654968" cy="150020"/>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16" name="Google Shape;210;p7">
            <a:extLst>
              <a:ext uri="{FF2B5EF4-FFF2-40B4-BE49-F238E27FC236}">
                <a16:creationId xmlns:a16="http://schemas.microsoft.com/office/drawing/2014/main" id="{2C856A93-9ABF-A7C2-C8FB-F7DF54A5ABDE}"/>
              </a:ext>
            </a:extLst>
          </p:cNvPr>
          <p:cNvCxnSpPr>
            <a:cxnSpLocks/>
          </p:cNvCxnSpPr>
          <p:nvPr/>
        </p:nvCxnSpPr>
        <p:spPr>
          <a:xfrm>
            <a:off x="2747963" y="3115869"/>
            <a:ext cx="226763" cy="0"/>
          </a:xfrm>
          <a:prstGeom prst="straightConnector1">
            <a:avLst/>
          </a:prstGeom>
          <a:noFill/>
          <a:ln w="12700" cap="flat" cmpd="sng">
            <a:solidFill>
              <a:srgbClr val="901A8A"/>
            </a:solidFill>
            <a:prstDash val="solid"/>
            <a:round/>
            <a:headEnd type="none" w="sm" len="sm"/>
            <a:tailEnd type="triangle" w="med" len="med"/>
          </a:ln>
        </p:spPr>
      </p:cxnSp>
      <p:sp>
        <p:nvSpPr>
          <p:cNvPr id="17" name="Google Shape;265;p16" descr="Small square with numeral 1 inside">
            <a:extLst>
              <a:ext uri="{FF2B5EF4-FFF2-40B4-BE49-F238E27FC236}">
                <a16:creationId xmlns:a16="http://schemas.microsoft.com/office/drawing/2014/main" id="{F6B1E41A-731B-C5DC-5B3B-57260CAB5581}"/>
              </a:ext>
            </a:extLst>
          </p:cNvPr>
          <p:cNvSpPr txBox="1"/>
          <p:nvPr/>
        </p:nvSpPr>
        <p:spPr>
          <a:xfrm>
            <a:off x="2510555" y="299516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435" name="Google Shape;435;p9">
            <a:extLst>
              <a:ext uri="{FF2B5EF4-FFF2-40B4-BE49-F238E27FC236}">
                <a16:creationId xmlns:a16="http://schemas.microsoft.com/office/drawing/2014/main" id="{BD2D5E0B-7FA3-0D60-B346-FC5CDE5A8D09}"/>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Add a New Category?</a:t>
            </a:r>
            <a:endParaRPr dirty="0"/>
          </a:p>
        </p:txBody>
      </p:sp>
      <p:sp>
        <p:nvSpPr>
          <p:cNvPr id="449" name="Google Shape;449;p9">
            <a:hlinkClick r:id="rId4" action="ppaction://hlinksldjump"/>
            <a:extLst>
              <a:ext uri="{FF2B5EF4-FFF2-40B4-BE49-F238E27FC236}">
                <a16:creationId xmlns:a16="http://schemas.microsoft.com/office/drawing/2014/main" id="{8B7CC2A1-2E35-054E-2817-8D64B5BCBC5A}"/>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9" name="TextBox 8">
            <a:extLst>
              <a:ext uri="{FF2B5EF4-FFF2-40B4-BE49-F238E27FC236}">
                <a16:creationId xmlns:a16="http://schemas.microsoft.com/office/drawing/2014/main" id="{E4D2F351-69E2-267C-D3C7-1C066271A991}"/>
              </a:ext>
            </a:extLst>
          </p:cNvPr>
          <p:cNvSpPr txBox="1"/>
          <p:nvPr/>
        </p:nvSpPr>
        <p:spPr>
          <a:xfrm>
            <a:off x="8975725" y="1449388"/>
            <a:ext cx="2854831" cy="400110"/>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In the </a:t>
            </a:r>
            <a:r>
              <a:rPr lang="en-US" sz="1000" b="1" dirty="0">
                <a:latin typeface="Poppins"/>
                <a:ea typeface="Poppins"/>
                <a:cs typeface="Poppins"/>
                <a:sym typeface="Poppins"/>
              </a:rPr>
              <a:t>New Products </a:t>
            </a:r>
            <a:r>
              <a:rPr lang="en-US" sz="1000" dirty="0">
                <a:latin typeface="Poppins"/>
                <a:ea typeface="Poppins"/>
                <a:cs typeface="Poppins"/>
                <a:sym typeface="Poppins"/>
              </a:rPr>
              <a:t>pop-up modal, click the </a:t>
            </a:r>
            <a:r>
              <a:rPr lang="en-US" sz="1000" b="1" dirty="0">
                <a:latin typeface="Poppins"/>
                <a:ea typeface="Poppins"/>
                <a:cs typeface="Poppins"/>
                <a:sym typeface="Poppins"/>
              </a:rPr>
              <a:t>Category</a:t>
            </a:r>
            <a:r>
              <a:rPr lang="en-US" sz="1000" dirty="0">
                <a:latin typeface="Poppins"/>
                <a:ea typeface="Poppins"/>
                <a:cs typeface="Poppins"/>
                <a:sym typeface="Poppins"/>
              </a:rPr>
              <a:t> dropdown menu. </a:t>
            </a:r>
          </a:p>
        </p:txBody>
      </p:sp>
      <p:sp>
        <p:nvSpPr>
          <p:cNvPr id="12" name="Google Shape;265;p16" descr="Small square with numeral 1 inside">
            <a:extLst>
              <a:ext uri="{FF2B5EF4-FFF2-40B4-BE49-F238E27FC236}">
                <a16:creationId xmlns:a16="http://schemas.microsoft.com/office/drawing/2014/main" id="{37DAA685-C9B6-E4F5-8181-E8C20E76BA1A}"/>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18871409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A9B8B6F8-F9B9-3BE2-B182-91070B7A62E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2FEFDC4-4FCA-AA9B-95EC-214BE36E09A3}"/>
              </a:ext>
            </a:extLst>
          </p:cNvPr>
          <p:cNvPicPr>
            <a:picLocks noChangeAspect="1"/>
          </p:cNvPicPr>
          <p:nvPr/>
        </p:nvPicPr>
        <p:blipFill>
          <a:blip r:embed="rId3"/>
          <a:stretch>
            <a:fillRect/>
          </a:stretch>
        </p:blipFill>
        <p:spPr>
          <a:xfrm>
            <a:off x="1001703" y="1847653"/>
            <a:ext cx="7366728" cy="3740639"/>
          </a:xfrm>
          <a:prstGeom prst="rect">
            <a:avLst/>
          </a:prstGeom>
          <a:effectLst>
            <a:outerShdw blurRad="63500" sx="102000" sy="102000" algn="ctr" rotWithShape="0">
              <a:prstClr val="black">
                <a:alpha val="40000"/>
              </a:prstClr>
            </a:outerShdw>
          </a:effectLst>
        </p:spPr>
      </p:pic>
      <p:sp>
        <p:nvSpPr>
          <p:cNvPr id="9" name="Rectangle 8">
            <a:extLst>
              <a:ext uri="{FF2B5EF4-FFF2-40B4-BE49-F238E27FC236}">
                <a16:creationId xmlns:a16="http://schemas.microsoft.com/office/drawing/2014/main" id="{FF1DCA16-436C-CEC7-0BAE-3C3AA81C2FD1}"/>
              </a:ext>
            </a:extLst>
          </p:cNvPr>
          <p:cNvSpPr/>
          <p:nvPr/>
        </p:nvSpPr>
        <p:spPr>
          <a:xfrm>
            <a:off x="2998421" y="3394414"/>
            <a:ext cx="1647398" cy="170323"/>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15" name="Google Shape;210;p7">
            <a:extLst>
              <a:ext uri="{FF2B5EF4-FFF2-40B4-BE49-F238E27FC236}">
                <a16:creationId xmlns:a16="http://schemas.microsoft.com/office/drawing/2014/main" id="{ED19C45E-6860-8AE9-0070-676167AEB89A}"/>
              </a:ext>
            </a:extLst>
          </p:cNvPr>
          <p:cNvCxnSpPr>
            <a:cxnSpLocks/>
          </p:cNvCxnSpPr>
          <p:nvPr/>
        </p:nvCxnSpPr>
        <p:spPr>
          <a:xfrm>
            <a:off x="2747963" y="3479084"/>
            <a:ext cx="229029" cy="0"/>
          </a:xfrm>
          <a:prstGeom prst="straightConnector1">
            <a:avLst/>
          </a:prstGeom>
          <a:noFill/>
          <a:ln w="12700" cap="flat" cmpd="sng">
            <a:solidFill>
              <a:srgbClr val="901A8A"/>
            </a:solidFill>
            <a:prstDash val="solid"/>
            <a:round/>
            <a:headEnd type="none" w="sm" len="sm"/>
            <a:tailEnd type="triangle" w="med" len="med"/>
          </a:ln>
        </p:spPr>
      </p:cxnSp>
      <p:sp>
        <p:nvSpPr>
          <p:cNvPr id="16" name="Google Shape;265;p16" descr="Small square with numeral 1 inside">
            <a:extLst>
              <a:ext uri="{FF2B5EF4-FFF2-40B4-BE49-F238E27FC236}">
                <a16:creationId xmlns:a16="http://schemas.microsoft.com/office/drawing/2014/main" id="{FCB9D4C0-9A0C-3946-419E-1219493115AD}"/>
              </a:ext>
            </a:extLst>
          </p:cNvPr>
          <p:cNvSpPr txBox="1"/>
          <p:nvPr/>
        </p:nvSpPr>
        <p:spPr>
          <a:xfrm>
            <a:off x="2511475" y="335599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435" name="Google Shape;435;p9">
            <a:extLst>
              <a:ext uri="{FF2B5EF4-FFF2-40B4-BE49-F238E27FC236}">
                <a16:creationId xmlns:a16="http://schemas.microsoft.com/office/drawing/2014/main" id="{E9DB8695-5C2F-15C3-1815-2A6B4B96A6FF}"/>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Add a New Category?</a:t>
            </a:r>
            <a:endParaRPr dirty="0"/>
          </a:p>
        </p:txBody>
      </p:sp>
      <p:sp>
        <p:nvSpPr>
          <p:cNvPr id="449" name="Google Shape;449;p9">
            <a:hlinkClick r:id="rId4" action="ppaction://hlinksldjump"/>
            <a:extLst>
              <a:ext uri="{FF2B5EF4-FFF2-40B4-BE49-F238E27FC236}">
                <a16:creationId xmlns:a16="http://schemas.microsoft.com/office/drawing/2014/main" id="{DCB3E5D5-0F8C-DB8F-D0AD-CB4D10DA9A71}"/>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8" name="TextBox 7">
            <a:extLst>
              <a:ext uri="{FF2B5EF4-FFF2-40B4-BE49-F238E27FC236}">
                <a16:creationId xmlns:a16="http://schemas.microsoft.com/office/drawing/2014/main" id="{FA2B319C-09E2-57F9-6A9D-AB7841BF2DE9}"/>
              </a:ext>
            </a:extLst>
          </p:cNvPr>
          <p:cNvSpPr txBox="1"/>
          <p:nvPr/>
        </p:nvSpPr>
        <p:spPr>
          <a:xfrm>
            <a:off x="8975725" y="1449388"/>
            <a:ext cx="2854831" cy="964367"/>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In the </a:t>
            </a:r>
            <a:r>
              <a:rPr lang="en-US" sz="1000" b="1" dirty="0">
                <a:latin typeface="Poppins"/>
                <a:ea typeface="Poppins"/>
                <a:cs typeface="Poppins"/>
                <a:sym typeface="Poppins"/>
              </a:rPr>
              <a:t>New Products </a:t>
            </a:r>
            <a:r>
              <a:rPr lang="en-US" sz="1000" dirty="0">
                <a:latin typeface="Poppins"/>
                <a:ea typeface="Poppins"/>
                <a:cs typeface="Poppins"/>
                <a:sym typeface="Poppins"/>
              </a:rPr>
              <a:t>pop-up modal, click the </a:t>
            </a:r>
            <a:r>
              <a:rPr lang="en-US" sz="1000" b="1" dirty="0">
                <a:latin typeface="Poppins"/>
                <a:ea typeface="Poppins"/>
                <a:cs typeface="Poppins"/>
                <a:sym typeface="Poppins"/>
              </a:rPr>
              <a:t>Category</a:t>
            </a:r>
            <a:r>
              <a:rPr lang="en-US" sz="1000" dirty="0">
                <a:latin typeface="Poppins"/>
                <a:ea typeface="Poppins"/>
                <a:cs typeface="Poppins"/>
                <a:sym typeface="Poppins"/>
              </a:rPr>
              <a:t> dropdown menu. </a:t>
            </a:r>
          </a:p>
          <a:p>
            <a:pPr marL="228600" lvl="0" indent="-228600">
              <a:spcBef>
                <a:spcPts val="800"/>
              </a:spcBef>
              <a:buFont typeface="+mj-lt"/>
              <a:buAutoNum type="arabicPeriod"/>
              <a:defRPr/>
            </a:pPr>
            <a:r>
              <a:rPr lang="en-US" sz="1000" dirty="0">
                <a:latin typeface="Poppins"/>
                <a:ea typeface="Poppins"/>
                <a:cs typeface="Poppins"/>
                <a:sym typeface="Poppins"/>
              </a:rPr>
              <a:t>Click </a:t>
            </a:r>
            <a:r>
              <a:rPr lang="en-US" sz="1000" b="1" dirty="0">
                <a:latin typeface="Poppins"/>
                <a:ea typeface="Poppins"/>
                <a:cs typeface="Poppins"/>
                <a:sym typeface="Poppins"/>
              </a:rPr>
              <a:t>+ Add Category </a:t>
            </a:r>
            <a:r>
              <a:rPr lang="en-US" sz="1000" dirty="0">
                <a:latin typeface="Poppins"/>
                <a:ea typeface="Poppins"/>
                <a:cs typeface="Poppins"/>
                <a:sym typeface="Poppins"/>
              </a:rPr>
              <a:t>at the bottom of the dropdown menu to add a new category. </a:t>
            </a:r>
          </a:p>
        </p:txBody>
      </p:sp>
      <p:sp>
        <p:nvSpPr>
          <p:cNvPr id="12" name="Google Shape;265;p16" descr="Small square with numeral 1 inside">
            <a:extLst>
              <a:ext uri="{FF2B5EF4-FFF2-40B4-BE49-F238E27FC236}">
                <a16:creationId xmlns:a16="http://schemas.microsoft.com/office/drawing/2014/main" id="{27ED9984-3DA1-98F9-737C-518679C2737F}"/>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14" name="Google Shape;265;p16" descr="Small square with numeral 1 inside">
            <a:extLst>
              <a:ext uri="{FF2B5EF4-FFF2-40B4-BE49-F238E27FC236}">
                <a16:creationId xmlns:a16="http://schemas.microsoft.com/office/drawing/2014/main" id="{5E4E0FEC-CBD9-FA08-9211-BE57A5F48426}"/>
              </a:ext>
            </a:extLst>
          </p:cNvPr>
          <p:cNvSpPr txBox="1"/>
          <p:nvPr/>
        </p:nvSpPr>
        <p:spPr>
          <a:xfrm>
            <a:off x="9004347" y="191611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34882539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1951A381-0CBC-9B4B-F51C-C9772214A63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DA100DB-A4B5-5192-2D8E-FEE8DB7AA182}"/>
              </a:ext>
            </a:extLst>
          </p:cNvPr>
          <p:cNvPicPr>
            <a:picLocks noChangeAspect="1"/>
          </p:cNvPicPr>
          <p:nvPr/>
        </p:nvPicPr>
        <p:blipFill>
          <a:blip r:embed="rId3"/>
          <a:stretch>
            <a:fillRect/>
          </a:stretch>
        </p:blipFill>
        <p:spPr>
          <a:xfrm>
            <a:off x="1001703" y="1847653"/>
            <a:ext cx="7366728" cy="3734686"/>
          </a:xfrm>
          <a:prstGeom prst="rect">
            <a:avLst/>
          </a:prstGeom>
          <a:effectLst>
            <a:outerShdw blurRad="63500" sx="102000" sy="102000" algn="ctr" rotWithShape="0">
              <a:prstClr val="black">
                <a:alpha val="40000"/>
              </a:prstClr>
            </a:outerShdw>
          </a:effectLst>
        </p:spPr>
      </p:pic>
      <p:cxnSp>
        <p:nvCxnSpPr>
          <p:cNvPr id="2" name="Google Shape;210;p7">
            <a:extLst>
              <a:ext uri="{FF2B5EF4-FFF2-40B4-BE49-F238E27FC236}">
                <a16:creationId xmlns:a16="http://schemas.microsoft.com/office/drawing/2014/main" id="{5E9F5F7A-4288-173C-44A8-0B14E0C74A57}"/>
              </a:ext>
            </a:extLst>
          </p:cNvPr>
          <p:cNvCxnSpPr>
            <a:cxnSpLocks/>
          </p:cNvCxnSpPr>
          <p:nvPr/>
        </p:nvCxnSpPr>
        <p:spPr>
          <a:xfrm>
            <a:off x="2745582" y="4179855"/>
            <a:ext cx="604332" cy="0"/>
          </a:xfrm>
          <a:prstGeom prst="straightConnector1">
            <a:avLst/>
          </a:prstGeom>
          <a:noFill/>
          <a:ln w="12700" cap="flat" cmpd="sng">
            <a:solidFill>
              <a:srgbClr val="901A8A"/>
            </a:solidFill>
            <a:prstDash val="solid"/>
            <a:round/>
            <a:headEnd type="none" w="sm" len="sm"/>
            <a:tailEnd type="triangle" w="med" len="med"/>
          </a:ln>
        </p:spPr>
      </p:cxnSp>
      <p:sp>
        <p:nvSpPr>
          <p:cNvPr id="3" name="Google Shape;265;p16" descr="Small square with numeral 1 inside">
            <a:extLst>
              <a:ext uri="{FF2B5EF4-FFF2-40B4-BE49-F238E27FC236}">
                <a16:creationId xmlns:a16="http://schemas.microsoft.com/office/drawing/2014/main" id="{1A54BC77-6B74-B352-5C7E-2CAEF0FADE94}"/>
              </a:ext>
            </a:extLst>
          </p:cNvPr>
          <p:cNvSpPr txBox="1"/>
          <p:nvPr/>
        </p:nvSpPr>
        <p:spPr>
          <a:xfrm flipH="1">
            <a:off x="2508588" y="405676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435" name="Google Shape;435;p9">
            <a:extLst>
              <a:ext uri="{FF2B5EF4-FFF2-40B4-BE49-F238E27FC236}">
                <a16:creationId xmlns:a16="http://schemas.microsoft.com/office/drawing/2014/main" id="{E73791A4-DFD6-EFC8-22E4-7296B35BEEAB}"/>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Add a New Category?</a:t>
            </a:r>
            <a:endParaRPr dirty="0"/>
          </a:p>
        </p:txBody>
      </p:sp>
      <p:sp>
        <p:nvSpPr>
          <p:cNvPr id="449" name="Google Shape;449;p9">
            <a:hlinkClick r:id="rId4" action="ppaction://hlinksldjump"/>
            <a:extLst>
              <a:ext uri="{FF2B5EF4-FFF2-40B4-BE49-F238E27FC236}">
                <a16:creationId xmlns:a16="http://schemas.microsoft.com/office/drawing/2014/main" id="{A1E4AF3E-A5EE-158F-7EED-460944C401B3}"/>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10" name="Rectangle 9">
            <a:extLst>
              <a:ext uri="{FF2B5EF4-FFF2-40B4-BE49-F238E27FC236}">
                <a16:creationId xmlns:a16="http://schemas.microsoft.com/office/drawing/2014/main" id="{D99FD128-72DD-5166-0847-9345556D73DD}"/>
              </a:ext>
            </a:extLst>
          </p:cNvPr>
          <p:cNvSpPr/>
          <p:nvPr/>
        </p:nvSpPr>
        <p:spPr>
          <a:xfrm>
            <a:off x="3371849" y="4094694"/>
            <a:ext cx="1201299" cy="170323"/>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4" name="TextBox 13">
            <a:extLst>
              <a:ext uri="{FF2B5EF4-FFF2-40B4-BE49-F238E27FC236}">
                <a16:creationId xmlns:a16="http://schemas.microsoft.com/office/drawing/2014/main" id="{F3A2868F-4092-8E0E-89DD-899A806939DE}"/>
              </a:ext>
            </a:extLst>
          </p:cNvPr>
          <p:cNvSpPr txBox="1"/>
          <p:nvPr/>
        </p:nvSpPr>
        <p:spPr>
          <a:xfrm>
            <a:off x="8975725" y="1449388"/>
            <a:ext cx="2854831" cy="1528624"/>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In the </a:t>
            </a:r>
            <a:r>
              <a:rPr lang="en-US" sz="1000" b="1" dirty="0">
                <a:latin typeface="Poppins"/>
                <a:ea typeface="Poppins"/>
                <a:cs typeface="Poppins"/>
                <a:sym typeface="Poppins"/>
              </a:rPr>
              <a:t>New Products </a:t>
            </a:r>
            <a:r>
              <a:rPr lang="en-US" sz="1000" dirty="0">
                <a:latin typeface="Poppins"/>
                <a:ea typeface="Poppins"/>
                <a:cs typeface="Poppins"/>
                <a:sym typeface="Poppins"/>
              </a:rPr>
              <a:t>pop-up modal, click the </a:t>
            </a:r>
            <a:r>
              <a:rPr lang="en-US" sz="1000" b="1" dirty="0">
                <a:latin typeface="Poppins"/>
                <a:ea typeface="Poppins"/>
                <a:cs typeface="Poppins"/>
                <a:sym typeface="Poppins"/>
              </a:rPr>
              <a:t>Category</a:t>
            </a:r>
            <a:r>
              <a:rPr lang="en-US" sz="1000" dirty="0">
                <a:latin typeface="Poppins"/>
                <a:ea typeface="Poppins"/>
                <a:cs typeface="Poppins"/>
                <a:sym typeface="Poppins"/>
              </a:rPr>
              <a:t> dropdown menu. </a:t>
            </a:r>
          </a:p>
          <a:p>
            <a:pPr marL="228600" lvl="0" indent="-228600">
              <a:spcBef>
                <a:spcPts val="800"/>
              </a:spcBef>
              <a:buFont typeface="+mj-lt"/>
              <a:buAutoNum type="arabicPeriod"/>
              <a:defRPr/>
            </a:pPr>
            <a:r>
              <a:rPr lang="en-US" sz="1000" dirty="0">
                <a:latin typeface="Poppins"/>
                <a:ea typeface="Poppins"/>
                <a:cs typeface="Poppins"/>
                <a:sym typeface="Poppins"/>
              </a:rPr>
              <a:t>Click </a:t>
            </a:r>
            <a:r>
              <a:rPr lang="en-US" sz="1000" b="1" dirty="0">
                <a:latin typeface="Poppins"/>
                <a:ea typeface="Poppins"/>
                <a:cs typeface="Poppins"/>
                <a:sym typeface="Poppins"/>
              </a:rPr>
              <a:t>+ Add Category </a:t>
            </a:r>
            <a:r>
              <a:rPr lang="en-US" sz="1000" dirty="0">
                <a:latin typeface="Poppins"/>
                <a:ea typeface="Poppins"/>
                <a:cs typeface="Poppins"/>
                <a:sym typeface="Poppins"/>
              </a:rPr>
              <a:t>at the bottom of the dropdown menu to add a new category. </a:t>
            </a:r>
          </a:p>
          <a:p>
            <a:pPr marL="228600" lvl="0" indent="-228600">
              <a:spcBef>
                <a:spcPts val="800"/>
              </a:spcBef>
              <a:buFont typeface="+mj-lt"/>
              <a:buAutoNum type="arabicPeriod"/>
              <a:defRPr/>
            </a:pPr>
            <a:r>
              <a:rPr lang="en-US" sz="1000" dirty="0">
                <a:latin typeface="Poppins"/>
                <a:ea typeface="Poppins"/>
                <a:cs typeface="Poppins"/>
                <a:sym typeface="Poppins"/>
              </a:rPr>
              <a:t>The </a:t>
            </a:r>
            <a:r>
              <a:rPr lang="en-US" sz="1000" b="1" dirty="0">
                <a:latin typeface="Poppins"/>
                <a:ea typeface="Poppins"/>
                <a:cs typeface="Poppins"/>
                <a:sym typeface="Poppins"/>
              </a:rPr>
              <a:t>Select Category </a:t>
            </a:r>
            <a:r>
              <a:rPr lang="en-US" sz="1000" dirty="0">
                <a:latin typeface="Poppins"/>
                <a:ea typeface="Poppins"/>
                <a:cs typeface="Poppins"/>
                <a:sym typeface="Poppins"/>
              </a:rPr>
              <a:t>pop-up modal will appear. Enter the </a:t>
            </a:r>
            <a:r>
              <a:rPr lang="en-US" sz="1000" b="1" dirty="0">
                <a:latin typeface="Poppins"/>
                <a:ea typeface="Poppins"/>
                <a:cs typeface="Poppins"/>
                <a:sym typeface="Poppins"/>
              </a:rPr>
              <a:t>New Category </a:t>
            </a:r>
            <a:r>
              <a:rPr lang="en-US" sz="1000" dirty="0">
                <a:latin typeface="Poppins"/>
                <a:ea typeface="Poppins"/>
                <a:cs typeface="Poppins"/>
                <a:sym typeface="Poppins"/>
              </a:rPr>
              <a:t>you want to add. </a:t>
            </a:r>
          </a:p>
        </p:txBody>
      </p:sp>
      <p:sp>
        <p:nvSpPr>
          <p:cNvPr id="16" name="Google Shape;265;p16" descr="Small square with numeral 1 inside">
            <a:extLst>
              <a:ext uri="{FF2B5EF4-FFF2-40B4-BE49-F238E27FC236}">
                <a16:creationId xmlns:a16="http://schemas.microsoft.com/office/drawing/2014/main" id="{F04A55EF-8E15-8E25-264A-13AAED20223A}"/>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21" name="Google Shape;265;p16" descr="Small square with numeral 1 inside">
            <a:extLst>
              <a:ext uri="{FF2B5EF4-FFF2-40B4-BE49-F238E27FC236}">
                <a16:creationId xmlns:a16="http://schemas.microsoft.com/office/drawing/2014/main" id="{022A1B2F-59F1-D89A-B874-F813563F933D}"/>
              </a:ext>
            </a:extLst>
          </p:cNvPr>
          <p:cNvSpPr txBox="1"/>
          <p:nvPr/>
        </p:nvSpPr>
        <p:spPr>
          <a:xfrm>
            <a:off x="9004347" y="191611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23" name="Google Shape;265;p16" descr="Small square with numeral 1 inside">
            <a:extLst>
              <a:ext uri="{FF2B5EF4-FFF2-40B4-BE49-F238E27FC236}">
                <a16:creationId xmlns:a16="http://schemas.microsoft.com/office/drawing/2014/main" id="{2DB57D5D-DCA1-D9A9-C2F1-592B7D3FA99B}"/>
              </a:ext>
            </a:extLst>
          </p:cNvPr>
          <p:cNvSpPr txBox="1"/>
          <p:nvPr/>
        </p:nvSpPr>
        <p:spPr>
          <a:xfrm>
            <a:off x="9003555" y="247512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38485561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DBD0597E-6AEB-246F-510B-EA8672CDD24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28A7523-4335-0FC7-7A7A-76011D5273A8}"/>
              </a:ext>
            </a:extLst>
          </p:cNvPr>
          <p:cNvPicPr>
            <a:picLocks noChangeAspect="1"/>
          </p:cNvPicPr>
          <p:nvPr/>
        </p:nvPicPr>
        <p:blipFill>
          <a:blip r:embed="rId3"/>
          <a:stretch>
            <a:fillRect/>
          </a:stretch>
        </p:blipFill>
        <p:spPr>
          <a:xfrm>
            <a:off x="1001703" y="1847654"/>
            <a:ext cx="7366728" cy="3736632"/>
          </a:xfrm>
          <a:prstGeom prst="rect">
            <a:avLst/>
          </a:prstGeom>
          <a:effectLst>
            <a:outerShdw blurRad="63500" sx="102000" sy="102000" algn="ctr" rotWithShape="0">
              <a:prstClr val="black">
                <a:alpha val="40000"/>
              </a:prstClr>
            </a:outerShdw>
          </a:effectLst>
        </p:spPr>
      </p:pic>
      <p:cxnSp>
        <p:nvCxnSpPr>
          <p:cNvPr id="2" name="Google Shape;210;p7">
            <a:extLst>
              <a:ext uri="{FF2B5EF4-FFF2-40B4-BE49-F238E27FC236}">
                <a16:creationId xmlns:a16="http://schemas.microsoft.com/office/drawing/2014/main" id="{E1771B81-846A-0427-C2E3-5F76FFAE9F72}"/>
              </a:ext>
            </a:extLst>
          </p:cNvPr>
          <p:cNvCxnSpPr>
            <a:cxnSpLocks/>
          </p:cNvCxnSpPr>
          <p:nvPr/>
        </p:nvCxnSpPr>
        <p:spPr>
          <a:xfrm flipH="1">
            <a:off x="4836435" y="4172654"/>
            <a:ext cx="217185" cy="1"/>
          </a:xfrm>
          <a:prstGeom prst="straightConnector1">
            <a:avLst/>
          </a:prstGeom>
          <a:noFill/>
          <a:ln w="12700" cap="flat" cmpd="sng">
            <a:solidFill>
              <a:srgbClr val="901A8A"/>
            </a:solidFill>
            <a:prstDash val="solid"/>
            <a:round/>
            <a:headEnd type="none" w="sm" len="sm"/>
            <a:tailEnd type="triangle" w="med" len="med"/>
          </a:ln>
        </p:spPr>
      </p:cxnSp>
      <p:sp>
        <p:nvSpPr>
          <p:cNvPr id="3" name="Google Shape;265;p16" descr="Small square with numeral 1 inside">
            <a:extLst>
              <a:ext uri="{FF2B5EF4-FFF2-40B4-BE49-F238E27FC236}">
                <a16:creationId xmlns:a16="http://schemas.microsoft.com/office/drawing/2014/main" id="{EBA0AD1F-8C71-6B1C-3F95-4E2A31BDB55D}"/>
              </a:ext>
            </a:extLst>
          </p:cNvPr>
          <p:cNvSpPr txBox="1"/>
          <p:nvPr/>
        </p:nvSpPr>
        <p:spPr>
          <a:xfrm flipH="1">
            <a:off x="5066202" y="405035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435" name="Google Shape;435;p9">
            <a:extLst>
              <a:ext uri="{FF2B5EF4-FFF2-40B4-BE49-F238E27FC236}">
                <a16:creationId xmlns:a16="http://schemas.microsoft.com/office/drawing/2014/main" id="{7349AE62-1FE9-BDE1-76EE-DD611A20C026}"/>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Add a New Category?</a:t>
            </a:r>
            <a:endParaRPr dirty="0"/>
          </a:p>
        </p:txBody>
      </p:sp>
      <p:sp>
        <p:nvSpPr>
          <p:cNvPr id="449" name="Google Shape;449;p9">
            <a:hlinkClick r:id="rId4" action="ppaction://hlinksldjump"/>
            <a:extLst>
              <a:ext uri="{FF2B5EF4-FFF2-40B4-BE49-F238E27FC236}">
                <a16:creationId xmlns:a16="http://schemas.microsoft.com/office/drawing/2014/main" id="{5BC8610F-8EC4-D88E-1EDE-6CBD969614A6}"/>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19" name="TextBox 18">
            <a:extLst>
              <a:ext uri="{FF2B5EF4-FFF2-40B4-BE49-F238E27FC236}">
                <a16:creationId xmlns:a16="http://schemas.microsoft.com/office/drawing/2014/main" id="{23A5E839-B46A-EC18-3B00-97DB44C03262}"/>
              </a:ext>
            </a:extLst>
          </p:cNvPr>
          <p:cNvSpPr txBox="1"/>
          <p:nvPr/>
        </p:nvSpPr>
        <p:spPr>
          <a:xfrm>
            <a:off x="8975725" y="1449388"/>
            <a:ext cx="2854831" cy="1785104"/>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In the </a:t>
            </a:r>
            <a:r>
              <a:rPr lang="en-US" sz="1000" b="1" dirty="0">
                <a:latin typeface="Poppins"/>
                <a:ea typeface="Poppins"/>
                <a:cs typeface="Poppins"/>
                <a:sym typeface="Poppins"/>
              </a:rPr>
              <a:t>New Products </a:t>
            </a:r>
            <a:r>
              <a:rPr lang="en-US" sz="1000" dirty="0">
                <a:latin typeface="Poppins"/>
                <a:ea typeface="Poppins"/>
                <a:cs typeface="Poppins"/>
                <a:sym typeface="Poppins"/>
              </a:rPr>
              <a:t>pop-up modal, click the </a:t>
            </a:r>
            <a:r>
              <a:rPr lang="en-US" sz="1000" b="1" dirty="0">
                <a:latin typeface="Poppins"/>
                <a:ea typeface="Poppins"/>
                <a:cs typeface="Poppins"/>
                <a:sym typeface="Poppins"/>
              </a:rPr>
              <a:t>Category</a:t>
            </a:r>
            <a:r>
              <a:rPr lang="en-US" sz="1000" dirty="0">
                <a:latin typeface="Poppins"/>
                <a:ea typeface="Poppins"/>
                <a:cs typeface="Poppins"/>
                <a:sym typeface="Poppins"/>
              </a:rPr>
              <a:t> dropdown menu. </a:t>
            </a:r>
          </a:p>
          <a:p>
            <a:pPr marL="228600" lvl="0" indent="-228600">
              <a:spcBef>
                <a:spcPts val="800"/>
              </a:spcBef>
              <a:buFont typeface="+mj-lt"/>
              <a:buAutoNum type="arabicPeriod"/>
              <a:defRPr/>
            </a:pPr>
            <a:r>
              <a:rPr lang="en-US" sz="1000" dirty="0">
                <a:latin typeface="Poppins"/>
                <a:ea typeface="Poppins"/>
                <a:cs typeface="Poppins"/>
                <a:sym typeface="Poppins"/>
              </a:rPr>
              <a:t>Click </a:t>
            </a:r>
            <a:r>
              <a:rPr lang="en-US" sz="1000" b="1" dirty="0">
                <a:latin typeface="Poppins"/>
                <a:ea typeface="Poppins"/>
                <a:cs typeface="Poppins"/>
                <a:sym typeface="Poppins"/>
              </a:rPr>
              <a:t>+ Add Category </a:t>
            </a:r>
            <a:r>
              <a:rPr lang="en-US" sz="1000" dirty="0">
                <a:latin typeface="Poppins"/>
                <a:ea typeface="Poppins"/>
                <a:cs typeface="Poppins"/>
                <a:sym typeface="Poppins"/>
              </a:rPr>
              <a:t>at the bottom of the dropdown menu to add a new category. </a:t>
            </a:r>
          </a:p>
          <a:p>
            <a:pPr marL="228600" lvl="0" indent="-228600">
              <a:spcBef>
                <a:spcPts val="800"/>
              </a:spcBef>
              <a:buFont typeface="+mj-lt"/>
              <a:buAutoNum type="arabicPeriod"/>
              <a:defRPr/>
            </a:pPr>
            <a:r>
              <a:rPr lang="en-US" sz="1000" dirty="0">
                <a:latin typeface="Poppins"/>
                <a:ea typeface="Poppins"/>
                <a:cs typeface="Poppins"/>
                <a:sym typeface="Poppins"/>
              </a:rPr>
              <a:t>The </a:t>
            </a:r>
            <a:r>
              <a:rPr lang="en-US" sz="1000" b="1" dirty="0">
                <a:latin typeface="Poppins"/>
                <a:ea typeface="Poppins"/>
                <a:cs typeface="Poppins"/>
                <a:sym typeface="Poppins"/>
              </a:rPr>
              <a:t>Select Category </a:t>
            </a:r>
            <a:r>
              <a:rPr lang="en-US" sz="1000" dirty="0">
                <a:latin typeface="Poppins"/>
                <a:ea typeface="Poppins"/>
                <a:cs typeface="Poppins"/>
                <a:sym typeface="Poppins"/>
              </a:rPr>
              <a:t>pop-up modal will appear. Enter the </a:t>
            </a:r>
            <a:r>
              <a:rPr lang="en-US" sz="1000" b="1" dirty="0">
                <a:latin typeface="Poppins"/>
                <a:ea typeface="Poppins"/>
                <a:cs typeface="Poppins"/>
                <a:sym typeface="Poppins"/>
              </a:rPr>
              <a:t>New Category </a:t>
            </a:r>
            <a:r>
              <a:rPr lang="en-US" sz="1000" dirty="0">
                <a:latin typeface="Poppins"/>
                <a:ea typeface="Poppins"/>
                <a:cs typeface="Poppins"/>
                <a:sym typeface="Poppins"/>
              </a:rPr>
              <a:t>you want to add. </a:t>
            </a:r>
          </a:p>
          <a:p>
            <a:pPr marL="228600" lvl="0" indent="-228600">
              <a:spcBef>
                <a:spcPts val="800"/>
              </a:spcBef>
              <a:buFont typeface="+mj-lt"/>
              <a:buAutoNum type="arabicPeriod"/>
              <a:defRPr/>
            </a:pPr>
            <a:r>
              <a:rPr lang="en-US" sz="1000" dirty="0">
                <a:latin typeface="Poppins"/>
                <a:ea typeface="Poppins"/>
                <a:cs typeface="Poppins"/>
                <a:sym typeface="Poppins"/>
              </a:rPr>
              <a:t>Click </a:t>
            </a:r>
            <a:r>
              <a:rPr lang="en-US" sz="1000" b="1" dirty="0">
                <a:latin typeface="Poppins"/>
                <a:ea typeface="Poppins"/>
                <a:cs typeface="Poppins"/>
                <a:sym typeface="Poppins"/>
              </a:rPr>
              <a:t>Add</a:t>
            </a:r>
            <a:r>
              <a:rPr lang="en-US" sz="1000" dirty="0">
                <a:latin typeface="Poppins"/>
                <a:ea typeface="Poppins"/>
                <a:cs typeface="Poppins"/>
                <a:sym typeface="Poppins"/>
              </a:rPr>
              <a:t> to add the new category. </a:t>
            </a:r>
          </a:p>
        </p:txBody>
      </p:sp>
      <p:sp>
        <p:nvSpPr>
          <p:cNvPr id="21" name="Google Shape;265;p16" descr="Small square with numeral 1 inside">
            <a:extLst>
              <a:ext uri="{FF2B5EF4-FFF2-40B4-BE49-F238E27FC236}">
                <a16:creationId xmlns:a16="http://schemas.microsoft.com/office/drawing/2014/main" id="{0BD1351D-6D4C-C5BC-F90C-104660061DE8}"/>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23" name="Google Shape;265;p16" descr="Small square with numeral 1 inside">
            <a:extLst>
              <a:ext uri="{FF2B5EF4-FFF2-40B4-BE49-F238E27FC236}">
                <a16:creationId xmlns:a16="http://schemas.microsoft.com/office/drawing/2014/main" id="{67A88849-CC09-DDBD-C30B-445639FE0002}"/>
              </a:ext>
            </a:extLst>
          </p:cNvPr>
          <p:cNvSpPr txBox="1"/>
          <p:nvPr/>
        </p:nvSpPr>
        <p:spPr>
          <a:xfrm>
            <a:off x="9004347" y="191611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25" name="Google Shape;265;p16" descr="Small square with numeral 1 inside">
            <a:extLst>
              <a:ext uri="{FF2B5EF4-FFF2-40B4-BE49-F238E27FC236}">
                <a16:creationId xmlns:a16="http://schemas.microsoft.com/office/drawing/2014/main" id="{16E7A35F-6DC8-5BB0-FC6E-0B92AC171A40}"/>
              </a:ext>
            </a:extLst>
          </p:cNvPr>
          <p:cNvSpPr txBox="1"/>
          <p:nvPr/>
        </p:nvSpPr>
        <p:spPr>
          <a:xfrm>
            <a:off x="9003555" y="247512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
        <p:nvSpPr>
          <p:cNvPr id="27" name="Google Shape;265;p16" descr="Small square with numeral 1 inside">
            <a:extLst>
              <a:ext uri="{FF2B5EF4-FFF2-40B4-BE49-F238E27FC236}">
                <a16:creationId xmlns:a16="http://schemas.microsoft.com/office/drawing/2014/main" id="{38870319-7214-168E-9613-917528331B69}"/>
              </a:ext>
            </a:extLst>
          </p:cNvPr>
          <p:cNvSpPr txBox="1"/>
          <p:nvPr/>
        </p:nvSpPr>
        <p:spPr>
          <a:xfrm>
            <a:off x="9003555" y="295607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30467113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0B6D21EE-1513-B14F-64BD-544485C86BB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6BB706C-952D-4E10-4BAB-EC036D0E0E64}"/>
              </a:ext>
            </a:extLst>
          </p:cNvPr>
          <p:cNvPicPr>
            <a:picLocks noChangeAspect="1"/>
          </p:cNvPicPr>
          <p:nvPr/>
        </p:nvPicPr>
        <p:blipFill>
          <a:blip r:embed="rId3"/>
          <a:stretch>
            <a:fillRect/>
          </a:stretch>
        </p:blipFill>
        <p:spPr>
          <a:xfrm>
            <a:off x="1001703" y="1847436"/>
            <a:ext cx="7366728" cy="3738634"/>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892FBD1A-2F24-466D-E2F1-56131128902F}"/>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Add a New Category?</a:t>
            </a:r>
            <a:endParaRPr dirty="0"/>
          </a:p>
        </p:txBody>
      </p:sp>
      <p:sp>
        <p:nvSpPr>
          <p:cNvPr id="449" name="Google Shape;449;p9">
            <a:hlinkClick r:id="rId4" action="ppaction://hlinksldjump"/>
            <a:extLst>
              <a:ext uri="{FF2B5EF4-FFF2-40B4-BE49-F238E27FC236}">
                <a16:creationId xmlns:a16="http://schemas.microsoft.com/office/drawing/2014/main" id="{12D062E4-9BFF-1C0F-7152-6E0B5083E82D}"/>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10" name="TextBox 9">
            <a:extLst>
              <a:ext uri="{FF2B5EF4-FFF2-40B4-BE49-F238E27FC236}">
                <a16:creationId xmlns:a16="http://schemas.microsoft.com/office/drawing/2014/main" id="{9750FA33-743C-753B-BADE-CCDC87CDB706}"/>
              </a:ext>
            </a:extLst>
          </p:cNvPr>
          <p:cNvSpPr txBox="1"/>
          <p:nvPr/>
        </p:nvSpPr>
        <p:spPr>
          <a:xfrm>
            <a:off x="8975725" y="1449388"/>
            <a:ext cx="2854831" cy="2349361"/>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In the </a:t>
            </a:r>
            <a:r>
              <a:rPr lang="en-US" sz="1000" b="1" dirty="0">
                <a:latin typeface="Poppins"/>
                <a:ea typeface="Poppins"/>
                <a:cs typeface="Poppins"/>
                <a:sym typeface="Poppins"/>
              </a:rPr>
              <a:t>New Products </a:t>
            </a:r>
            <a:r>
              <a:rPr lang="en-US" sz="1000" dirty="0">
                <a:latin typeface="Poppins"/>
                <a:ea typeface="Poppins"/>
                <a:cs typeface="Poppins"/>
                <a:sym typeface="Poppins"/>
              </a:rPr>
              <a:t>pop-up modal, click the </a:t>
            </a:r>
            <a:r>
              <a:rPr lang="en-US" sz="1000" b="1" dirty="0">
                <a:latin typeface="Poppins"/>
                <a:ea typeface="Poppins"/>
                <a:cs typeface="Poppins"/>
                <a:sym typeface="Poppins"/>
              </a:rPr>
              <a:t>Category</a:t>
            </a:r>
            <a:r>
              <a:rPr lang="en-US" sz="1000" dirty="0">
                <a:latin typeface="Poppins"/>
                <a:ea typeface="Poppins"/>
                <a:cs typeface="Poppins"/>
                <a:sym typeface="Poppins"/>
              </a:rPr>
              <a:t> dropdown menu. </a:t>
            </a:r>
          </a:p>
          <a:p>
            <a:pPr marL="228600" lvl="0" indent="-228600">
              <a:spcBef>
                <a:spcPts val="800"/>
              </a:spcBef>
              <a:buFont typeface="+mj-lt"/>
              <a:buAutoNum type="arabicPeriod"/>
              <a:defRPr/>
            </a:pPr>
            <a:r>
              <a:rPr lang="en-US" sz="1000" dirty="0">
                <a:latin typeface="Poppins"/>
                <a:ea typeface="Poppins"/>
                <a:cs typeface="Poppins"/>
                <a:sym typeface="Poppins"/>
              </a:rPr>
              <a:t>Click </a:t>
            </a:r>
            <a:r>
              <a:rPr lang="en-US" sz="1000" b="1" dirty="0">
                <a:latin typeface="Poppins"/>
                <a:ea typeface="Poppins"/>
                <a:cs typeface="Poppins"/>
                <a:sym typeface="Poppins"/>
              </a:rPr>
              <a:t>+ Add Category </a:t>
            </a:r>
            <a:r>
              <a:rPr lang="en-US" sz="1000" dirty="0">
                <a:latin typeface="Poppins"/>
                <a:ea typeface="Poppins"/>
                <a:cs typeface="Poppins"/>
                <a:sym typeface="Poppins"/>
              </a:rPr>
              <a:t>at the bottom of the dropdown menu to add a new category. </a:t>
            </a:r>
          </a:p>
          <a:p>
            <a:pPr marL="228600" lvl="0" indent="-228600">
              <a:spcBef>
                <a:spcPts val="800"/>
              </a:spcBef>
              <a:buFont typeface="+mj-lt"/>
              <a:buAutoNum type="arabicPeriod"/>
              <a:defRPr/>
            </a:pPr>
            <a:r>
              <a:rPr lang="en-US" sz="1000" dirty="0">
                <a:latin typeface="Poppins"/>
                <a:ea typeface="Poppins"/>
                <a:cs typeface="Poppins"/>
                <a:sym typeface="Poppins"/>
              </a:rPr>
              <a:t>The </a:t>
            </a:r>
            <a:r>
              <a:rPr lang="en-US" sz="1000" b="1" dirty="0">
                <a:latin typeface="Poppins"/>
                <a:ea typeface="Poppins"/>
                <a:cs typeface="Poppins"/>
                <a:sym typeface="Poppins"/>
              </a:rPr>
              <a:t>Select Category </a:t>
            </a:r>
            <a:r>
              <a:rPr lang="en-US" sz="1000" dirty="0">
                <a:latin typeface="Poppins"/>
                <a:ea typeface="Poppins"/>
                <a:cs typeface="Poppins"/>
                <a:sym typeface="Poppins"/>
              </a:rPr>
              <a:t>pop-up modal will appear. Enter the </a:t>
            </a:r>
            <a:r>
              <a:rPr lang="en-US" sz="1000" b="1" dirty="0">
                <a:latin typeface="Poppins"/>
                <a:ea typeface="Poppins"/>
                <a:cs typeface="Poppins"/>
                <a:sym typeface="Poppins"/>
              </a:rPr>
              <a:t>New Category </a:t>
            </a:r>
            <a:r>
              <a:rPr lang="en-US" sz="1000" dirty="0">
                <a:latin typeface="Poppins"/>
                <a:ea typeface="Poppins"/>
                <a:cs typeface="Poppins"/>
                <a:sym typeface="Poppins"/>
              </a:rPr>
              <a:t>you want to add. </a:t>
            </a:r>
          </a:p>
          <a:p>
            <a:pPr marL="228600" lvl="0" indent="-228600">
              <a:spcBef>
                <a:spcPts val="800"/>
              </a:spcBef>
              <a:buFont typeface="+mj-lt"/>
              <a:buAutoNum type="arabicPeriod"/>
              <a:defRPr/>
            </a:pPr>
            <a:r>
              <a:rPr lang="en-US" sz="1000" dirty="0">
                <a:latin typeface="Poppins"/>
                <a:ea typeface="Poppins"/>
                <a:cs typeface="Poppins"/>
                <a:sym typeface="Poppins"/>
              </a:rPr>
              <a:t>Click </a:t>
            </a:r>
            <a:r>
              <a:rPr lang="en-US" sz="1000" b="1" dirty="0">
                <a:latin typeface="Poppins"/>
                <a:ea typeface="Poppins"/>
                <a:cs typeface="Poppins"/>
                <a:sym typeface="Poppins"/>
              </a:rPr>
              <a:t>Add</a:t>
            </a:r>
            <a:r>
              <a:rPr lang="en-US" sz="1000" dirty="0">
                <a:latin typeface="Poppins"/>
                <a:ea typeface="Poppins"/>
                <a:cs typeface="Poppins"/>
                <a:sym typeface="Poppins"/>
              </a:rPr>
              <a:t> to add the new category. </a:t>
            </a:r>
          </a:p>
          <a:p>
            <a:pPr marL="228600" lvl="0" indent="-228600">
              <a:spcBef>
                <a:spcPts val="800"/>
              </a:spcBef>
              <a:buFont typeface="+mj-lt"/>
              <a:buAutoNum type="arabicPeriod"/>
              <a:defRPr/>
            </a:pPr>
            <a:r>
              <a:rPr lang="en-US" sz="1000" dirty="0">
                <a:latin typeface="Poppins"/>
                <a:ea typeface="Poppins"/>
                <a:cs typeface="Poppins"/>
                <a:sym typeface="Poppins"/>
              </a:rPr>
              <a:t>The </a:t>
            </a:r>
            <a:r>
              <a:rPr lang="en-US" sz="1000" b="1" dirty="0">
                <a:latin typeface="Poppins"/>
                <a:ea typeface="Poppins"/>
                <a:cs typeface="Poppins"/>
                <a:sym typeface="Poppins"/>
              </a:rPr>
              <a:t>New Category </a:t>
            </a:r>
            <a:r>
              <a:rPr lang="en-US" sz="1000" dirty="0">
                <a:latin typeface="Poppins"/>
                <a:ea typeface="Poppins"/>
                <a:cs typeface="Poppins"/>
                <a:sym typeface="Poppins"/>
              </a:rPr>
              <a:t>will appear below </a:t>
            </a:r>
            <a:r>
              <a:rPr lang="en-US" sz="1000" b="1" dirty="0">
                <a:latin typeface="Poppins"/>
                <a:ea typeface="Poppins"/>
                <a:cs typeface="Poppins"/>
                <a:sym typeface="Poppins"/>
              </a:rPr>
              <a:t>N/A</a:t>
            </a:r>
            <a:r>
              <a:rPr lang="en-US" sz="1000" dirty="0">
                <a:latin typeface="Poppins"/>
                <a:ea typeface="Poppins"/>
                <a:cs typeface="Poppins"/>
                <a:sym typeface="Poppins"/>
              </a:rPr>
              <a:t>. Repeat </a:t>
            </a:r>
            <a:r>
              <a:rPr lang="en-US" sz="1000" b="1" dirty="0">
                <a:latin typeface="Poppins"/>
                <a:ea typeface="Poppins"/>
                <a:cs typeface="Poppins"/>
                <a:sym typeface="Poppins"/>
              </a:rPr>
              <a:t>Steps 3 to 4 </a:t>
            </a:r>
            <a:r>
              <a:rPr lang="en-US" sz="1000" dirty="0">
                <a:latin typeface="Poppins"/>
                <a:ea typeface="Poppins"/>
                <a:cs typeface="Poppins"/>
                <a:sym typeface="Poppins"/>
              </a:rPr>
              <a:t>to add additional categories. </a:t>
            </a:r>
          </a:p>
        </p:txBody>
      </p:sp>
      <p:sp>
        <p:nvSpPr>
          <p:cNvPr id="11" name="Google Shape;265;p16" descr="Small square with numeral 1 inside">
            <a:extLst>
              <a:ext uri="{FF2B5EF4-FFF2-40B4-BE49-F238E27FC236}">
                <a16:creationId xmlns:a16="http://schemas.microsoft.com/office/drawing/2014/main" id="{B6A37C47-E5DF-BB4A-D2F0-E8D469742CB0}"/>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12" name="Google Shape;265;p16" descr="Small square with numeral 1 inside">
            <a:extLst>
              <a:ext uri="{FF2B5EF4-FFF2-40B4-BE49-F238E27FC236}">
                <a16:creationId xmlns:a16="http://schemas.microsoft.com/office/drawing/2014/main" id="{3EAB6982-6A1A-454C-7BD0-D4F8B3F4BD7F}"/>
              </a:ext>
            </a:extLst>
          </p:cNvPr>
          <p:cNvSpPr txBox="1"/>
          <p:nvPr/>
        </p:nvSpPr>
        <p:spPr>
          <a:xfrm>
            <a:off x="9004347" y="191611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13" name="Google Shape;265;p16" descr="Small square with numeral 1 inside">
            <a:extLst>
              <a:ext uri="{FF2B5EF4-FFF2-40B4-BE49-F238E27FC236}">
                <a16:creationId xmlns:a16="http://schemas.microsoft.com/office/drawing/2014/main" id="{DEC70F43-4B98-980E-DFD5-69EFCE01861A}"/>
              </a:ext>
            </a:extLst>
          </p:cNvPr>
          <p:cNvSpPr txBox="1"/>
          <p:nvPr/>
        </p:nvSpPr>
        <p:spPr>
          <a:xfrm>
            <a:off x="9003555" y="247512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
        <p:nvSpPr>
          <p:cNvPr id="14" name="Google Shape;265;p16" descr="Small square with numeral 1 inside">
            <a:extLst>
              <a:ext uri="{FF2B5EF4-FFF2-40B4-BE49-F238E27FC236}">
                <a16:creationId xmlns:a16="http://schemas.microsoft.com/office/drawing/2014/main" id="{DE7BAD63-6056-9740-6FA7-77DF673E95CE}"/>
              </a:ext>
            </a:extLst>
          </p:cNvPr>
          <p:cNvSpPr txBox="1"/>
          <p:nvPr/>
        </p:nvSpPr>
        <p:spPr>
          <a:xfrm>
            <a:off x="9003555" y="295607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15" name="Google Shape;265;p16" descr="Small square with numeral 1 inside">
            <a:extLst>
              <a:ext uri="{FF2B5EF4-FFF2-40B4-BE49-F238E27FC236}">
                <a16:creationId xmlns:a16="http://schemas.microsoft.com/office/drawing/2014/main" id="{5B34A85F-10BA-A054-495C-FB00609A169D}"/>
              </a:ext>
            </a:extLst>
          </p:cNvPr>
          <p:cNvSpPr txBox="1"/>
          <p:nvPr/>
        </p:nvSpPr>
        <p:spPr>
          <a:xfrm>
            <a:off x="9003554" y="328865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cxnSp>
        <p:nvCxnSpPr>
          <p:cNvPr id="17" name="Google Shape;210;p7">
            <a:extLst>
              <a:ext uri="{FF2B5EF4-FFF2-40B4-BE49-F238E27FC236}">
                <a16:creationId xmlns:a16="http://schemas.microsoft.com/office/drawing/2014/main" id="{9590E25F-2235-AE76-3BE9-25D3546EA37D}"/>
              </a:ext>
            </a:extLst>
          </p:cNvPr>
          <p:cNvCxnSpPr>
            <a:cxnSpLocks/>
          </p:cNvCxnSpPr>
          <p:nvPr/>
        </p:nvCxnSpPr>
        <p:spPr>
          <a:xfrm>
            <a:off x="2752725" y="4010786"/>
            <a:ext cx="604332" cy="0"/>
          </a:xfrm>
          <a:prstGeom prst="straightConnector1">
            <a:avLst/>
          </a:prstGeom>
          <a:noFill/>
          <a:ln w="12700" cap="flat" cmpd="sng">
            <a:solidFill>
              <a:srgbClr val="901A8A"/>
            </a:solidFill>
            <a:prstDash val="solid"/>
            <a:round/>
            <a:headEnd type="none" w="sm" len="sm"/>
            <a:tailEnd type="triangle" w="med" len="med"/>
          </a:ln>
        </p:spPr>
      </p:cxnSp>
      <p:sp>
        <p:nvSpPr>
          <p:cNvPr id="18" name="Google Shape;265;p16" descr="Small square with numeral 1 inside">
            <a:extLst>
              <a:ext uri="{FF2B5EF4-FFF2-40B4-BE49-F238E27FC236}">
                <a16:creationId xmlns:a16="http://schemas.microsoft.com/office/drawing/2014/main" id="{3D4B6FCD-4195-905C-63FD-431E373D8B65}"/>
              </a:ext>
            </a:extLst>
          </p:cNvPr>
          <p:cNvSpPr txBox="1"/>
          <p:nvPr/>
        </p:nvSpPr>
        <p:spPr>
          <a:xfrm flipH="1">
            <a:off x="2515730" y="388769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19" name="Rectangle 18">
            <a:extLst>
              <a:ext uri="{FF2B5EF4-FFF2-40B4-BE49-F238E27FC236}">
                <a16:creationId xmlns:a16="http://schemas.microsoft.com/office/drawing/2014/main" id="{8226078C-0366-1608-5B11-65BAE69ECF90}"/>
              </a:ext>
            </a:extLst>
          </p:cNvPr>
          <p:cNvSpPr/>
          <p:nvPr/>
        </p:nvSpPr>
        <p:spPr>
          <a:xfrm>
            <a:off x="3378994" y="3925625"/>
            <a:ext cx="1440656" cy="170323"/>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Tree>
    <p:extLst>
      <p:ext uri="{BB962C8B-B14F-4D97-AF65-F5344CB8AC3E}">
        <p14:creationId xmlns:p14="http://schemas.microsoft.com/office/powerpoint/2010/main" val="12786089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F37E9A28-D826-05C1-B165-3879803E5D9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BD49B4C-A63F-74AE-0EF4-034F9C65591D}"/>
              </a:ext>
            </a:extLst>
          </p:cNvPr>
          <p:cNvPicPr>
            <a:picLocks noChangeAspect="1"/>
          </p:cNvPicPr>
          <p:nvPr/>
        </p:nvPicPr>
        <p:blipFill>
          <a:blip r:embed="rId3"/>
          <a:stretch>
            <a:fillRect/>
          </a:stretch>
        </p:blipFill>
        <p:spPr>
          <a:xfrm>
            <a:off x="1001703" y="1849498"/>
            <a:ext cx="7368862" cy="3739717"/>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15359095-060C-2B0B-A15E-49259C1952D1}"/>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Select a Category?</a:t>
            </a:r>
            <a:endParaRPr dirty="0"/>
          </a:p>
        </p:txBody>
      </p:sp>
      <p:sp>
        <p:nvSpPr>
          <p:cNvPr id="449" name="Google Shape;449;p9">
            <a:hlinkClick r:id="rId4" action="ppaction://hlinksldjump"/>
            <a:extLst>
              <a:ext uri="{FF2B5EF4-FFF2-40B4-BE49-F238E27FC236}">
                <a16:creationId xmlns:a16="http://schemas.microsoft.com/office/drawing/2014/main" id="{5815B4CC-83DB-259C-0F16-803FA4F5801A}"/>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6" name="Rectangle 5">
            <a:extLst>
              <a:ext uri="{FF2B5EF4-FFF2-40B4-BE49-F238E27FC236}">
                <a16:creationId xmlns:a16="http://schemas.microsoft.com/office/drawing/2014/main" id="{F861CC68-071A-70D4-45DC-FD3D58420579}"/>
              </a:ext>
            </a:extLst>
          </p:cNvPr>
          <p:cNvSpPr/>
          <p:nvPr/>
        </p:nvSpPr>
        <p:spPr>
          <a:xfrm>
            <a:off x="2995613" y="3036091"/>
            <a:ext cx="1654968" cy="150020"/>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7" name="Google Shape;210;p7">
            <a:extLst>
              <a:ext uri="{FF2B5EF4-FFF2-40B4-BE49-F238E27FC236}">
                <a16:creationId xmlns:a16="http://schemas.microsoft.com/office/drawing/2014/main" id="{2BC18D62-D479-CE79-F068-21B65E69C1BA}"/>
              </a:ext>
            </a:extLst>
          </p:cNvPr>
          <p:cNvCxnSpPr>
            <a:cxnSpLocks/>
          </p:cNvCxnSpPr>
          <p:nvPr/>
        </p:nvCxnSpPr>
        <p:spPr>
          <a:xfrm>
            <a:off x="2747963" y="3111101"/>
            <a:ext cx="226763" cy="0"/>
          </a:xfrm>
          <a:prstGeom prst="straightConnector1">
            <a:avLst/>
          </a:prstGeom>
          <a:noFill/>
          <a:ln w="12700" cap="flat" cmpd="sng">
            <a:solidFill>
              <a:srgbClr val="901A8A"/>
            </a:solidFill>
            <a:prstDash val="solid"/>
            <a:round/>
            <a:headEnd type="none" w="sm" len="sm"/>
            <a:tailEnd type="triangle" w="med" len="med"/>
          </a:ln>
        </p:spPr>
      </p:cxnSp>
      <p:sp>
        <p:nvSpPr>
          <p:cNvPr id="10" name="Google Shape;265;p16" descr="Small square with numeral 1 inside">
            <a:extLst>
              <a:ext uri="{FF2B5EF4-FFF2-40B4-BE49-F238E27FC236}">
                <a16:creationId xmlns:a16="http://schemas.microsoft.com/office/drawing/2014/main" id="{0591C8D0-8737-1C6E-1A22-8A7B765105C7}"/>
              </a:ext>
            </a:extLst>
          </p:cNvPr>
          <p:cNvSpPr txBox="1"/>
          <p:nvPr/>
        </p:nvSpPr>
        <p:spPr>
          <a:xfrm>
            <a:off x="2510555" y="299039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14" name="TextBox 13">
            <a:extLst>
              <a:ext uri="{FF2B5EF4-FFF2-40B4-BE49-F238E27FC236}">
                <a16:creationId xmlns:a16="http://schemas.microsoft.com/office/drawing/2014/main" id="{EE409C84-9056-E3EA-36BE-E0266E84D0E9}"/>
              </a:ext>
            </a:extLst>
          </p:cNvPr>
          <p:cNvSpPr txBox="1"/>
          <p:nvPr/>
        </p:nvSpPr>
        <p:spPr>
          <a:xfrm>
            <a:off x="8975725" y="1449388"/>
            <a:ext cx="2854831" cy="400110"/>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In the </a:t>
            </a:r>
            <a:r>
              <a:rPr lang="en-US" sz="1000" b="1" dirty="0">
                <a:latin typeface="Poppins"/>
                <a:ea typeface="Poppins"/>
                <a:cs typeface="Poppins"/>
                <a:sym typeface="Poppins"/>
              </a:rPr>
              <a:t>New Products </a:t>
            </a:r>
            <a:r>
              <a:rPr lang="en-US" sz="1000" dirty="0">
                <a:latin typeface="Poppins"/>
                <a:ea typeface="Poppins"/>
                <a:cs typeface="Poppins"/>
                <a:sym typeface="Poppins"/>
              </a:rPr>
              <a:t>pop-up modal, click the </a:t>
            </a:r>
            <a:r>
              <a:rPr lang="en-US" sz="1000" b="1" dirty="0">
                <a:latin typeface="Poppins"/>
                <a:ea typeface="Poppins"/>
                <a:cs typeface="Poppins"/>
                <a:sym typeface="Poppins"/>
              </a:rPr>
              <a:t>Category</a:t>
            </a:r>
            <a:r>
              <a:rPr lang="en-US" sz="1000" dirty="0">
                <a:latin typeface="Poppins"/>
                <a:ea typeface="Poppins"/>
                <a:cs typeface="Poppins"/>
                <a:sym typeface="Poppins"/>
              </a:rPr>
              <a:t> dropdown menu.</a:t>
            </a:r>
          </a:p>
        </p:txBody>
      </p:sp>
      <p:sp>
        <p:nvSpPr>
          <p:cNvPr id="20" name="Google Shape;265;p16" descr="Small square with numeral 1 inside">
            <a:extLst>
              <a:ext uri="{FF2B5EF4-FFF2-40B4-BE49-F238E27FC236}">
                <a16:creationId xmlns:a16="http://schemas.microsoft.com/office/drawing/2014/main" id="{8B926237-3FCD-F2B3-1EF7-41DA686472A6}"/>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41664589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A64A7405-7E43-1EB0-FE0B-5E56483B81C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0E97839-0505-87FC-EAB0-F63822128E98}"/>
              </a:ext>
            </a:extLst>
          </p:cNvPr>
          <p:cNvPicPr>
            <a:picLocks noChangeAspect="1"/>
          </p:cNvPicPr>
          <p:nvPr/>
        </p:nvPicPr>
        <p:blipFill>
          <a:blip r:embed="rId3"/>
          <a:stretch>
            <a:fillRect/>
          </a:stretch>
        </p:blipFill>
        <p:spPr>
          <a:xfrm>
            <a:off x="1001703" y="1854627"/>
            <a:ext cx="7368862" cy="3739717"/>
          </a:xfrm>
          <a:prstGeom prst="rect">
            <a:avLst/>
          </a:prstGeom>
          <a:effectLst>
            <a:outerShdw blurRad="63500" sx="102000" sy="102000" algn="ctr" rotWithShape="0">
              <a:prstClr val="black">
                <a:alpha val="40000"/>
              </a:prstClr>
            </a:outerShdw>
          </a:effectLst>
        </p:spPr>
      </p:pic>
      <p:sp>
        <p:nvSpPr>
          <p:cNvPr id="10" name="Rectangle 9">
            <a:extLst>
              <a:ext uri="{FF2B5EF4-FFF2-40B4-BE49-F238E27FC236}">
                <a16:creationId xmlns:a16="http://schemas.microsoft.com/office/drawing/2014/main" id="{DAEF6754-FF72-9918-BA69-B484C35BD917}"/>
              </a:ext>
            </a:extLst>
          </p:cNvPr>
          <p:cNvSpPr/>
          <p:nvPr/>
        </p:nvSpPr>
        <p:spPr>
          <a:xfrm>
            <a:off x="2995613" y="3200400"/>
            <a:ext cx="1647825" cy="969171"/>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11" name="Google Shape;210;p7">
            <a:extLst>
              <a:ext uri="{FF2B5EF4-FFF2-40B4-BE49-F238E27FC236}">
                <a16:creationId xmlns:a16="http://schemas.microsoft.com/office/drawing/2014/main" id="{87C02F3C-A3D8-89D8-B0D9-DE6A1380ED4F}"/>
              </a:ext>
            </a:extLst>
          </p:cNvPr>
          <p:cNvCxnSpPr>
            <a:cxnSpLocks/>
          </p:cNvCxnSpPr>
          <p:nvPr/>
        </p:nvCxnSpPr>
        <p:spPr>
          <a:xfrm flipV="1">
            <a:off x="2744370" y="3683613"/>
            <a:ext cx="229814" cy="2381"/>
          </a:xfrm>
          <a:prstGeom prst="straightConnector1">
            <a:avLst/>
          </a:prstGeom>
          <a:noFill/>
          <a:ln w="12700" cap="flat" cmpd="sng">
            <a:solidFill>
              <a:srgbClr val="901A8A"/>
            </a:solidFill>
            <a:prstDash val="solid"/>
            <a:round/>
            <a:headEnd type="none" w="sm" len="sm"/>
            <a:tailEnd type="triangle" w="med" len="med"/>
          </a:ln>
        </p:spPr>
      </p:cxnSp>
      <p:sp>
        <p:nvSpPr>
          <p:cNvPr id="12" name="Google Shape;265;p16" descr="Small square with numeral 1 inside">
            <a:extLst>
              <a:ext uri="{FF2B5EF4-FFF2-40B4-BE49-F238E27FC236}">
                <a16:creationId xmlns:a16="http://schemas.microsoft.com/office/drawing/2014/main" id="{D5A92263-56E0-DC71-095D-48BC86761C30}"/>
              </a:ext>
            </a:extLst>
          </p:cNvPr>
          <p:cNvSpPr txBox="1"/>
          <p:nvPr/>
        </p:nvSpPr>
        <p:spPr>
          <a:xfrm>
            <a:off x="2506713" y="356528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435" name="Google Shape;435;p9">
            <a:extLst>
              <a:ext uri="{FF2B5EF4-FFF2-40B4-BE49-F238E27FC236}">
                <a16:creationId xmlns:a16="http://schemas.microsoft.com/office/drawing/2014/main" id="{F46CCE4F-7CEC-B0C8-5DD0-1FEDF1FFC0C2}"/>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Select a Category?</a:t>
            </a:r>
            <a:endParaRPr dirty="0"/>
          </a:p>
        </p:txBody>
      </p:sp>
      <p:sp>
        <p:nvSpPr>
          <p:cNvPr id="449" name="Google Shape;449;p9">
            <a:hlinkClick r:id="rId4" action="ppaction://hlinksldjump"/>
            <a:extLst>
              <a:ext uri="{FF2B5EF4-FFF2-40B4-BE49-F238E27FC236}">
                <a16:creationId xmlns:a16="http://schemas.microsoft.com/office/drawing/2014/main" id="{5003D889-6618-B4E0-5EC0-0CD4F772E6D8}"/>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15" name="TextBox 14">
            <a:extLst>
              <a:ext uri="{FF2B5EF4-FFF2-40B4-BE49-F238E27FC236}">
                <a16:creationId xmlns:a16="http://schemas.microsoft.com/office/drawing/2014/main" id="{C6B06840-F195-3904-4722-7AE9A1DD7567}"/>
              </a:ext>
            </a:extLst>
          </p:cNvPr>
          <p:cNvSpPr txBox="1"/>
          <p:nvPr/>
        </p:nvSpPr>
        <p:spPr>
          <a:xfrm>
            <a:off x="8975725" y="1449388"/>
            <a:ext cx="2854831" cy="810478"/>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In the </a:t>
            </a:r>
            <a:r>
              <a:rPr lang="en-US" sz="1000" b="1" dirty="0">
                <a:latin typeface="Poppins"/>
                <a:ea typeface="Poppins"/>
                <a:cs typeface="Poppins"/>
                <a:sym typeface="Poppins"/>
              </a:rPr>
              <a:t>New Products </a:t>
            </a:r>
            <a:r>
              <a:rPr lang="en-US" sz="1000" dirty="0">
                <a:latin typeface="Poppins"/>
                <a:ea typeface="Poppins"/>
                <a:cs typeface="Poppins"/>
                <a:sym typeface="Poppins"/>
              </a:rPr>
              <a:t>pop-up modal, click the </a:t>
            </a:r>
            <a:r>
              <a:rPr lang="en-US" sz="1000" b="1" dirty="0">
                <a:latin typeface="Poppins"/>
                <a:ea typeface="Poppins"/>
                <a:cs typeface="Poppins"/>
                <a:sym typeface="Poppins"/>
              </a:rPr>
              <a:t>Category</a:t>
            </a:r>
            <a:r>
              <a:rPr lang="en-US" sz="1000" dirty="0">
                <a:latin typeface="Poppins"/>
                <a:ea typeface="Poppins"/>
                <a:cs typeface="Poppins"/>
                <a:sym typeface="Poppins"/>
              </a:rPr>
              <a:t> dropdown menu.</a:t>
            </a:r>
          </a:p>
          <a:p>
            <a:pPr marL="228600" lvl="0" indent="-228600">
              <a:spcBef>
                <a:spcPts val="800"/>
              </a:spcBef>
              <a:buFont typeface="+mj-lt"/>
              <a:buAutoNum type="arabicPeriod"/>
              <a:defRPr/>
            </a:pPr>
            <a:r>
              <a:rPr lang="en-US" sz="1000" dirty="0">
                <a:latin typeface="Poppins"/>
                <a:ea typeface="Poppins"/>
                <a:cs typeface="Poppins"/>
                <a:sym typeface="Poppins"/>
              </a:rPr>
              <a:t>Select the </a:t>
            </a:r>
            <a:r>
              <a:rPr lang="en-US" sz="1000" b="1" dirty="0">
                <a:latin typeface="Poppins"/>
                <a:ea typeface="Poppins"/>
                <a:cs typeface="Poppins"/>
                <a:sym typeface="Poppins"/>
              </a:rPr>
              <a:t>Category</a:t>
            </a:r>
            <a:r>
              <a:rPr lang="en-US" sz="1000" dirty="0">
                <a:latin typeface="Poppins"/>
                <a:ea typeface="Poppins"/>
                <a:cs typeface="Poppins"/>
                <a:sym typeface="Poppins"/>
              </a:rPr>
              <a:t> you want to assign to your products.</a:t>
            </a:r>
          </a:p>
        </p:txBody>
      </p:sp>
      <p:sp>
        <p:nvSpPr>
          <p:cNvPr id="17" name="Google Shape;265;p16" descr="Small square with numeral 1 inside">
            <a:extLst>
              <a:ext uri="{FF2B5EF4-FFF2-40B4-BE49-F238E27FC236}">
                <a16:creationId xmlns:a16="http://schemas.microsoft.com/office/drawing/2014/main" id="{7F0899AA-9EFD-C3C7-3BEF-AC9B2CED88BF}"/>
              </a:ext>
            </a:extLst>
          </p:cNvPr>
          <p:cNvSpPr txBox="1"/>
          <p:nvPr/>
        </p:nvSpPr>
        <p:spPr>
          <a:xfrm>
            <a:off x="9003555" y="191812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21" name="Google Shape;265;p16" descr="Small square with numeral 1 inside">
            <a:extLst>
              <a:ext uri="{FF2B5EF4-FFF2-40B4-BE49-F238E27FC236}">
                <a16:creationId xmlns:a16="http://schemas.microsoft.com/office/drawing/2014/main" id="{7E0046DD-56AB-852C-718F-6EE0EF769D8B}"/>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29158298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D5F2D1C4-00D0-DB2B-CA63-57581539736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3461E5E-EEFC-B380-4BB6-EB8807605764}"/>
              </a:ext>
            </a:extLst>
          </p:cNvPr>
          <p:cNvPicPr>
            <a:picLocks noChangeAspect="1"/>
          </p:cNvPicPr>
          <p:nvPr/>
        </p:nvPicPr>
        <p:blipFill>
          <a:blip r:embed="rId3"/>
          <a:stretch>
            <a:fillRect/>
          </a:stretch>
        </p:blipFill>
        <p:spPr>
          <a:xfrm>
            <a:off x="1001703" y="1840829"/>
            <a:ext cx="7368862" cy="3731819"/>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EAFC042A-5FA3-E3C1-23C1-741002995122}"/>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Select a Category?</a:t>
            </a:r>
            <a:endParaRPr dirty="0"/>
          </a:p>
        </p:txBody>
      </p:sp>
      <p:sp>
        <p:nvSpPr>
          <p:cNvPr id="449" name="Google Shape;449;p9">
            <a:hlinkClick r:id="rId4" action="ppaction://hlinksldjump"/>
            <a:extLst>
              <a:ext uri="{FF2B5EF4-FFF2-40B4-BE49-F238E27FC236}">
                <a16:creationId xmlns:a16="http://schemas.microsoft.com/office/drawing/2014/main" id="{7F7024FB-16ED-11D6-1DAC-B1A31021C953}"/>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10" name="TextBox 9">
            <a:extLst>
              <a:ext uri="{FF2B5EF4-FFF2-40B4-BE49-F238E27FC236}">
                <a16:creationId xmlns:a16="http://schemas.microsoft.com/office/drawing/2014/main" id="{4F0E62EE-93E3-54D5-4659-F5FD6832754D}"/>
              </a:ext>
            </a:extLst>
          </p:cNvPr>
          <p:cNvSpPr txBox="1"/>
          <p:nvPr/>
        </p:nvSpPr>
        <p:spPr>
          <a:xfrm>
            <a:off x="8975725" y="1449388"/>
            <a:ext cx="2854831" cy="1220847"/>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In the </a:t>
            </a:r>
            <a:r>
              <a:rPr lang="en-US" sz="1000" b="1" dirty="0">
                <a:latin typeface="Poppins"/>
                <a:ea typeface="Poppins"/>
                <a:cs typeface="Poppins"/>
                <a:sym typeface="Poppins"/>
              </a:rPr>
              <a:t>New Products </a:t>
            </a:r>
            <a:r>
              <a:rPr lang="en-US" sz="1000" dirty="0">
                <a:latin typeface="Poppins"/>
                <a:ea typeface="Poppins"/>
                <a:cs typeface="Poppins"/>
                <a:sym typeface="Poppins"/>
              </a:rPr>
              <a:t>pop-up modal, click the </a:t>
            </a:r>
            <a:r>
              <a:rPr lang="en-US" sz="1000" b="1" dirty="0">
                <a:latin typeface="Poppins"/>
                <a:ea typeface="Poppins"/>
                <a:cs typeface="Poppins"/>
                <a:sym typeface="Poppins"/>
              </a:rPr>
              <a:t>Category</a:t>
            </a:r>
            <a:r>
              <a:rPr lang="en-US" sz="1000" dirty="0">
                <a:latin typeface="Poppins"/>
                <a:ea typeface="Poppins"/>
                <a:cs typeface="Poppins"/>
                <a:sym typeface="Poppins"/>
              </a:rPr>
              <a:t> dropdown menu.</a:t>
            </a:r>
          </a:p>
          <a:p>
            <a:pPr marL="228600" lvl="0" indent="-228600">
              <a:spcBef>
                <a:spcPts val="800"/>
              </a:spcBef>
              <a:buFont typeface="+mj-lt"/>
              <a:buAutoNum type="arabicPeriod"/>
              <a:defRPr/>
            </a:pPr>
            <a:r>
              <a:rPr lang="en-US" sz="1000" dirty="0">
                <a:latin typeface="Poppins"/>
                <a:ea typeface="Poppins"/>
                <a:cs typeface="Poppins"/>
                <a:sym typeface="Poppins"/>
              </a:rPr>
              <a:t>Select the </a:t>
            </a:r>
            <a:r>
              <a:rPr lang="en-US" sz="1000" b="1" dirty="0">
                <a:latin typeface="Poppins"/>
                <a:ea typeface="Poppins"/>
                <a:cs typeface="Poppins"/>
                <a:sym typeface="Poppins"/>
              </a:rPr>
              <a:t>Category</a:t>
            </a:r>
            <a:r>
              <a:rPr lang="en-US" sz="1000" dirty="0">
                <a:latin typeface="Poppins"/>
                <a:ea typeface="Poppins"/>
                <a:cs typeface="Poppins"/>
                <a:sym typeface="Poppins"/>
              </a:rPr>
              <a:t> you want to assign to your products.</a:t>
            </a:r>
          </a:p>
          <a:p>
            <a:pPr marL="228600" lvl="0" indent="-228600">
              <a:spcBef>
                <a:spcPts val="800"/>
              </a:spcBef>
              <a:buFont typeface="+mj-lt"/>
              <a:buAutoNum type="arabicPeriod"/>
              <a:defRPr/>
            </a:pPr>
            <a:r>
              <a:rPr lang="en-US" sz="1000" dirty="0">
                <a:latin typeface="Poppins"/>
                <a:ea typeface="Poppins"/>
                <a:cs typeface="Poppins"/>
                <a:sym typeface="Poppins"/>
              </a:rPr>
              <a:t>The selected </a:t>
            </a:r>
            <a:r>
              <a:rPr lang="en-US" sz="1000" b="1" dirty="0">
                <a:latin typeface="Poppins"/>
                <a:ea typeface="Poppins"/>
                <a:cs typeface="Poppins"/>
                <a:sym typeface="Poppins"/>
              </a:rPr>
              <a:t>Category</a:t>
            </a:r>
            <a:r>
              <a:rPr lang="en-US" sz="1000" dirty="0">
                <a:latin typeface="Poppins"/>
                <a:ea typeface="Poppins"/>
                <a:cs typeface="Poppins"/>
                <a:sym typeface="Poppins"/>
              </a:rPr>
              <a:t> will now be applied to all products below.</a:t>
            </a:r>
          </a:p>
        </p:txBody>
      </p:sp>
      <p:sp>
        <p:nvSpPr>
          <p:cNvPr id="11" name="Google Shape;265;p16" descr="Small square with numeral 1 inside">
            <a:extLst>
              <a:ext uri="{FF2B5EF4-FFF2-40B4-BE49-F238E27FC236}">
                <a16:creationId xmlns:a16="http://schemas.microsoft.com/office/drawing/2014/main" id="{CB76D203-E462-533C-8C65-D2950BA16893}"/>
              </a:ext>
            </a:extLst>
          </p:cNvPr>
          <p:cNvSpPr txBox="1"/>
          <p:nvPr/>
        </p:nvSpPr>
        <p:spPr>
          <a:xfrm>
            <a:off x="9003555" y="191812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12" name="Google Shape;265;p16" descr="Small square with numeral 1 inside">
            <a:extLst>
              <a:ext uri="{FF2B5EF4-FFF2-40B4-BE49-F238E27FC236}">
                <a16:creationId xmlns:a16="http://schemas.microsoft.com/office/drawing/2014/main" id="{4DF4536D-30A3-8A5E-E63E-17265D49810E}"/>
              </a:ext>
            </a:extLst>
          </p:cNvPr>
          <p:cNvSpPr txBox="1"/>
          <p:nvPr/>
        </p:nvSpPr>
        <p:spPr>
          <a:xfrm>
            <a:off x="9002178" y="232362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15" name="Google Shape;265;p16" descr="Small square with numeral 1 inside">
            <a:extLst>
              <a:ext uri="{FF2B5EF4-FFF2-40B4-BE49-F238E27FC236}">
                <a16:creationId xmlns:a16="http://schemas.microsoft.com/office/drawing/2014/main" id="{FE4AD837-2E7A-C1B3-FCA7-8FFDE5835ABC}"/>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1563899F-858E-B756-DA46-A6BFBC7CB40E}"/>
              </a:ext>
            </a:extLst>
          </p:cNvPr>
          <p:cNvSpPr/>
          <p:nvPr/>
        </p:nvSpPr>
        <p:spPr>
          <a:xfrm>
            <a:off x="2993232" y="3031332"/>
            <a:ext cx="1654968" cy="150020"/>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5" name="Google Shape;210;p7">
            <a:extLst>
              <a:ext uri="{FF2B5EF4-FFF2-40B4-BE49-F238E27FC236}">
                <a16:creationId xmlns:a16="http://schemas.microsoft.com/office/drawing/2014/main" id="{DFC5B815-4692-1214-3DA1-EDF96C9D3005}"/>
              </a:ext>
            </a:extLst>
          </p:cNvPr>
          <p:cNvCxnSpPr>
            <a:cxnSpLocks/>
          </p:cNvCxnSpPr>
          <p:nvPr/>
        </p:nvCxnSpPr>
        <p:spPr>
          <a:xfrm>
            <a:off x="2745582" y="3106342"/>
            <a:ext cx="226763" cy="0"/>
          </a:xfrm>
          <a:prstGeom prst="straightConnector1">
            <a:avLst/>
          </a:prstGeom>
          <a:noFill/>
          <a:ln w="12700" cap="flat" cmpd="sng">
            <a:solidFill>
              <a:srgbClr val="901A8A"/>
            </a:solidFill>
            <a:prstDash val="solid"/>
            <a:round/>
            <a:headEnd type="none" w="sm" len="sm"/>
            <a:tailEnd type="triangle" w="med" len="med"/>
          </a:ln>
        </p:spPr>
      </p:cxnSp>
      <p:sp>
        <p:nvSpPr>
          <p:cNvPr id="8" name="Google Shape;265;p16" descr="Small square with numeral 1 inside">
            <a:extLst>
              <a:ext uri="{FF2B5EF4-FFF2-40B4-BE49-F238E27FC236}">
                <a16:creationId xmlns:a16="http://schemas.microsoft.com/office/drawing/2014/main" id="{F180C43A-3B97-4BE2-63A9-5F281BAD69EB}"/>
              </a:ext>
            </a:extLst>
          </p:cNvPr>
          <p:cNvSpPr txBox="1"/>
          <p:nvPr/>
        </p:nvSpPr>
        <p:spPr>
          <a:xfrm>
            <a:off x="2508174" y="298563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37995046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15F4FF3E-A80D-CD00-A99F-5D7D9160A78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07F016A-5A2E-B6FB-70B6-3FFB8CDA44A6}"/>
              </a:ext>
            </a:extLst>
          </p:cNvPr>
          <p:cNvPicPr>
            <a:picLocks noChangeAspect="1"/>
          </p:cNvPicPr>
          <p:nvPr/>
        </p:nvPicPr>
        <p:blipFill>
          <a:blip r:embed="rId4"/>
          <a:stretch>
            <a:fillRect/>
          </a:stretch>
        </p:blipFill>
        <p:spPr>
          <a:xfrm>
            <a:off x="1001704" y="1849498"/>
            <a:ext cx="7347789" cy="3732960"/>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132DA80B-F777-F380-865D-77C5E1C19271}"/>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Edit a Category?</a:t>
            </a:r>
            <a:endParaRPr dirty="0"/>
          </a:p>
        </p:txBody>
      </p:sp>
      <p:sp>
        <p:nvSpPr>
          <p:cNvPr id="449" name="Google Shape;449;p9">
            <a:hlinkClick r:id="rId5" action="ppaction://hlinksldjump"/>
            <a:extLst>
              <a:ext uri="{FF2B5EF4-FFF2-40B4-BE49-F238E27FC236}">
                <a16:creationId xmlns:a16="http://schemas.microsoft.com/office/drawing/2014/main" id="{C08FE1BA-E081-F40E-3BA8-8547C70D9917}"/>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5" name="Rectangle 4">
            <a:extLst>
              <a:ext uri="{FF2B5EF4-FFF2-40B4-BE49-F238E27FC236}">
                <a16:creationId xmlns:a16="http://schemas.microsoft.com/office/drawing/2014/main" id="{C5DAAE41-DF7C-C634-29CC-228D43DDDFC6}"/>
              </a:ext>
            </a:extLst>
          </p:cNvPr>
          <p:cNvSpPr/>
          <p:nvPr/>
        </p:nvSpPr>
        <p:spPr>
          <a:xfrm>
            <a:off x="2988468" y="3040856"/>
            <a:ext cx="1654969" cy="16430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8" name="Google Shape;210;p7">
            <a:extLst>
              <a:ext uri="{FF2B5EF4-FFF2-40B4-BE49-F238E27FC236}">
                <a16:creationId xmlns:a16="http://schemas.microsoft.com/office/drawing/2014/main" id="{A918DD06-AC14-4199-D869-1AFE11272315}"/>
              </a:ext>
            </a:extLst>
          </p:cNvPr>
          <p:cNvCxnSpPr>
            <a:cxnSpLocks/>
          </p:cNvCxnSpPr>
          <p:nvPr/>
        </p:nvCxnSpPr>
        <p:spPr>
          <a:xfrm>
            <a:off x="2751004" y="3123009"/>
            <a:ext cx="217185" cy="1"/>
          </a:xfrm>
          <a:prstGeom prst="straightConnector1">
            <a:avLst/>
          </a:prstGeom>
          <a:noFill/>
          <a:ln w="12700" cap="flat" cmpd="sng">
            <a:solidFill>
              <a:srgbClr val="901A8A"/>
            </a:solidFill>
            <a:prstDash val="solid"/>
            <a:round/>
            <a:headEnd type="none" w="sm" len="sm"/>
            <a:tailEnd type="triangle" w="med" len="med"/>
          </a:ln>
        </p:spPr>
      </p:cxnSp>
      <p:sp>
        <p:nvSpPr>
          <p:cNvPr id="9" name="Google Shape;265;p16" descr="Small square with numeral 1 inside">
            <a:extLst>
              <a:ext uri="{FF2B5EF4-FFF2-40B4-BE49-F238E27FC236}">
                <a16:creationId xmlns:a16="http://schemas.microsoft.com/office/drawing/2014/main" id="{98256AC6-FD1B-01CA-B8F3-8F1173EDC0BE}"/>
              </a:ext>
            </a:extLst>
          </p:cNvPr>
          <p:cNvSpPr txBox="1"/>
          <p:nvPr/>
        </p:nvSpPr>
        <p:spPr>
          <a:xfrm>
            <a:off x="2513285" y="3002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
        <p:nvSpPr>
          <p:cNvPr id="7" name="TextBox 6">
            <a:extLst>
              <a:ext uri="{FF2B5EF4-FFF2-40B4-BE49-F238E27FC236}">
                <a16:creationId xmlns:a16="http://schemas.microsoft.com/office/drawing/2014/main" id="{94E80EBE-E662-0FDB-2AAC-C30679628D13}"/>
              </a:ext>
            </a:extLst>
          </p:cNvPr>
          <p:cNvSpPr txBox="1"/>
          <p:nvPr/>
        </p:nvSpPr>
        <p:spPr>
          <a:xfrm>
            <a:off x="8975725" y="1449388"/>
            <a:ext cx="2854831" cy="246221"/>
          </a:xfrm>
          <a:prstGeom prst="rect">
            <a:avLst/>
          </a:prstGeom>
          <a:noFill/>
        </p:spPr>
        <p:txBody>
          <a:bodyPr wrap="square">
            <a:spAutoFit/>
          </a:bodyPr>
          <a:lstStyle/>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Click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Category</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field.</a:t>
            </a:r>
          </a:p>
        </p:txBody>
      </p:sp>
      <p:sp>
        <p:nvSpPr>
          <p:cNvPr id="12" name="Google Shape;265;p16" descr="Small square with numeral 1 inside">
            <a:extLst>
              <a:ext uri="{FF2B5EF4-FFF2-40B4-BE49-F238E27FC236}">
                <a16:creationId xmlns:a16="http://schemas.microsoft.com/office/drawing/2014/main" id="{BEAF020F-E753-F750-3CCE-B2EE6DC0D980}"/>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2914649945"/>
      </p:ext>
    </p:extLst>
  </p:cSld>
  <p:clrMapOvr>
    <a:masterClrMapping/>
  </p:clrMapOvr>
  <p:extLst>
    <p:ext uri="{6950BFC3-D8DA-4A85-94F7-54DA5524770B}">
      <p188:commentRel xmlns:p188="http://schemas.microsoft.com/office/powerpoint/2018/8/main" r:id="rId3"/>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1108C4F5-59BC-E21B-F351-BDCC85377E8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095D80E-2466-02CE-54EB-1A8E0F739F2F}"/>
              </a:ext>
            </a:extLst>
          </p:cNvPr>
          <p:cNvPicPr>
            <a:picLocks noChangeAspect="1"/>
          </p:cNvPicPr>
          <p:nvPr/>
        </p:nvPicPr>
        <p:blipFill>
          <a:blip r:embed="rId3"/>
          <a:stretch>
            <a:fillRect/>
          </a:stretch>
        </p:blipFill>
        <p:spPr>
          <a:xfrm>
            <a:off x="1001704" y="1849500"/>
            <a:ext cx="7347789" cy="3729023"/>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75D1B0D4-98F4-6956-BC2C-761E14A2553A}"/>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Edit a Category?</a:t>
            </a:r>
            <a:endParaRPr dirty="0"/>
          </a:p>
        </p:txBody>
      </p:sp>
      <p:sp>
        <p:nvSpPr>
          <p:cNvPr id="449" name="Google Shape;449;p9">
            <a:hlinkClick r:id="rId4" action="ppaction://hlinksldjump"/>
            <a:extLst>
              <a:ext uri="{FF2B5EF4-FFF2-40B4-BE49-F238E27FC236}">
                <a16:creationId xmlns:a16="http://schemas.microsoft.com/office/drawing/2014/main" id="{6FD955F3-53D6-57ED-661E-9A057369F186}"/>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C8C33573-46FA-8E60-88C2-6D3521E92994}"/>
              </a:ext>
            </a:extLst>
          </p:cNvPr>
          <p:cNvSpPr/>
          <p:nvPr/>
        </p:nvSpPr>
        <p:spPr>
          <a:xfrm>
            <a:off x="2988469" y="3983843"/>
            <a:ext cx="1597820" cy="16430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6" name="Google Shape;210;p7">
            <a:extLst>
              <a:ext uri="{FF2B5EF4-FFF2-40B4-BE49-F238E27FC236}">
                <a16:creationId xmlns:a16="http://schemas.microsoft.com/office/drawing/2014/main" id="{7E843D5A-9D3F-22C4-53D3-3C335A8E04B2}"/>
              </a:ext>
            </a:extLst>
          </p:cNvPr>
          <p:cNvCxnSpPr>
            <a:cxnSpLocks/>
          </p:cNvCxnSpPr>
          <p:nvPr/>
        </p:nvCxnSpPr>
        <p:spPr>
          <a:xfrm>
            <a:off x="2751004" y="4063615"/>
            <a:ext cx="217185" cy="1"/>
          </a:xfrm>
          <a:prstGeom prst="straightConnector1">
            <a:avLst/>
          </a:prstGeom>
          <a:noFill/>
          <a:ln w="12700" cap="flat" cmpd="sng">
            <a:solidFill>
              <a:srgbClr val="901A8A"/>
            </a:solidFill>
            <a:prstDash val="solid"/>
            <a:round/>
            <a:headEnd type="none" w="sm" len="sm"/>
            <a:tailEnd type="triangle" w="med" len="med"/>
          </a:ln>
        </p:spPr>
      </p:cxnSp>
      <p:sp>
        <p:nvSpPr>
          <p:cNvPr id="7" name="Google Shape;265;p16" descr="Small square with numeral 1 inside">
            <a:extLst>
              <a:ext uri="{FF2B5EF4-FFF2-40B4-BE49-F238E27FC236}">
                <a16:creationId xmlns:a16="http://schemas.microsoft.com/office/drawing/2014/main" id="{2C09F62B-B94E-E932-6882-B39E4CB17D49}"/>
              </a:ext>
            </a:extLst>
          </p:cNvPr>
          <p:cNvSpPr txBox="1"/>
          <p:nvPr/>
        </p:nvSpPr>
        <p:spPr>
          <a:xfrm>
            <a:off x="2513285" y="394290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12" name="TextBox 11">
            <a:extLst>
              <a:ext uri="{FF2B5EF4-FFF2-40B4-BE49-F238E27FC236}">
                <a16:creationId xmlns:a16="http://schemas.microsoft.com/office/drawing/2014/main" id="{075422E3-63C1-D8F6-E029-648BEE72A48C}"/>
              </a:ext>
            </a:extLst>
          </p:cNvPr>
          <p:cNvSpPr txBox="1"/>
          <p:nvPr/>
        </p:nvSpPr>
        <p:spPr>
          <a:xfrm>
            <a:off x="8975725" y="1449388"/>
            <a:ext cx="2854831" cy="810478"/>
          </a:xfrm>
          <a:prstGeom prst="rect">
            <a:avLst/>
          </a:prstGeom>
          <a:noFill/>
        </p:spPr>
        <p:txBody>
          <a:bodyPr wrap="square">
            <a:spAutoFit/>
          </a:bodyPr>
          <a:lstStyle/>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Click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Category</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field.</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Category dropdown menu will appear. Scroll down and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click + Add category</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p:txBody>
      </p:sp>
      <p:sp>
        <p:nvSpPr>
          <p:cNvPr id="14" name="Google Shape;265;p16" descr="Small square with numeral 1 inside">
            <a:extLst>
              <a:ext uri="{FF2B5EF4-FFF2-40B4-BE49-F238E27FC236}">
                <a16:creationId xmlns:a16="http://schemas.microsoft.com/office/drawing/2014/main" id="{78DC8DA3-2249-6D7A-F1A3-6933A024C97B}"/>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
        <p:nvSpPr>
          <p:cNvPr id="16" name="Google Shape;265;p16" descr="Small square with numeral 1 inside">
            <a:extLst>
              <a:ext uri="{FF2B5EF4-FFF2-40B4-BE49-F238E27FC236}">
                <a16:creationId xmlns:a16="http://schemas.microsoft.com/office/drawing/2014/main" id="{2941010B-3532-51EB-C5F2-EDCD94C29A2B}"/>
              </a:ext>
            </a:extLst>
          </p:cNvPr>
          <p:cNvSpPr txBox="1"/>
          <p:nvPr/>
        </p:nvSpPr>
        <p:spPr>
          <a:xfrm>
            <a:off x="9003555" y="176067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37451277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5312647B-EA6E-B1E1-BDDD-8817BC83F54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0F3BAC5-EC2A-F9E4-7E74-2950FDF309E6}"/>
              </a:ext>
            </a:extLst>
          </p:cNvPr>
          <p:cNvPicPr>
            <a:picLocks noChangeAspect="1"/>
          </p:cNvPicPr>
          <p:nvPr/>
        </p:nvPicPr>
        <p:blipFill>
          <a:blip r:embed="rId3"/>
          <a:stretch>
            <a:fillRect/>
          </a:stretch>
        </p:blipFill>
        <p:spPr>
          <a:xfrm>
            <a:off x="1001704" y="1849500"/>
            <a:ext cx="7347789" cy="3725085"/>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B34A515B-037E-D436-1DC6-FD44A9F91A76}"/>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Edit a Category?</a:t>
            </a:r>
            <a:endParaRPr dirty="0"/>
          </a:p>
        </p:txBody>
      </p:sp>
      <p:sp>
        <p:nvSpPr>
          <p:cNvPr id="449" name="Google Shape;449;p9">
            <a:hlinkClick r:id="rId4" action="ppaction://hlinksldjump"/>
            <a:extLst>
              <a:ext uri="{FF2B5EF4-FFF2-40B4-BE49-F238E27FC236}">
                <a16:creationId xmlns:a16="http://schemas.microsoft.com/office/drawing/2014/main" id="{9B5F90C5-5268-9569-5709-3B9857D99D49}"/>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14" name="Rectangle 13">
            <a:extLst>
              <a:ext uri="{FF2B5EF4-FFF2-40B4-BE49-F238E27FC236}">
                <a16:creationId xmlns:a16="http://schemas.microsoft.com/office/drawing/2014/main" id="{F7C4EF09-A924-9D15-E64C-831DD903B386}"/>
              </a:ext>
            </a:extLst>
          </p:cNvPr>
          <p:cNvSpPr/>
          <p:nvPr/>
        </p:nvSpPr>
        <p:spPr>
          <a:xfrm>
            <a:off x="3364706" y="3936218"/>
            <a:ext cx="1416844" cy="16430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15" name="Google Shape;210;p7">
            <a:extLst>
              <a:ext uri="{FF2B5EF4-FFF2-40B4-BE49-F238E27FC236}">
                <a16:creationId xmlns:a16="http://schemas.microsoft.com/office/drawing/2014/main" id="{D0055854-1B9B-9E83-9D99-047DB958761B}"/>
              </a:ext>
            </a:extLst>
          </p:cNvPr>
          <p:cNvCxnSpPr>
            <a:cxnSpLocks/>
          </p:cNvCxnSpPr>
          <p:nvPr/>
        </p:nvCxnSpPr>
        <p:spPr>
          <a:xfrm>
            <a:off x="3127241" y="4015990"/>
            <a:ext cx="217185" cy="1"/>
          </a:xfrm>
          <a:prstGeom prst="straightConnector1">
            <a:avLst/>
          </a:prstGeom>
          <a:noFill/>
          <a:ln w="12700" cap="flat" cmpd="sng">
            <a:solidFill>
              <a:srgbClr val="901A8A"/>
            </a:solidFill>
            <a:prstDash val="solid"/>
            <a:round/>
            <a:headEnd type="none" w="sm" len="sm"/>
            <a:tailEnd type="triangle" w="med" len="med"/>
          </a:ln>
        </p:spPr>
      </p:cxnSp>
      <p:sp>
        <p:nvSpPr>
          <p:cNvPr id="16" name="Google Shape;265;p16" descr="Small square with numeral 1 inside">
            <a:extLst>
              <a:ext uri="{FF2B5EF4-FFF2-40B4-BE49-F238E27FC236}">
                <a16:creationId xmlns:a16="http://schemas.microsoft.com/office/drawing/2014/main" id="{EB2D4869-04DB-9EBE-9AC2-5D2955D13F6D}"/>
              </a:ext>
            </a:extLst>
          </p:cNvPr>
          <p:cNvSpPr txBox="1"/>
          <p:nvPr/>
        </p:nvSpPr>
        <p:spPr>
          <a:xfrm>
            <a:off x="2889522" y="389528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18" name="TextBox 17">
            <a:extLst>
              <a:ext uri="{FF2B5EF4-FFF2-40B4-BE49-F238E27FC236}">
                <a16:creationId xmlns:a16="http://schemas.microsoft.com/office/drawing/2014/main" id="{45887DA3-93F2-0848-D047-F7CFB5BCEDA9}"/>
              </a:ext>
            </a:extLst>
          </p:cNvPr>
          <p:cNvSpPr txBox="1"/>
          <p:nvPr/>
        </p:nvSpPr>
        <p:spPr>
          <a:xfrm>
            <a:off x="8975725" y="1449388"/>
            <a:ext cx="2854831" cy="1374735"/>
          </a:xfrm>
          <a:prstGeom prst="rect">
            <a:avLst/>
          </a:prstGeom>
          <a:noFill/>
        </p:spPr>
        <p:txBody>
          <a:bodyPr wrap="square">
            <a:spAutoFit/>
          </a:bodyPr>
          <a:lstStyle/>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Click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Category</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field.</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Category dropdown menu will appear. Scroll down and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click + Add category</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Select Category pop-up modal will appear. Hover over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category</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you want to edit.</a:t>
            </a:r>
          </a:p>
        </p:txBody>
      </p:sp>
      <p:sp>
        <p:nvSpPr>
          <p:cNvPr id="20" name="Google Shape;265;p16" descr="Small square with numeral 1 inside">
            <a:extLst>
              <a:ext uri="{FF2B5EF4-FFF2-40B4-BE49-F238E27FC236}">
                <a16:creationId xmlns:a16="http://schemas.microsoft.com/office/drawing/2014/main" id="{73EAFD81-9A90-4009-BDDA-D382567CD3E3}"/>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
        <p:nvSpPr>
          <p:cNvPr id="22" name="Google Shape;265;p16" descr="Small square with numeral 1 inside">
            <a:extLst>
              <a:ext uri="{FF2B5EF4-FFF2-40B4-BE49-F238E27FC236}">
                <a16:creationId xmlns:a16="http://schemas.microsoft.com/office/drawing/2014/main" id="{09FADB06-2E45-DA09-D1F1-9842D868D747}"/>
              </a:ext>
            </a:extLst>
          </p:cNvPr>
          <p:cNvSpPr txBox="1"/>
          <p:nvPr/>
        </p:nvSpPr>
        <p:spPr>
          <a:xfrm>
            <a:off x="9003555" y="176067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24" name="Google Shape;265;p16" descr="Small square with numeral 1 inside">
            <a:extLst>
              <a:ext uri="{FF2B5EF4-FFF2-40B4-BE49-F238E27FC236}">
                <a16:creationId xmlns:a16="http://schemas.microsoft.com/office/drawing/2014/main" id="{7D9BA0C1-8965-77B1-6DF1-0702AEFB7CC2}"/>
              </a:ext>
            </a:extLst>
          </p:cNvPr>
          <p:cNvSpPr txBox="1"/>
          <p:nvPr/>
        </p:nvSpPr>
        <p:spPr>
          <a:xfrm>
            <a:off x="9003555" y="232431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3063740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5FAC45B7-3217-C16C-2EB1-63A0A3A7228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FD4008D-4513-881C-6C0E-E2BC8BC24A91}"/>
              </a:ext>
            </a:extLst>
          </p:cNvPr>
          <p:cNvPicPr>
            <a:picLocks noChangeAspect="1"/>
          </p:cNvPicPr>
          <p:nvPr/>
        </p:nvPicPr>
        <p:blipFill>
          <a:blip r:embed="rId3"/>
          <a:stretch>
            <a:fillRect/>
          </a:stretch>
        </p:blipFill>
        <p:spPr>
          <a:xfrm>
            <a:off x="1002453" y="1849500"/>
            <a:ext cx="7351840" cy="3727139"/>
          </a:xfrm>
          <a:prstGeom prst="rect">
            <a:avLst/>
          </a:prstGeom>
          <a:effectLst>
            <a:outerShdw blurRad="63500" sx="102000" sy="102000" algn="ctr" rotWithShape="0">
              <a:prstClr val="black">
                <a:alpha val="40000"/>
              </a:prstClr>
            </a:outerShdw>
          </a:effectLst>
        </p:spPr>
      </p:pic>
      <p:cxnSp>
        <p:nvCxnSpPr>
          <p:cNvPr id="18" name="Google Shape;210;p7">
            <a:extLst>
              <a:ext uri="{FF2B5EF4-FFF2-40B4-BE49-F238E27FC236}">
                <a16:creationId xmlns:a16="http://schemas.microsoft.com/office/drawing/2014/main" id="{C67BCCB8-A150-A06D-9F09-0BCAA030B434}"/>
              </a:ext>
            </a:extLst>
          </p:cNvPr>
          <p:cNvCxnSpPr>
            <a:cxnSpLocks/>
          </p:cNvCxnSpPr>
          <p:nvPr/>
        </p:nvCxnSpPr>
        <p:spPr>
          <a:xfrm flipV="1">
            <a:off x="4272981" y="4018371"/>
            <a:ext cx="217185" cy="1"/>
          </a:xfrm>
          <a:prstGeom prst="straightConnector1">
            <a:avLst/>
          </a:prstGeom>
          <a:noFill/>
          <a:ln w="12700" cap="flat" cmpd="sng">
            <a:solidFill>
              <a:srgbClr val="901A8A"/>
            </a:solidFill>
            <a:prstDash val="solid"/>
            <a:round/>
            <a:headEnd type="none" w="sm" len="sm"/>
            <a:tailEnd type="triangle" w="med" len="med"/>
          </a:ln>
        </p:spPr>
      </p:cxnSp>
      <p:sp>
        <p:nvSpPr>
          <p:cNvPr id="19" name="Google Shape;265;p16" descr="Small square with numeral 1 inside">
            <a:extLst>
              <a:ext uri="{FF2B5EF4-FFF2-40B4-BE49-F238E27FC236}">
                <a16:creationId xmlns:a16="http://schemas.microsoft.com/office/drawing/2014/main" id="{6BBFFEE4-BFFC-5A6E-A9F8-15E0FD9C268D}"/>
              </a:ext>
            </a:extLst>
          </p:cNvPr>
          <p:cNvSpPr txBox="1"/>
          <p:nvPr/>
        </p:nvSpPr>
        <p:spPr>
          <a:xfrm>
            <a:off x="4035619" y="389766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435" name="Google Shape;435;p9">
            <a:extLst>
              <a:ext uri="{FF2B5EF4-FFF2-40B4-BE49-F238E27FC236}">
                <a16:creationId xmlns:a16="http://schemas.microsoft.com/office/drawing/2014/main" id="{E50B16C9-233E-8E38-AE06-9001C828CE5B}"/>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Edit a Category?</a:t>
            </a:r>
            <a:endParaRPr dirty="0"/>
          </a:p>
        </p:txBody>
      </p:sp>
      <p:sp>
        <p:nvSpPr>
          <p:cNvPr id="449" name="Google Shape;449;p9">
            <a:hlinkClick r:id="rId4" action="ppaction://hlinksldjump"/>
            <a:extLst>
              <a:ext uri="{FF2B5EF4-FFF2-40B4-BE49-F238E27FC236}">
                <a16:creationId xmlns:a16="http://schemas.microsoft.com/office/drawing/2014/main" id="{EE06E5D6-D77A-1FAB-BF9C-06B374211140}"/>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9" name="Rectangle 8">
            <a:extLst>
              <a:ext uri="{FF2B5EF4-FFF2-40B4-BE49-F238E27FC236}">
                <a16:creationId xmlns:a16="http://schemas.microsoft.com/office/drawing/2014/main" id="{1A73BBC1-66B7-1ADD-978D-660BC238AD7F}"/>
              </a:ext>
            </a:extLst>
          </p:cNvPr>
          <p:cNvSpPr/>
          <p:nvPr/>
        </p:nvSpPr>
        <p:spPr>
          <a:xfrm>
            <a:off x="4512469" y="3936218"/>
            <a:ext cx="119062" cy="16430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3" name="TextBox 12">
            <a:extLst>
              <a:ext uri="{FF2B5EF4-FFF2-40B4-BE49-F238E27FC236}">
                <a16:creationId xmlns:a16="http://schemas.microsoft.com/office/drawing/2014/main" id="{60820822-425C-BD2A-D9D5-BC5FE5E6AECA}"/>
              </a:ext>
            </a:extLst>
          </p:cNvPr>
          <p:cNvSpPr txBox="1"/>
          <p:nvPr/>
        </p:nvSpPr>
        <p:spPr>
          <a:xfrm>
            <a:off x="8975725" y="1449388"/>
            <a:ext cx="2854831" cy="1785104"/>
          </a:xfrm>
          <a:prstGeom prst="rect">
            <a:avLst/>
          </a:prstGeom>
          <a:noFill/>
        </p:spPr>
        <p:txBody>
          <a:bodyPr wrap="square">
            <a:spAutoFit/>
          </a:bodyPr>
          <a:lstStyle/>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Click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Category</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field.</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Category dropdown menu will appear. Scroll down and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click + Add category</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Select Category pop-up modal will appear. Hover over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category</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you want to edit.</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Two options will appear: Edit and Delete. Click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Edit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icon</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p:txBody>
      </p:sp>
      <p:sp>
        <p:nvSpPr>
          <p:cNvPr id="15" name="Google Shape;265;p16" descr="Small square with numeral 1 inside">
            <a:extLst>
              <a:ext uri="{FF2B5EF4-FFF2-40B4-BE49-F238E27FC236}">
                <a16:creationId xmlns:a16="http://schemas.microsoft.com/office/drawing/2014/main" id="{48709539-6990-8B05-2D39-3C1480FC0D18}"/>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
        <p:nvSpPr>
          <p:cNvPr id="17" name="Google Shape;265;p16" descr="Small square with numeral 1 inside">
            <a:extLst>
              <a:ext uri="{FF2B5EF4-FFF2-40B4-BE49-F238E27FC236}">
                <a16:creationId xmlns:a16="http://schemas.microsoft.com/office/drawing/2014/main" id="{A0CCD05C-8F1B-4BA7-DAC1-EA04AFACEB8B}"/>
              </a:ext>
            </a:extLst>
          </p:cNvPr>
          <p:cNvSpPr txBox="1"/>
          <p:nvPr/>
        </p:nvSpPr>
        <p:spPr>
          <a:xfrm>
            <a:off x="9003555" y="176067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21" name="Google Shape;265;p16" descr="Small square with numeral 1 inside">
            <a:extLst>
              <a:ext uri="{FF2B5EF4-FFF2-40B4-BE49-F238E27FC236}">
                <a16:creationId xmlns:a16="http://schemas.microsoft.com/office/drawing/2014/main" id="{04F74C5E-5E1C-8355-4781-652DFDBF4398}"/>
              </a:ext>
            </a:extLst>
          </p:cNvPr>
          <p:cNvSpPr txBox="1"/>
          <p:nvPr/>
        </p:nvSpPr>
        <p:spPr>
          <a:xfrm>
            <a:off x="9003555" y="232431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23" name="Google Shape;265;p16" descr="Small square with numeral 1 inside">
            <a:extLst>
              <a:ext uri="{FF2B5EF4-FFF2-40B4-BE49-F238E27FC236}">
                <a16:creationId xmlns:a16="http://schemas.microsoft.com/office/drawing/2014/main" id="{CACFB595-F754-CFAD-67CF-A31393B4BFA7}"/>
              </a:ext>
            </a:extLst>
          </p:cNvPr>
          <p:cNvSpPr txBox="1"/>
          <p:nvPr/>
        </p:nvSpPr>
        <p:spPr>
          <a:xfrm>
            <a:off x="9001591" y="288087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39825371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49CEE8A5-41BF-7A7D-FDCD-25B01C3FD3E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CA9F762-2095-1509-E8AC-DD48B45AACBB}"/>
              </a:ext>
            </a:extLst>
          </p:cNvPr>
          <p:cNvPicPr>
            <a:picLocks noChangeAspect="1"/>
          </p:cNvPicPr>
          <p:nvPr/>
        </p:nvPicPr>
        <p:blipFill>
          <a:blip r:embed="rId3"/>
          <a:stretch>
            <a:fillRect/>
          </a:stretch>
        </p:blipFill>
        <p:spPr>
          <a:xfrm>
            <a:off x="1002453" y="1849500"/>
            <a:ext cx="7363574" cy="3740979"/>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6CB2F664-1B6D-2FB4-72FF-15454AD69DB6}"/>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Edit a Category?</a:t>
            </a:r>
            <a:endParaRPr dirty="0"/>
          </a:p>
        </p:txBody>
      </p:sp>
      <p:sp>
        <p:nvSpPr>
          <p:cNvPr id="449" name="Google Shape;449;p9">
            <a:hlinkClick r:id="rId4" action="ppaction://hlinksldjump"/>
            <a:extLst>
              <a:ext uri="{FF2B5EF4-FFF2-40B4-BE49-F238E27FC236}">
                <a16:creationId xmlns:a16="http://schemas.microsoft.com/office/drawing/2014/main" id="{C0D6403F-E5AC-1199-1E89-359D06D6B1DB}"/>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cxnSp>
        <p:nvCxnSpPr>
          <p:cNvPr id="27" name="Google Shape;210;p7">
            <a:extLst>
              <a:ext uri="{FF2B5EF4-FFF2-40B4-BE49-F238E27FC236}">
                <a16:creationId xmlns:a16="http://schemas.microsoft.com/office/drawing/2014/main" id="{519A6DE0-E023-6DEF-B6A0-123B6E3B4F91}"/>
              </a:ext>
            </a:extLst>
          </p:cNvPr>
          <p:cNvCxnSpPr>
            <a:cxnSpLocks/>
          </p:cNvCxnSpPr>
          <p:nvPr/>
        </p:nvCxnSpPr>
        <p:spPr>
          <a:xfrm>
            <a:off x="3118900" y="4037627"/>
            <a:ext cx="294401" cy="0"/>
          </a:xfrm>
          <a:prstGeom prst="straightConnector1">
            <a:avLst/>
          </a:prstGeom>
          <a:noFill/>
          <a:ln w="12700" cap="flat" cmpd="sng">
            <a:solidFill>
              <a:srgbClr val="901A8A"/>
            </a:solidFill>
            <a:prstDash val="solid"/>
            <a:round/>
            <a:headEnd type="none" w="sm" len="sm"/>
            <a:tailEnd type="triangle" w="med" len="med"/>
          </a:ln>
        </p:spPr>
      </p:cxnSp>
      <p:sp>
        <p:nvSpPr>
          <p:cNvPr id="28" name="Google Shape;265;p16" descr="Small square with numeral 1 inside">
            <a:extLst>
              <a:ext uri="{FF2B5EF4-FFF2-40B4-BE49-F238E27FC236}">
                <a16:creationId xmlns:a16="http://schemas.microsoft.com/office/drawing/2014/main" id="{EDBD0AD5-C520-290B-C5C6-41E90E7F795B}"/>
              </a:ext>
            </a:extLst>
          </p:cNvPr>
          <p:cNvSpPr txBox="1"/>
          <p:nvPr/>
        </p:nvSpPr>
        <p:spPr>
          <a:xfrm>
            <a:off x="2882282" y="391692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9" name="TextBox 8">
            <a:extLst>
              <a:ext uri="{FF2B5EF4-FFF2-40B4-BE49-F238E27FC236}">
                <a16:creationId xmlns:a16="http://schemas.microsoft.com/office/drawing/2014/main" id="{6C8D6906-CA14-587C-E77E-7227C3872363}"/>
              </a:ext>
            </a:extLst>
          </p:cNvPr>
          <p:cNvSpPr txBox="1"/>
          <p:nvPr/>
        </p:nvSpPr>
        <p:spPr>
          <a:xfrm>
            <a:off x="8975725" y="1449388"/>
            <a:ext cx="2854831" cy="2195473"/>
          </a:xfrm>
          <a:prstGeom prst="rect">
            <a:avLst/>
          </a:prstGeom>
          <a:noFill/>
        </p:spPr>
        <p:txBody>
          <a:bodyPr wrap="square">
            <a:spAutoFit/>
          </a:bodyPr>
          <a:lstStyle/>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Click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Category</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field.</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Category dropdown menu will appear. Scroll down and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click + Add category</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Select Category pop-up modal will appear. Hover over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category</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you want to edit.</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Two options will appear: Edit and Delete. Click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Edit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icon</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category name will become editable. Enter the updated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Category</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p:txBody>
      </p:sp>
      <p:sp>
        <p:nvSpPr>
          <p:cNvPr id="13" name="Google Shape;265;p16" descr="Small square with numeral 1 inside">
            <a:extLst>
              <a:ext uri="{FF2B5EF4-FFF2-40B4-BE49-F238E27FC236}">
                <a16:creationId xmlns:a16="http://schemas.microsoft.com/office/drawing/2014/main" id="{74F163E2-FCDB-9CFF-F0D0-9D3704E9097D}"/>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
        <p:nvSpPr>
          <p:cNvPr id="16" name="Google Shape;265;p16" descr="Small square with numeral 1 inside">
            <a:extLst>
              <a:ext uri="{FF2B5EF4-FFF2-40B4-BE49-F238E27FC236}">
                <a16:creationId xmlns:a16="http://schemas.microsoft.com/office/drawing/2014/main" id="{75943484-6294-F670-3298-1308FC822B0D}"/>
              </a:ext>
            </a:extLst>
          </p:cNvPr>
          <p:cNvSpPr txBox="1"/>
          <p:nvPr/>
        </p:nvSpPr>
        <p:spPr>
          <a:xfrm>
            <a:off x="9003555" y="176067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18" name="Google Shape;265;p16" descr="Small square with numeral 1 inside">
            <a:extLst>
              <a:ext uri="{FF2B5EF4-FFF2-40B4-BE49-F238E27FC236}">
                <a16:creationId xmlns:a16="http://schemas.microsoft.com/office/drawing/2014/main" id="{4EE67852-1735-7C06-A5C7-1259F7FEB683}"/>
              </a:ext>
            </a:extLst>
          </p:cNvPr>
          <p:cNvSpPr txBox="1"/>
          <p:nvPr/>
        </p:nvSpPr>
        <p:spPr>
          <a:xfrm>
            <a:off x="9003555" y="232431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20" name="Google Shape;265;p16" descr="Small square with numeral 1 inside">
            <a:extLst>
              <a:ext uri="{FF2B5EF4-FFF2-40B4-BE49-F238E27FC236}">
                <a16:creationId xmlns:a16="http://schemas.microsoft.com/office/drawing/2014/main" id="{6414054B-2CC9-A9DC-3890-AF6430DED526}"/>
              </a:ext>
            </a:extLst>
          </p:cNvPr>
          <p:cNvSpPr txBox="1"/>
          <p:nvPr/>
        </p:nvSpPr>
        <p:spPr>
          <a:xfrm>
            <a:off x="9001591" y="288087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22" name="Google Shape;265;p16" descr="Small square with numeral 1 inside">
            <a:extLst>
              <a:ext uri="{FF2B5EF4-FFF2-40B4-BE49-F238E27FC236}">
                <a16:creationId xmlns:a16="http://schemas.microsoft.com/office/drawing/2014/main" id="{A0290CD2-10B1-36CF-A5A6-A35CDA2E59F1}"/>
              </a:ext>
            </a:extLst>
          </p:cNvPr>
          <p:cNvSpPr txBox="1"/>
          <p:nvPr/>
        </p:nvSpPr>
        <p:spPr>
          <a:xfrm>
            <a:off x="9003555" y="328865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32951288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6B75DFC9-7E78-3442-5001-4FB87550D86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D45D8F5-D7C1-18DB-7131-81288BF47442}"/>
              </a:ext>
            </a:extLst>
          </p:cNvPr>
          <p:cNvPicPr>
            <a:picLocks noChangeAspect="1"/>
          </p:cNvPicPr>
          <p:nvPr/>
        </p:nvPicPr>
        <p:blipFill>
          <a:blip r:embed="rId3"/>
          <a:stretch>
            <a:fillRect/>
          </a:stretch>
        </p:blipFill>
        <p:spPr>
          <a:xfrm>
            <a:off x="1002453" y="1856644"/>
            <a:ext cx="7363574" cy="3737034"/>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55252950-91E0-1081-81D5-C07A332FB490}"/>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Edit a Category?</a:t>
            </a:r>
            <a:endParaRPr dirty="0"/>
          </a:p>
        </p:txBody>
      </p:sp>
      <p:sp>
        <p:nvSpPr>
          <p:cNvPr id="449" name="Google Shape;449;p9">
            <a:hlinkClick r:id="rId4" action="ppaction://hlinksldjump"/>
            <a:extLst>
              <a:ext uri="{FF2B5EF4-FFF2-40B4-BE49-F238E27FC236}">
                <a16:creationId xmlns:a16="http://schemas.microsoft.com/office/drawing/2014/main" id="{FF0D961F-A917-74E9-9580-9544CECD598C}"/>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cxnSp>
        <p:nvCxnSpPr>
          <p:cNvPr id="5" name="Google Shape;210;p7">
            <a:extLst>
              <a:ext uri="{FF2B5EF4-FFF2-40B4-BE49-F238E27FC236}">
                <a16:creationId xmlns:a16="http://schemas.microsoft.com/office/drawing/2014/main" id="{B0864AE0-470C-C248-0291-8497C86A968D}"/>
              </a:ext>
            </a:extLst>
          </p:cNvPr>
          <p:cNvCxnSpPr>
            <a:cxnSpLocks/>
          </p:cNvCxnSpPr>
          <p:nvPr/>
        </p:nvCxnSpPr>
        <p:spPr>
          <a:xfrm flipH="1" flipV="1">
            <a:off x="4641057" y="4037889"/>
            <a:ext cx="217185" cy="1"/>
          </a:xfrm>
          <a:prstGeom prst="straightConnector1">
            <a:avLst/>
          </a:prstGeom>
          <a:noFill/>
          <a:ln w="12700" cap="flat" cmpd="sng">
            <a:solidFill>
              <a:srgbClr val="901A8A"/>
            </a:solidFill>
            <a:prstDash val="solid"/>
            <a:round/>
            <a:headEnd type="none" w="sm" len="sm"/>
            <a:tailEnd type="triangle" w="med" len="med"/>
          </a:ln>
        </p:spPr>
      </p:cxnSp>
      <p:sp>
        <p:nvSpPr>
          <p:cNvPr id="6" name="Google Shape;265;p16" descr="Small square with numeral 1 inside">
            <a:extLst>
              <a:ext uri="{FF2B5EF4-FFF2-40B4-BE49-F238E27FC236}">
                <a16:creationId xmlns:a16="http://schemas.microsoft.com/office/drawing/2014/main" id="{E68700BE-421A-DDF2-A39C-FA6E1DE18271}"/>
              </a:ext>
            </a:extLst>
          </p:cNvPr>
          <p:cNvSpPr txBox="1"/>
          <p:nvPr/>
        </p:nvSpPr>
        <p:spPr>
          <a:xfrm>
            <a:off x="4874912" y="391671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sp>
        <p:nvSpPr>
          <p:cNvPr id="7" name="Rectangle 6">
            <a:extLst>
              <a:ext uri="{FF2B5EF4-FFF2-40B4-BE49-F238E27FC236}">
                <a16:creationId xmlns:a16="http://schemas.microsoft.com/office/drawing/2014/main" id="{1717BFD0-7090-0DC5-9411-B9AC81183F4B}"/>
              </a:ext>
            </a:extLst>
          </p:cNvPr>
          <p:cNvSpPr/>
          <p:nvPr/>
        </p:nvSpPr>
        <p:spPr>
          <a:xfrm>
            <a:off x="4502944" y="3936219"/>
            <a:ext cx="119062" cy="207624"/>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0" name="TextBox 9">
            <a:extLst>
              <a:ext uri="{FF2B5EF4-FFF2-40B4-BE49-F238E27FC236}">
                <a16:creationId xmlns:a16="http://schemas.microsoft.com/office/drawing/2014/main" id="{E7AC4DAA-038F-5A26-5A6E-8F265AA94B60}"/>
              </a:ext>
            </a:extLst>
          </p:cNvPr>
          <p:cNvSpPr txBox="1"/>
          <p:nvPr/>
        </p:nvSpPr>
        <p:spPr>
          <a:xfrm>
            <a:off x="8975725" y="1449388"/>
            <a:ext cx="2854831" cy="2759730"/>
          </a:xfrm>
          <a:prstGeom prst="rect">
            <a:avLst/>
          </a:prstGeom>
          <a:noFill/>
        </p:spPr>
        <p:txBody>
          <a:bodyPr wrap="square">
            <a:spAutoFit/>
          </a:bodyPr>
          <a:lstStyle/>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Click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Category</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field.</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Category dropdown menu will appear. Scroll down and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click + Add category</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Select Category pop-up modal will appear. Hover over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category</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you want to edit.</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Two options will appear: Edit and Delete. Click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Edit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icon</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category name will become editable. Enter the updated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Category</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Click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Check</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icon to save your changes. The category will be updated.</a:t>
            </a:r>
          </a:p>
        </p:txBody>
      </p:sp>
      <p:sp>
        <p:nvSpPr>
          <p:cNvPr id="12" name="Google Shape;265;p16" descr="Small square with numeral 1 inside">
            <a:extLst>
              <a:ext uri="{FF2B5EF4-FFF2-40B4-BE49-F238E27FC236}">
                <a16:creationId xmlns:a16="http://schemas.microsoft.com/office/drawing/2014/main" id="{35ED399A-E4E8-26D6-9912-7F6AED2B61F1}"/>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
        <p:nvSpPr>
          <p:cNvPr id="19" name="Google Shape;265;p16" descr="Small square with numeral 1 inside">
            <a:extLst>
              <a:ext uri="{FF2B5EF4-FFF2-40B4-BE49-F238E27FC236}">
                <a16:creationId xmlns:a16="http://schemas.microsoft.com/office/drawing/2014/main" id="{80A06717-E14A-280E-7AC1-0D3D525F8D05}"/>
              </a:ext>
            </a:extLst>
          </p:cNvPr>
          <p:cNvSpPr txBox="1"/>
          <p:nvPr/>
        </p:nvSpPr>
        <p:spPr>
          <a:xfrm>
            <a:off x="9003555" y="176067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23" name="Google Shape;265;p16" descr="Small square with numeral 1 inside">
            <a:extLst>
              <a:ext uri="{FF2B5EF4-FFF2-40B4-BE49-F238E27FC236}">
                <a16:creationId xmlns:a16="http://schemas.microsoft.com/office/drawing/2014/main" id="{29292D08-D834-C9CF-27A0-BB975F970756}"/>
              </a:ext>
            </a:extLst>
          </p:cNvPr>
          <p:cNvSpPr txBox="1"/>
          <p:nvPr/>
        </p:nvSpPr>
        <p:spPr>
          <a:xfrm>
            <a:off x="9003555" y="232431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26" name="Google Shape;265;p16" descr="Small square with numeral 1 inside">
            <a:extLst>
              <a:ext uri="{FF2B5EF4-FFF2-40B4-BE49-F238E27FC236}">
                <a16:creationId xmlns:a16="http://schemas.microsoft.com/office/drawing/2014/main" id="{7B5DD93F-D9D9-7BEA-2694-7124D3FF4903}"/>
              </a:ext>
            </a:extLst>
          </p:cNvPr>
          <p:cNvSpPr txBox="1"/>
          <p:nvPr/>
        </p:nvSpPr>
        <p:spPr>
          <a:xfrm>
            <a:off x="9001591" y="288087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28" name="Google Shape;265;p16" descr="Small square with numeral 1 inside">
            <a:extLst>
              <a:ext uri="{FF2B5EF4-FFF2-40B4-BE49-F238E27FC236}">
                <a16:creationId xmlns:a16="http://schemas.microsoft.com/office/drawing/2014/main" id="{6FD1CCCB-F0C8-DCB8-325B-3C836D5734BD}"/>
              </a:ext>
            </a:extLst>
          </p:cNvPr>
          <p:cNvSpPr txBox="1"/>
          <p:nvPr/>
        </p:nvSpPr>
        <p:spPr>
          <a:xfrm>
            <a:off x="9003555" y="328865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30" name="Google Shape;265;p16" descr="Small square with numeral 1 inside">
            <a:extLst>
              <a:ext uri="{FF2B5EF4-FFF2-40B4-BE49-F238E27FC236}">
                <a16:creationId xmlns:a16="http://schemas.microsoft.com/office/drawing/2014/main" id="{21120557-1E02-85A5-B62C-A33F37873F26}"/>
              </a:ext>
            </a:extLst>
          </p:cNvPr>
          <p:cNvSpPr txBox="1"/>
          <p:nvPr/>
        </p:nvSpPr>
        <p:spPr>
          <a:xfrm>
            <a:off x="9003555" y="3690657"/>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8877567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68C7AE2B-8252-6C8E-108D-34F571A5BD2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A3FB123-F075-BC28-D3CF-13DF026D8151}"/>
              </a:ext>
            </a:extLst>
          </p:cNvPr>
          <p:cNvPicPr>
            <a:picLocks noChangeAspect="1"/>
          </p:cNvPicPr>
          <p:nvPr/>
        </p:nvPicPr>
        <p:blipFill>
          <a:blip r:embed="rId3"/>
          <a:stretch>
            <a:fillRect/>
          </a:stretch>
        </p:blipFill>
        <p:spPr>
          <a:xfrm>
            <a:off x="996576" y="1849502"/>
            <a:ext cx="7375328" cy="3743058"/>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361C1B8D-0000-1AFC-F8AE-BED6A22090D7}"/>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Delete / Remove a Category?</a:t>
            </a:r>
            <a:endParaRPr dirty="0"/>
          </a:p>
        </p:txBody>
      </p:sp>
      <p:sp>
        <p:nvSpPr>
          <p:cNvPr id="449" name="Google Shape;449;p9">
            <a:hlinkClick r:id="rId4" action="ppaction://hlinksldjump"/>
            <a:extLst>
              <a:ext uri="{FF2B5EF4-FFF2-40B4-BE49-F238E27FC236}">
                <a16:creationId xmlns:a16="http://schemas.microsoft.com/office/drawing/2014/main" id="{46175E1E-B21D-5899-1529-9B74B824C2D3}"/>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5" name="Rectangle 4">
            <a:extLst>
              <a:ext uri="{FF2B5EF4-FFF2-40B4-BE49-F238E27FC236}">
                <a16:creationId xmlns:a16="http://schemas.microsoft.com/office/drawing/2014/main" id="{7FC4B907-DD46-8A3C-8F4D-C412FCA5E221}"/>
              </a:ext>
            </a:extLst>
          </p:cNvPr>
          <p:cNvSpPr/>
          <p:nvPr/>
        </p:nvSpPr>
        <p:spPr>
          <a:xfrm>
            <a:off x="2984793" y="3049111"/>
            <a:ext cx="1672932" cy="153985"/>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8" name="Google Shape;210;p7">
            <a:extLst>
              <a:ext uri="{FF2B5EF4-FFF2-40B4-BE49-F238E27FC236}">
                <a16:creationId xmlns:a16="http://schemas.microsoft.com/office/drawing/2014/main" id="{93A845CA-D31C-B1E2-8DF3-19B158E72AA2}"/>
              </a:ext>
            </a:extLst>
          </p:cNvPr>
          <p:cNvCxnSpPr>
            <a:cxnSpLocks/>
          </p:cNvCxnSpPr>
          <p:nvPr/>
        </p:nvCxnSpPr>
        <p:spPr>
          <a:xfrm>
            <a:off x="2745263" y="3123722"/>
            <a:ext cx="217185" cy="1"/>
          </a:xfrm>
          <a:prstGeom prst="straightConnector1">
            <a:avLst/>
          </a:prstGeom>
          <a:noFill/>
          <a:ln w="12700" cap="flat" cmpd="sng">
            <a:solidFill>
              <a:srgbClr val="901A8A"/>
            </a:solidFill>
            <a:prstDash val="solid"/>
            <a:round/>
            <a:headEnd type="none" w="sm" len="sm"/>
            <a:tailEnd type="triangle" w="med" len="med"/>
          </a:ln>
        </p:spPr>
      </p:cxnSp>
      <p:sp>
        <p:nvSpPr>
          <p:cNvPr id="9" name="Google Shape;265;p16" descr="Small square with numeral 1 inside">
            <a:extLst>
              <a:ext uri="{FF2B5EF4-FFF2-40B4-BE49-F238E27FC236}">
                <a16:creationId xmlns:a16="http://schemas.microsoft.com/office/drawing/2014/main" id="{487A420D-222A-4E21-FC5D-BC8A677B415A}"/>
              </a:ext>
            </a:extLst>
          </p:cNvPr>
          <p:cNvSpPr txBox="1"/>
          <p:nvPr/>
        </p:nvSpPr>
        <p:spPr>
          <a:xfrm>
            <a:off x="2510240" y="300243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
        <p:nvSpPr>
          <p:cNvPr id="7" name="TextBox 6">
            <a:extLst>
              <a:ext uri="{FF2B5EF4-FFF2-40B4-BE49-F238E27FC236}">
                <a16:creationId xmlns:a16="http://schemas.microsoft.com/office/drawing/2014/main" id="{86A01577-00E3-AF73-B535-B1D2EBAACDB7}"/>
              </a:ext>
            </a:extLst>
          </p:cNvPr>
          <p:cNvSpPr txBox="1"/>
          <p:nvPr/>
        </p:nvSpPr>
        <p:spPr>
          <a:xfrm>
            <a:off x="8975725" y="1449388"/>
            <a:ext cx="2854831" cy="246221"/>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Click the </a:t>
            </a:r>
            <a:r>
              <a:rPr lang="en-US" sz="1000" b="1" dirty="0">
                <a:latin typeface="Poppins"/>
                <a:ea typeface="Poppins"/>
                <a:cs typeface="Poppins"/>
                <a:sym typeface="Poppins"/>
              </a:rPr>
              <a:t>Category</a:t>
            </a:r>
            <a:r>
              <a:rPr lang="en-US" sz="1000" dirty="0">
                <a:latin typeface="Poppins"/>
                <a:ea typeface="Poppins"/>
                <a:cs typeface="Poppins"/>
                <a:sym typeface="Poppins"/>
              </a:rPr>
              <a:t> field.</a:t>
            </a:r>
          </a:p>
        </p:txBody>
      </p:sp>
      <p:sp>
        <p:nvSpPr>
          <p:cNvPr id="23" name="Google Shape;265;p16" descr="Small square with numeral 1 inside">
            <a:extLst>
              <a:ext uri="{FF2B5EF4-FFF2-40B4-BE49-F238E27FC236}">
                <a16:creationId xmlns:a16="http://schemas.microsoft.com/office/drawing/2014/main" id="{55A2E9AF-A29C-BE32-9E64-12A38F9959D9}"/>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22436938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32C79BB0-6C26-032B-2EE2-73C2B0F66B5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BD9FC29-3F3C-EC38-2BB7-0085C2C5FA0C}"/>
              </a:ext>
            </a:extLst>
          </p:cNvPr>
          <p:cNvPicPr>
            <a:picLocks noChangeAspect="1"/>
          </p:cNvPicPr>
          <p:nvPr/>
        </p:nvPicPr>
        <p:blipFill>
          <a:blip r:embed="rId3"/>
          <a:stretch>
            <a:fillRect/>
          </a:stretch>
        </p:blipFill>
        <p:spPr>
          <a:xfrm>
            <a:off x="996576" y="1849502"/>
            <a:ext cx="7375328" cy="3741051"/>
          </a:xfrm>
          <a:prstGeom prst="rect">
            <a:avLst/>
          </a:prstGeom>
          <a:effectLst>
            <a:outerShdw blurRad="63500" sx="102000" sy="102000" algn="ctr" rotWithShape="0">
              <a:prstClr val="black">
                <a:alpha val="40000"/>
              </a:prstClr>
            </a:outerShdw>
          </a:effectLst>
        </p:spPr>
      </p:pic>
      <p:sp>
        <p:nvSpPr>
          <p:cNvPr id="17" name="Rectangle 16">
            <a:extLst>
              <a:ext uri="{FF2B5EF4-FFF2-40B4-BE49-F238E27FC236}">
                <a16:creationId xmlns:a16="http://schemas.microsoft.com/office/drawing/2014/main" id="{4F282A53-C738-4B1C-DB5F-846F2C167C25}"/>
              </a:ext>
            </a:extLst>
          </p:cNvPr>
          <p:cNvSpPr/>
          <p:nvPr/>
        </p:nvSpPr>
        <p:spPr>
          <a:xfrm>
            <a:off x="2995613" y="3995738"/>
            <a:ext cx="1616868" cy="164306"/>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18" name="Google Shape;210;p7">
            <a:extLst>
              <a:ext uri="{FF2B5EF4-FFF2-40B4-BE49-F238E27FC236}">
                <a16:creationId xmlns:a16="http://schemas.microsoft.com/office/drawing/2014/main" id="{B298A5EB-1B9B-3A4F-D043-D0647B6EDF23}"/>
              </a:ext>
            </a:extLst>
          </p:cNvPr>
          <p:cNvCxnSpPr>
            <a:cxnSpLocks/>
          </p:cNvCxnSpPr>
          <p:nvPr/>
        </p:nvCxnSpPr>
        <p:spPr>
          <a:xfrm>
            <a:off x="2756183" y="4075510"/>
            <a:ext cx="217185" cy="1"/>
          </a:xfrm>
          <a:prstGeom prst="straightConnector1">
            <a:avLst/>
          </a:prstGeom>
          <a:noFill/>
          <a:ln w="12700" cap="flat" cmpd="sng">
            <a:solidFill>
              <a:srgbClr val="901A8A"/>
            </a:solidFill>
            <a:prstDash val="solid"/>
            <a:round/>
            <a:headEnd type="none" w="sm" len="sm"/>
            <a:tailEnd type="triangle" w="med" len="med"/>
          </a:ln>
        </p:spPr>
      </p:cxnSp>
      <p:sp>
        <p:nvSpPr>
          <p:cNvPr id="19" name="Google Shape;265;p16" descr="Small square with numeral 1 inside">
            <a:extLst>
              <a:ext uri="{FF2B5EF4-FFF2-40B4-BE49-F238E27FC236}">
                <a16:creationId xmlns:a16="http://schemas.microsoft.com/office/drawing/2014/main" id="{CB064C9B-CA44-3996-D28C-4C6F609CAA29}"/>
              </a:ext>
            </a:extLst>
          </p:cNvPr>
          <p:cNvSpPr txBox="1"/>
          <p:nvPr/>
        </p:nvSpPr>
        <p:spPr>
          <a:xfrm>
            <a:off x="2518879" y="395480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435" name="Google Shape;435;p9">
            <a:extLst>
              <a:ext uri="{FF2B5EF4-FFF2-40B4-BE49-F238E27FC236}">
                <a16:creationId xmlns:a16="http://schemas.microsoft.com/office/drawing/2014/main" id="{9902B98B-0D0E-BFC3-778B-74CFAA4A3F98}"/>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Delete / Remove a Category?</a:t>
            </a:r>
            <a:endParaRPr dirty="0"/>
          </a:p>
        </p:txBody>
      </p:sp>
      <p:sp>
        <p:nvSpPr>
          <p:cNvPr id="449" name="Google Shape;449;p9">
            <a:hlinkClick r:id="rId4" action="ppaction://hlinksldjump"/>
            <a:extLst>
              <a:ext uri="{FF2B5EF4-FFF2-40B4-BE49-F238E27FC236}">
                <a16:creationId xmlns:a16="http://schemas.microsoft.com/office/drawing/2014/main" id="{B8854154-95D2-DC36-A40E-D3619DB06A35}"/>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7" name="TextBox 6">
            <a:extLst>
              <a:ext uri="{FF2B5EF4-FFF2-40B4-BE49-F238E27FC236}">
                <a16:creationId xmlns:a16="http://schemas.microsoft.com/office/drawing/2014/main" id="{724183AF-1E87-14F6-C9E2-2437DFDDADC7}"/>
              </a:ext>
            </a:extLst>
          </p:cNvPr>
          <p:cNvSpPr txBox="1"/>
          <p:nvPr/>
        </p:nvSpPr>
        <p:spPr>
          <a:xfrm>
            <a:off x="8975725" y="1449388"/>
            <a:ext cx="2854831" cy="810478"/>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Click the </a:t>
            </a:r>
            <a:r>
              <a:rPr lang="en-US" sz="1000" b="1" dirty="0">
                <a:latin typeface="Poppins"/>
                <a:ea typeface="Poppins"/>
                <a:cs typeface="Poppins"/>
                <a:sym typeface="Poppins"/>
              </a:rPr>
              <a:t>Category</a:t>
            </a:r>
            <a:r>
              <a:rPr lang="en-US" sz="1000" dirty="0">
                <a:latin typeface="Poppins"/>
                <a:ea typeface="Poppins"/>
                <a:cs typeface="Poppins"/>
                <a:sym typeface="Poppins"/>
              </a:rPr>
              <a:t> field.</a:t>
            </a:r>
          </a:p>
          <a:p>
            <a:pPr marL="228600" lvl="0" indent="-228600">
              <a:spcBef>
                <a:spcPts val="800"/>
              </a:spcBef>
              <a:buFont typeface="+mj-lt"/>
              <a:buAutoNum type="arabicPeriod"/>
              <a:defRPr/>
            </a:pPr>
            <a:r>
              <a:rPr lang="en-US" sz="1000" dirty="0">
                <a:latin typeface="Poppins"/>
                <a:ea typeface="Poppins"/>
                <a:cs typeface="Poppins"/>
                <a:sym typeface="Poppins"/>
              </a:rPr>
              <a:t>The Category dropdown menu will appear. Scroll down and click </a:t>
            </a:r>
            <a:r>
              <a:rPr lang="en-US" sz="1000" b="1" dirty="0">
                <a:latin typeface="Poppins"/>
                <a:ea typeface="Poppins"/>
                <a:cs typeface="Poppins"/>
                <a:sym typeface="Poppins"/>
              </a:rPr>
              <a:t>+ Add category</a:t>
            </a:r>
            <a:r>
              <a:rPr lang="en-US" sz="1000" dirty="0">
                <a:latin typeface="Poppins"/>
                <a:ea typeface="Poppins"/>
                <a:cs typeface="Poppins"/>
                <a:sym typeface="Poppins"/>
              </a:rPr>
              <a:t>.</a:t>
            </a:r>
          </a:p>
        </p:txBody>
      </p:sp>
      <p:sp>
        <p:nvSpPr>
          <p:cNvPr id="12" name="Google Shape;265;p16" descr="Small square with numeral 1 inside">
            <a:extLst>
              <a:ext uri="{FF2B5EF4-FFF2-40B4-BE49-F238E27FC236}">
                <a16:creationId xmlns:a16="http://schemas.microsoft.com/office/drawing/2014/main" id="{A249594E-31F6-8A99-FF97-1FABB90A1E33}"/>
              </a:ext>
            </a:extLst>
          </p:cNvPr>
          <p:cNvSpPr txBox="1"/>
          <p:nvPr/>
        </p:nvSpPr>
        <p:spPr>
          <a:xfrm>
            <a:off x="9003551" y="176835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26" name="Google Shape;265;p16" descr="Small square with numeral 1 inside">
            <a:extLst>
              <a:ext uri="{FF2B5EF4-FFF2-40B4-BE49-F238E27FC236}">
                <a16:creationId xmlns:a16="http://schemas.microsoft.com/office/drawing/2014/main" id="{E9CD43ED-B428-3DDA-F736-ED0B58998B20}"/>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30058045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0CAAD5C7-9D83-6D70-FDE7-DF1ED5EEE55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7ADDAB5-9BF8-D201-A8AE-B2A78DA05489}"/>
              </a:ext>
            </a:extLst>
          </p:cNvPr>
          <p:cNvPicPr>
            <a:picLocks noChangeAspect="1"/>
          </p:cNvPicPr>
          <p:nvPr/>
        </p:nvPicPr>
        <p:blipFill>
          <a:blip r:embed="rId3"/>
          <a:stretch>
            <a:fillRect/>
          </a:stretch>
        </p:blipFill>
        <p:spPr>
          <a:xfrm>
            <a:off x="996576" y="1849501"/>
            <a:ext cx="7375328" cy="3742999"/>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44ABC077-9819-235E-4933-D7DDD48F79D3}"/>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Delete / Remove a Category?</a:t>
            </a:r>
            <a:endParaRPr dirty="0"/>
          </a:p>
        </p:txBody>
      </p:sp>
      <p:sp>
        <p:nvSpPr>
          <p:cNvPr id="449" name="Google Shape;449;p9">
            <a:hlinkClick r:id="rId4" action="ppaction://hlinksldjump"/>
            <a:extLst>
              <a:ext uri="{FF2B5EF4-FFF2-40B4-BE49-F238E27FC236}">
                <a16:creationId xmlns:a16="http://schemas.microsoft.com/office/drawing/2014/main" id="{50FBCF3E-24DC-9F62-DA43-C30C6E0DA70D}"/>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5" name="Rectangle 4">
            <a:extLst>
              <a:ext uri="{FF2B5EF4-FFF2-40B4-BE49-F238E27FC236}">
                <a16:creationId xmlns:a16="http://schemas.microsoft.com/office/drawing/2014/main" id="{69DE5484-5608-70E1-100B-934EF1B4385D}"/>
              </a:ext>
            </a:extLst>
          </p:cNvPr>
          <p:cNvSpPr/>
          <p:nvPr/>
        </p:nvSpPr>
        <p:spPr>
          <a:xfrm>
            <a:off x="3378994" y="4610409"/>
            <a:ext cx="1395412" cy="185429"/>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6" name="Google Shape;210;p7">
            <a:extLst>
              <a:ext uri="{FF2B5EF4-FFF2-40B4-BE49-F238E27FC236}">
                <a16:creationId xmlns:a16="http://schemas.microsoft.com/office/drawing/2014/main" id="{1DF8E677-2342-3A13-FFFF-18803427E9C5}"/>
              </a:ext>
            </a:extLst>
          </p:cNvPr>
          <p:cNvCxnSpPr>
            <a:cxnSpLocks/>
          </p:cNvCxnSpPr>
          <p:nvPr/>
        </p:nvCxnSpPr>
        <p:spPr>
          <a:xfrm>
            <a:off x="3140380" y="4702542"/>
            <a:ext cx="217185" cy="1"/>
          </a:xfrm>
          <a:prstGeom prst="straightConnector1">
            <a:avLst/>
          </a:prstGeom>
          <a:noFill/>
          <a:ln w="12700" cap="flat" cmpd="sng">
            <a:solidFill>
              <a:srgbClr val="901A8A"/>
            </a:solidFill>
            <a:prstDash val="solid"/>
            <a:round/>
            <a:headEnd type="none" w="sm" len="sm"/>
            <a:tailEnd type="triangle" w="med" len="med"/>
          </a:ln>
        </p:spPr>
      </p:cxnSp>
      <p:sp>
        <p:nvSpPr>
          <p:cNvPr id="8" name="Google Shape;265;p16" descr="Small square with numeral 1 inside">
            <a:extLst>
              <a:ext uri="{FF2B5EF4-FFF2-40B4-BE49-F238E27FC236}">
                <a16:creationId xmlns:a16="http://schemas.microsoft.com/office/drawing/2014/main" id="{1B06C6F5-13BE-F2AA-D1FC-866A7A59127B}"/>
              </a:ext>
            </a:extLst>
          </p:cNvPr>
          <p:cNvSpPr txBox="1"/>
          <p:nvPr/>
        </p:nvSpPr>
        <p:spPr>
          <a:xfrm>
            <a:off x="2903076" y="458183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12" name="TextBox 11">
            <a:extLst>
              <a:ext uri="{FF2B5EF4-FFF2-40B4-BE49-F238E27FC236}">
                <a16:creationId xmlns:a16="http://schemas.microsoft.com/office/drawing/2014/main" id="{86423E6E-3AB7-6687-002B-2325DF2E88C1}"/>
              </a:ext>
            </a:extLst>
          </p:cNvPr>
          <p:cNvSpPr txBox="1"/>
          <p:nvPr/>
        </p:nvSpPr>
        <p:spPr>
          <a:xfrm>
            <a:off x="8975725" y="1449388"/>
            <a:ext cx="2854831" cy="1374735"/>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Click the </a:t>
            </a:r>
            <a:r>
              <a:rPr lang="en-US" sz="1000" b="1" dirty="0">
                <a:latin typeface="Poppins"/>
                <a:ea typeface="Poppins"/>
                <a:cs typeface="Poppins"/>
                <a:sym typeface="Poppins"/>
              </a:rPr>
              <a:t>Category</a:t>
            </a:r>
            <a:r>
              <a:rPr lang="en-US" sz="1000" dirty="0">
                <a:latin typeface="Poppins"/>
                <a:ea typeface="Poppins"/>
                <a:cs typeface="Poppins"/>
                <a:sym typeface="Poppins"/>
              </a:rPr>
              <a:t> field.</a:t>
            </a:r>
          </a:p>
          <a:p>
            <a:pPr marL="228600" lvl="0" indent="-228600">
              <a:spcBef>
                <a:spcPts val="800"/>
              </a:spcBef>
              <a:buFont typeface="+mj-lt"/>
              <a:buAutoNum type="arabicPeriod"/>
              <a:defRPr/>
            </a:pPr>
            <a:r>
              <a:rPr lang="en-US" sz="1000" dirty="0">
                <a:latin typeface="Poppins"/>
                <a:ea typeface="Poppins"/>
                <a:cs typeface="Poppins"/>
                <a:sym typeface="Poppins"/>
              </a:rPr>
              <a:t>The Category dropdown menu will appear. Scroll down and click </a:t>
            </a:r>
            <a:r>
              <a:rPr lang="en-US" sz="1000" b="1" dirty="0">
                <a:latin typeface="Poppins"/>
                <a:ea typeface="Poppins"/>
                <a:cs typeface="Poppins"/>
                <a:sym typeface="Poppins"/>
              </a:rPr>
              <a:t>+ Add category</a:t>
            </a:r>
            <a:r>
              <a:rPr lang="en-US" sz="1000" dirty="0">
                <a:latin typeface="Poppins"/>
                <a:ea typeface="Poppins"/>
                <a:cs typeface="Poppins"/>
                <a:sym typeface="Poppins"/>
              </a:rPr>
              <a:t>.</a:t>
            </a:r>
          </a:p>
          <a:p>
            <a:pPr marL="228600" lvl="0" indent="-228600">
              <a:spcBef>
                <a:spcPts val="800"/>
              </a:spcBef>
              <a:buFont typeface="+mj-lt"/>
              <a:buAutoNum type="arabicPeriod"/>
              <a:defRPr/>
            </a:pPr>
            <a:r>
              <a:rPr lang="en-US" sz="1000" dirty="0">
                <a:latin typeface="Poppins"/>
                <a:ea typeface="Poppins"/>
                <a:cs typeface="Poppins"/>
                <a:sym typeface="Poppins"/>
              </a:rPr>
              <a:t>The Select Category pop-up modal will appear. Hover over the </a:t>
            </a:r>
            <a:r>
              <a:rPr lang="en-US" sz="1000" b="1" dirty="0">
                <a:latin typeface="Poppins"/>
                <a:ea typeface="Poppins"/>
                <a:cs typeface="Poppins"/>
                <a:sym typeface="Poppins"/>
              </a:rPr>
              <a:t>category</a:t>
            </a:r>
            <a:r>
              <a:rPr lang="en-US" sz="1000" dirty="0">
                <a:latin typeface="Poppins"/>
                <a:ea typeface="Poppins"/>
                <a:cs typeface="Poppins"/>
                <a:sym typeface="Poppins"/>
              </a:rPr>
              <a:t> you want to delete.</a:t>
            </a:r>
          </a:p>
        </p:txBody>
      </p:sp>
      <p:sp>
        <p:nvSpPr>
          <p:cNvPr id="20" name="Google Shape;265;p16" descr="Small square with numeral 1 inside">
            <a:extLst>
              <a:ext uri="{FF2B5EF4-FFF2-40B4-BE49-F238E27FC236}">
                <a16:creationId xmlns:a16="http://schemas.microsoft.com/office/drawing/2014/main" id="{64C8D600-F09A-E3BA-D6F9-8398DAC7E3C2}"/>
              </a:ext>
            </a:extLst>
          </p:cNvPr>
          <p:cNvSpPr txBox="1"/>
          <p:nvPr/>
        </p:nvSpPr>
        <p:spPr>
          <a:xfrm>
            <a:off x="9003551" y="176835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22" name="Google Shape;265;p16" descr="Small square with numeral 1 inside">
            <a:extLst>
              <a:ext uri="{FF2B5EF4-FFF2-40B4-BE49-F238E27FC236}">
                <a16:creationId xmlns:a16="http://schemas.microsoft.com/office/drawing/2014/main" id="{0CABC97F-8429-5F78-4A4D-95B1B5F3E7EB}"/>
              </a:ext>
            </a:extLst>
          </p:cNvPr>
          <p:cNvSpPr txBox="1"/>
          <p:nvPr/>
        </p:nvSpPr>
        <p:spPr>
          <a:xfrm>
            <a:off x="9002761" y="232362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
        <p:nvSpPr>
          <p:cNvPr id="28" name="Google Shape;265;p16" descr="Small square with numeral 1 inside">
            <a:extLst>
              <a:ext uri="{FF2B5EF4-FFF2-40B4-BE49-F238E27FC236}">
                <a16:creationId xmlns:a16="http://schemas.microsoft.com/office/drawing/2014/main" id="{A8518911-42EE-3ED9-3DFF-1293D70CC0DB}"/>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575694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AF141F2B-D292-433F-B804-5D1C7A8F3C8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FDEC558-104B-E5F4-2246-9A57425A689D}"/>
              </a:ext>
            </a:extLst>
          </p:cNvPr>
          <p:cNvPicPr>
            <a:picLocks noChangeAspect="1"/>
          </p:cNvPicPr>
          <p:nvPr/>
        </p:nvPicPr>
        <p:blipFill>
          <a:blip r:embed="rId3"/>
          <a:stretch>
            <a:fillRect/>
          </a:stretch>
        </p:blipFill>
        <p:spPr>
          <a:xfrm>
            <a:off x="996576" y="1849501"/>
            <a:ext cx="7390938" cy="3742999"/>
          </a:xfrm>
          <a:prstGeom prst="rect">
            <a:avLst/>
          </a:prstGeom>
          <a:effectLst>
            <a:outerShdw blurRad="63500" sx="102000" sy="102000" algn="ctr" rotWithShape="0">
              <a:prstClr val="black">
                <a:alpha val="40000"/>
              </a:prstClr>
            </a:outerShdw>
          </a:effectLst>
        </p:spPr>
      </p:pic>
      <p:sp>
        <p:nvSpPr>
          <p:cNvPr id="17" name="Rectangle 16">
            <a:extLst>
              <a:ext uri="{FF2B5EF4-FFF2-40B4-BE49-F238E27FC236}">
                <a16:creationId xmlns:a16="http://schemas.microsoft.com/office/drawing/2014/main" id="{9124CE67-36A5-928C-C740-273849C16040}"/>
              </a:ext>
            </a:extLst>
          </p:cNvPr>
          <p:cNvSpPr/>
          <p:nvPr/>
        </p:nvSpPr>
        <p:spPr>
          <a:xfrm>
            <a:off x="4643437" y="4617247"/>
            <a:ext cx="107157" cy="178590"/>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18" name="Google Shape;210;p7">
            <a:extLst>
              <a:ext uri="{FF2B5EF4-FFF2-40B4-BE49-F238E27FC236}">
                <a16:creationId xmlns:a16="http://schemas.microsoft.com/office/drawing/2014/main" id="{0D11D653-73C6-B6B9-FDD9-D8340F7CA8F3}"/>
              </a:ext>
            </a:extLst>
          </p:cNvPr>
          <p:cNvCxnSpPr>
            <a:cxnSpLocks/>
          </p:cNvCxnSpPr>
          <p:nvPr/>
        </p:nvCxnSpPr>
        <p:spPr>
          <a:xfrm flipH="1">
            <a:off x="4769642" y="4704162"/>
            <a:ext cx="217185" cy="1"/>
          </a:xfrm>
          <a:prstGeom prst="straightConnector1">
            <a:avLst/>
          </a:prstGeom>
          <a:noFill/>
          <a:ln w="12700" cap="flat" cmpd="sng">
            <a:solidFill>
              <a:srgbClr val="901A8A"/>
            </a:solidFill>
            <a:prstDash val="solid"/>
            <a:round/>
            <a:headEnd type="none" w="sm" len="sm"/>
            <a:tailEnd type="triangle" w="med" len="med"/>
          </a:ln>
        </p:spPr>
      </p:cxnSp>
      <p:sp>
        <p:nvSpPr>
          <p:cNvPr id="19" name="Google Shape;265;p16" descr="Small square with numeral 1 inside">
            <a:extLst>
              <a:ext uri="{FF2B5EF4-FFF2-40B4-BE49-F238E27FC236}">
                <a16:creationId xmlns:a16="http://schemas.microsoft.com/office/drawing/2014/main" id="{4F4D7EA9-2E05-548D-55A6-5D4E91944A1E}"/>
              </a:ext>
            </a:extLst>
          </p:cNvPr>
          <p:cNvSpPr txBox="1"/>
          <p:nvPr/>
        </p:nvSpPr>
        <p:spPr>
          <a:xfrm>
            <a:off x="4999751" y="458345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435" name="Google Shape;435;p9">
            <a:extLst>
              <a:ext uri="{FF2B5EF4-FFF2-40B4-BE49-F238E27FC236}">
                <a16:creationId xmlns:a16="http://schemas.microsoft.com/office/drawing/2014/main" id="{8C9EB15C-AD07-80AC-2773-A51E5AB129C3}"/>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Delete / Remove a Category?</a:t>
            </a:r>
            <a:endParaRPr dirty="0"/>
          </a:p>
        </p:txBody>
      </p:sp>
      <p:sp>
        <p:nvSpPr>
          <p:cNvPr id="449" name="Google Shape;449;p9">
            <a:hlinkClick r:id="rId4" action="ppaction://hlinksldjump"/>
            <a:extLst>
              <a:ext uri="{FF2B5EF4-FFF2-40B4-BE49-F238E27FC236}">
                <a16:creationId xmlns:a16="http://schemas.microsoft.com/office/drawing/2014/main" id="{EAF0EC43-E18F-97ED-F3C1-20CAF4E90662}"/>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5" name="TextBox 4">
            <a:extLst>
              <a:ext uri="{FF2B5EF4-FFF2-40B4-BE49-F238E27FC236}">
                <a16:creationId xmlns:a16="http://schemas.microsoft.com/office/drawing/2014/main" id="{4A663FFD-63EF-ADFA-E8DE-E2862BE47469}"/>
              </a:ext>
            </a:extLst>
          </p:cNvPr>
          <p:cNvSpPr txBox="1"/>
          <p:nvPr/>
        </p:nvSpPr>
        <p:spPr>
          <a:xfrm>
            <a:off x="8975725" y="1449388"/>
            <a:ext cx="2854831" cy="1785104"/>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Click the </a:t>
            </a:r>
            <a:r>
              <a:rPr lang="en-US" sz="1000" b="1" dirty="0">
                <a:latin typeface="Poppins"/>
                <a:ea typeface="Poppins"/>
                <a:cs typeface="Poppins"/>
                <a:sym typeface="Poppins"/>
              </a:rPr>
              <a:t>Category</a:t>
            </a:r>
            <a:r>
              <a:rPr lang="en-US" sz="1000" dirty="0">
                <a:latin typeface="Poppins"/>
                <a:ea typeface="Poppins"/>
                <a:cs typeface="Poppins"/>
                <a:sym typeface="Poppins"/>
              </a:rPr>
              <a:t> field.</a:t>
            </a:r>
          </a:p>
          <a:p>
            <a:pPr marL="228600" lvl="0" indent="-228600">
              <a:spcBef>
                <a:spcPts val="800"/>
              </a:spcBef>
              <a:buFont typeface="+mj-lt"/>
              <a:buAutoNum type="arabicPeriod"/>
              <a:defRPr/>
            </a:pPr>
            <a:r>
              <a:rPr lang="en-US" sz="1000" dirty="0">
                <a:latin typeface="Poppins"/>
                <a:ea typeface="Poppins"/>
                <a:cs typeface="Poppins"/>
                <a:sym typeface="Poppins"/>
              </a:rPr>
              <a:t>The Category dropdown menu will appear. Scroll down and click </a:t>
            </a:r>
            <a:r>
              <a:rPr lang="en-US" sz="1000" b="1" dirty="0">
                <a:latin typeface="Poppins"/>
                <a:ea typeface="Poppins"/>
                <a:cs typeface="Poppins"/>
                <a:sym typeface="Poppins"/>
              </a:rPr>
              <a:t>+ Add category</a:t>
            </a:r>
            <a:r>
              <a:rPr lang="en-US" sz="1000" dirty="0">
                <a:latin typeface="Poppins"/>
                <a:ea typeface="Poppins"/>
                <a:cs typeface="Poppins"/>
                <a:sym typeface="Poppins"/>
              </a:rPr>
              <a:t>.</a:t>
            </a:r>
          </a:p>
          <a:p>
            <a:pPr marL="228600" lvl="0" indent="-228600">
              <a:spcBef>
                <a:spcPts val="800"/>
              </a:spcBef>
              <a:buFont typeface="+mj-lt"/>
              <a:buAutoNum type="arabicPeriod"/>
              <a:defRPr/>
            </a:pPr>
            <a:r>
              <a:rPr lang="en-US" sz="1000" dirty="0">
                <a:latin typeface="Poppins"/>
                <a:ea typeface="Poppins"/>
                <a:cs typeface="Poppins"/>
                <a:sym typeface="Poppins"/>
              </a:rPr>
              <a:t>The Select Category pop-up modal will appear. Hover over the </a:t>
            </a:r>
            <a:r>
              <a:rPr lang="en-US" sz="1000" b="1" dirty="0">
                <a:latin typeface="Poppins"/>
                <a:ea typeface="Poppins"/>
                <a:cs typeface="Poppins"/>
                <a:sym typeface="Poppins"/>
              </a:rPr>
              <a:t>category</a:t>
            </a:r>
            <a:r>
              <a:rPr lang="en-US" sz="1000" dirty="0">
                <a:latin typeface="Poppins"/>
                <a:ea typeface="Poppins"/>
                <a:cs typeface="Poppins"/>
                <a:sym typeface="Poppins"/>
              </a:rPr>
              <a:t> you want to delete.</a:t>
            </a:r>
          </a:p>
          <a:p>
            <a:pPr marL="228600" lvl="0" indent="-228600">
              <a:spcBef>
                <a:spcPts val="800"/>
              </a:spcBef>
              <a:buFont typeface="+mj-lt"/>
              <a:buAutoNum type="arabicPeriod"/>
              <a:defRPr/>
            </a:pPr>
            <a:r>
              <a:rPr lang="en-US" sz="1000" dirty="0">
                <a:latin typeface="Poppins"/>
                <a:ea typeface="Poppins"/>
                <a:cs typeface="Poppins"/>
                <a:sym typeface="Poppins"/>
              </a:rPr>
              <a:t>Two options will appear: Edit and Delete. Click the </a:t>
            </a:r>
            <a:r>
              <a:rPr lang="en-US" sz="1000" b="1" dirty="0">
                <a:latin typeface="Poppins"/>
                <a:ea typeface="Poppins"/>
                <a:cs typeface="Poppins"/>
                <a:sym typeface="Poppins"/>
              </a:rPr>
              <a:t>Delete</a:t>
            </a:r>
            <a:r>
              <a:rPr lang="en-US" sz="1000" dirty="0">
                <a:latin typeface="Poppins"/>
                <a:ea typeface="Poppins"/>
                <a:cs typeface="Poppins"/>
                <a:sym typeface="Poppins"/>
              </a:rPr>
              <a:t> </a:t>
            </a:r>
            <a:r>
              <a:rPr lang="en-US" sz="1000" b="1" dirty="0">
                <a:latin typeface="Poppins"/>
                <a:ea typeface="Poppins"/>
                <a:cs typeface="Poppins"/>
                <a:sym typeface="Poppins"/>
              </a:rPr>
              <a:t>icon</a:t>
            </a:r>
            <a:r>
              <a:rPr lang="en-US" sz="1000" dirty="0">
                <a:latin typeface="Poppins"/>
                <a:ea typeface="Poppins"/>
                <a:cs typeface="Poppins"/>
                <a:sym typeface="Poppins"/>
              </a:rPr>
              <a:t>. </a:t>
            </a:r>
          </a:p>
        </p:txBody>
      </p:sp>
      <p:sp>
        <p:nvSpPr>
          <p:cNvPr id="10" name="Google Shape;265;p16" descr="Small square with numeral 1 inside">
            <a:extLst>
              <a:ext uri="{FF2B5EF4-FFF2-40B4-BE49-F238E27FC236}">
                <a16:creationId xmlns:a16="http://schemas.microsoft.com/office/drawing/2014/main" id="{959730C5-3CE6-141C-727E-A1449408E979}"/>
              </a:ext>
            </a:extLst>
          </p:cNvPr>
          <p:cNvSpPr txBox="1"/>
          <p:nvPr/>
        </p:nvSpPr>
        <p:spPr>
          <a:xfrm>
            <a:off x="9003551" y="176835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13" name="Google Shape;265;p16" descr="Small square with numeral 1 inside">
            <a:extLst>
              <a:ext uri="{FF2B5EF4-FFF2-40B4-BE49-F238E27FC236}">
                <a16:creationId xmlns:a16="http://schemas.microsoft.com/office/drawing/2014/main" id="{F19D2E9F-9C5F-4EB1-E925-40C7D71AC522}"/>
              </a:ext>
            </a:extLst>
          </p:cNvPr>
          <p:cNvSpPr txBox="1"/>
          <p:nvPr/>
        </p:nvSpPr>
        <p:spPr>
          <a:xfrm>
            <a:off x="9002761" y="232362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
        <p:nvSpPr>
          <p:cNvPr id="20" name="Google Shape;265;p16" descr="Small square with numeral 1 inside">
            <a:extLst>
              <a:ext uri="{FF2B5EF4-FFF2-40B4-BE49-F238E27FC236}">
                <a16:creationId xmlns:a16="http://schemas.microsoft.com/office/drawing/2014/main" id="{59A0B948-156F-8D55-1485-88221EC9DCD4}"/>
              </a:ext>
            </a:extLst>
          </p:cNvPr>
          <p:cNvSpPr txBox="1"/>
          <p:nvPr/>
        </p:nvSpPr>
        <p:spPr>
          <a:xfrm>
            <a:off x="9003555" y="288196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26" name="Google Shape;265;p16" descr="Small square with numeral 1 inside">
            <a:extLst>
              <a:ext uri="{FF2B5EF4-FFF2-40B4-BE49-F238E27FC236}">
                <a16:creationId xmlns:a16="http://schemas.microsoft.com/office/drawing/2014/main" id="{A53046A4-D51C-B60B-678A-5029FBFBA689}"/>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7569929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6CD103BA-D0A6-BF77-E371-EAFF3E1C3C7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A119934-CE0D-A866-DADA-44A572BE7ABC}"/>
              </a:ext>
            </a:extLst>
          </p:cNvPr>
          <p:cNvPicPr>
            <a:picLocks noChangeAspect="1"/>
          </p:cNvPicPr>
          <p:nvPr/>
        </p:nvPicPr>
        <p:blipFill>
          <a:blip r:embed="rId3"/>
          <a:stretch>
            <a:fillRect/>
          </a:stretch>
        </p:blipFill>
        <p:spPr>
          <a:xfrm>
            <a:off x="996576" y="1849502"/>
            <a:ext cx="7371375" cy="3737042"/>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EA81B80D-2041-1676-A5E3-AA5C50CF158C}"/>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Delete / Remove a Category?</a:t>
            </a:r>
            <a:endParaRPr dirty="0"/>
          </a:p>
        </p:txBody>
      </p:sp>
      <p:sp>
        <p:nvSpPr>
          <p:cNvPr id="449" name="Google Shape;449;p9">
            <a:hlinkClick r:id="rId4" action="ppaction://hlinksldjump"/>
            <a:extLst>
              <a:ext uri="{FF2B5EF4-FFF2-40B4-BE49-F238E27FC236}">
                <a16:creationId xmlns:a16="http://schemas.microsoft.com/office/drawing/2014/main" id="{7BE6251F-67C2-7B5A-9588-08D01DF5B349}"/>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15" name="TextBox 14">
            <a:extLst>
              <a:ext uri="{FF2B5EF4-FFF2-40B4-BE49-F238E27FC236}">
                <a16:creationId xmlns:a16="http://schemas.microsoft.com/office/drawing/2014/main" id="{E53BBC16-6E4B-25B6-DFAE-9CD8B7120F71}"/>
              </a:ext>
            </a:extLst>
          </p:cNvPr>
          <p:cNvSpPr txBox="1"/>
          <p:nvPr/>
        </p:nvSpPr>
        <p:spPr>
          <a:xfrm>
            <a:off x="8975725" y="1449388"/>
            <a:ext cx="2854831" cy="2349361"/>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Click the </a:t>
            </a:r>
            <a:r>
              <a:rPr lang="en-US" sz="1000" b="1" dirty="0">
                <a:latin typeface="Poppins"/>
                <a:ea typeface="Poppins"/>
                <a:cs typeface="Poppins"/>
                <a:sym typeface="Poppins"/>
              </a:rPr>
              <a:t>Category</a:t>
            </a:r>
            <a:r>
              <a:rPr lang="en-US" sz="1000" dirty="0">
                <a:latin typeface="Poppins"/>
                <a:ea typeface="Poppins"/>
                <a:cs typeface="Poppins"/>
                <a:sym typeface="Poppins"/>
              </a:rPr>
              <a:t> field.</a:t>
            </a:r>
          </a:p>
          <a:p>
            <a:pPr marL="228600" lvl="0" indent="-228600">
              <a:spcBef>
                <a:spcPts val="800"/>
              </a:spcBef>
              <a:buFont typeface="+mj-lt"/>
              <a:buAutoNum type="arabicPeriod"/>
              <a:defRPr/>
            </a:pPr>
            <a:r>
              <a:rPr lang="en-US" sz="1000" dirty="0">
                <a:latin typeface="Poppins"/>
                <a:ea typeface="Poppins"/>
                <a:cs typeface="Poppins"/>
                <a:sym typeface="Poppins"/>
              </a:rPr>
              <a:t>The Category dropdown menu will appear. Scroll down and click </a:t>
            </a:r>
            <a:r>
              <a:rPr lang="en-US" sz="1000" b="1" dirty="0">
                <a:latin typeface="Poppins"/>
                <a:ea typeface="Poppins"/>
                <a:cs typeface="Poppins"/>
                <a:sym typeface="Poppins"/>
              </a:rPr>
              <a:t>+ Add category</a:t>
            </a:r>
            <a:r>
              <a:rPr lang="en-US" sz="1000" dirty="0">
                <a:latin typeface="Poppins"/>
                <a:ea typeface="Poppins"/>
                <a:cs typeface="Poppins"/>
                <a:sym typeface="Poppins"/>
              </a:rPr>
              <a:t>.</a:t>
            </a:r>
          </a:p>
          <a:p>
            <a:pPr marL="228600" lvl="0" indent="-228600">
              <a:spcBef>
                <a:spcPts val="800"/>
              </a:spcBef>
              <a:buFont typeface="+mj-lt"/>
              <a:buAutoNum type="arabicPeriod"/>
              <a:defRPr/>
            </a:pPr>
            <a:r>
              <a:rPr lang="en-US" sz="1000" dirty="0">
                <a:latin typeface="Poppins"/>
                <a:ea typeface="Poppins"/>
                <a:cs typeface="Poppins"/>
                <a:sym typeface="Poppins"/>
              </a:rPr>
              <a:t>The Select Category pop-up modal will appear. Hover over the </a:t>
            </a:r>
            <a:r>
              <a:rPr lang="en-US" sz="1000" b="1" dirty="0">
                <a:latin typeface="Poppins"/>
                <a:ea typeface="Poppins"/>
                <a:cs typeface="Poppins"/>
                <a:sym typeface="Poppins"/>
              </a:rPr>
              <a:t>category</a:t>
            </a:r>
            <a:r>
              <a:rPr lang="en-US" sz="1000" dirty="0">
                <a:latin typeface="Poppins"/>
                <a:ea typeface="Poppins"/>
                <a:cs typeface="Poppins"/>
                <a:sym typeface="Poppins"/>
              </a:rPr>
              <a:t> you want to delete.</a:t>
            </a:r>
          </a:p>
          <a:p>
            <a:pPr marL="228600" lvl="0" indent="-228600">
              <a:spcBef>
                <a:spcPts val="800"/>
              </a:spcBef>
              <a:buFont typeface="+mj-lt"/>
              <a:buAutoNum type="arabicPeriod"/>
              <a:defRPr/>
            </a:pPr>
            <a:r>
              <a:rPr lang="en-US" sz="1000" dirty="0">
                <a:latin typeface="Poppins"/>
                <a:ea typeface="Poppins"/>
                <a:cs typeface="Poppins"/>
                <a:sym typeface="Poppins"/>
              </a:rPr>
              <a:t>Two options will appear: Edit and Delete. Click the </a:t>
            </a:r>
            <a:r>
              <a:rPr lang="en-US" sz="1000" b="1" dirty="0">
                <a:latin typeface="Poppins"/>
                <a:ea typeface="Poppins"/>
                <a:cs typeface="Poppins"/>
                <a:sym typeface="Poppins"/>
              </a:rPr>
              <a:t>Delete</a:t>
            </a:r>
            <a:r>
              <a:rPr lang="en-US" sz="1000" dirty="0">
                <a:latin typeface="Poppins"/>
                <a:ea typeface="Poppins"/>
                <a:cs typeface="Poppins"/>
                <a:sym typeface="Poppins"/>
              </a:rPr>
              <a:t> </a:t>
            </a:r>
            <a:r>
              <a:rPr lang="en-US" sz="1000" b="1" dirty="0">
                <a:latin typeface="Poppins"/>
                <a:ea typeface="Poppins"/>
                <a:cs typeface="Poppins"/>
                <a:sym typeface="Poppins"/>
              </a:rPr>
              <a:t>icon</a:t>
            </a:r>
            <a:r>
              <a:rPr lang="en-US" sz="1000" dirty="0">
                <a:latin typeface="Poppins"/>
                <a:ea typeface="Poppins"/>
                <a:cs typeface="Poppins"/>
                <a:sym typeface="Poppins"/>
              </a:rPr>
              <a:t>. </a:t>
            </a:r>
          </a:p>
          <a:p>
            <a:pPr marL="228600" indent="-228600">
              <a:spcBef>
                <a:spcPts val="800"/>
              </a:spcBef>
              <a:buFont typeface="+mj-lt"/>
              <a:buAutoNum type="arabicPeriod"/>
              <a:defRPr/>
            </a:pPr>
            <a:r>
              <a:rPr lang="en-US" sz="1000" dirty="0">
                <a:latin typeface="Poppins"/>
                <a:ea typeface="Poppins"/>
                <a:cs typeface="Poppins"/>
                <a:sym typeface="Poppins"/>
              </a:rPr>
              <a:t>A confirmation message will appear. Click </a:t>
            </a:r>
            <a:r>
              <a:rPr lang="en-US" sz="1000" b="1" dirty="0">
                <a:latin typeface="Poppins"/>
                <a:ea typeface="Poppins"/>
                <a:cs typeface="Poppins"/>
                <a:sym typeface="Poppins"/>
              </a:rPr>
              <a:t>Delete</a:t>
            </a:r>
            <a:r>
              <a:rPr lang="en-US" sz="1000" dirty="0">
                <a:latin typeface="Poppins"/>
                <a:ea typeface="Poppins"/>
                <a:cs typeface="Poppins"/>
                <a:sym typeface="Poppins"/>
              </a:rPr>
              <a:t> to delete / remove the category. </a:t>
            </a:r>
          </a:p>
        </p:txBody>
      </p:sp>
      <p:sp>
        <p:nvSpPr>
          <p:cNvPr id="19" name="Google Shape;265;p16" descr="Small square with numeral 1 inside">
            <a:extLst>
              <a:ext uri="{FF2B5EF4-FFF2-40B4-BE49-F238E27FC236}">
                <a16:creationId xmlns:a16="http://schemas.microsoft.com/office/drawing/2014/main" id="{AB140549-8EC4-7040-0161-DF6C1B2F0E0D}"/>
              </a:ext>
            </a:extLst>
          </p:cNvPr>
          <p:cNvSpPr txBox="1"/>
          <p:nvPr/>
        </p:nvSpPr>
        <p:spPr>
          <a:xfrm>
            <a:off x="9003551" y="176835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22" name="Google Shape;265;p16" descr="Small square with numeral 1 inside">
            <a:extLst>
              <a:ext uri="{FF2B5EF4-FFF2-40B4-BE49-F238E27FC236}">
                <a16:creationId xmlns:a16="http://schemas.microsoft.com/office/drawing/2014/main" id="{D22A1595-6B13-C81D-9985-BCBB372AEC38}"/>
              </a:ext>
            </a:extLst>
          </p:cNvPr>
          <p:cNvSpPr txBox="1"/>
          <p:nvPr/>
        </p:nvSpPr>
        <p:spPr>
          <a:xfrm>
            <a:off x="9002761" y="232362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
        <p:nvSpPr>
          <p:cNvPr id="24" name="Google Shape;265;p16" descr="Small square with numeral 1 inside">
            <a:extLst>
              <a:ext uri="{FF2B5EF4-FFF2-40B4-BE49-F238E27FC236}">
                <a16:creationId xmlns:a16="http://schemas.microsoft.com/office/drawing/2014/main" id="{C62ED5FF-49B1-B6B6-21BC-EF819B1A98AE}"/>
              </a:ext>
            </a:extLst>
          </p:cNvPr>
          <p:cNvSpPr txBox="1"/>
          <p:nvPr/>
        </p:nvSpPr>
        <p:spPr>
          <a:xfrm>
            <a:off x="9003555" y="288196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6" name="Rectangle 5">
            <a:extLst>
              <a:ext uri="{FF2B5EF4-FFF2-40B4-BE49-F238E27FC236}">
                <a16:creationId xmlns:a16="http://schemas.microsoft.com/office/drawing/2014/main" id="{3D70CFAD-79B3-9A66-B895-94456DB5909C}"/>
              </a:ext>
            </a:extLst>
          </p:cNvPr>
          <p:cNvSpPr/>
          <p:nvPr/>
        </p:nvSpPr>
        <p:spPr>
          <a:xfrm>
            <a:off x="4526756" y="4996809"/>
            <a:ext cx="252413" cy="130020"/>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7" name="Google Shape;210;p7">
            <a:extLst>
              <a:ext uri="{FF2B5EF4-FFF2-40B4-BE49-F238E27FC236}">
                <a16:creationId xmlns:a16="http://schemas.microsoft.com/office/drawing/2014/main" id="{6E0BEC28-1578-8621-521A-9F89ED029C82}"/>
              </a:ext>
            </a:extLst>
          </p:cNvPr>
          <p:cNvCxnSpPr>
            <a:cxnSpLocks/>
          </p:cNvCxnSpPr>
          <p:nvPr/>
        </p:nvCxnSpPr>
        <p:spPr>
          <a:xfrm flipH="1">
            <a:off x="4798217" y="5059911"/>
            <a:ext cx="217185" cy="1"/>
          </a:xfrm>
          <a:prstGeom prst="straightConnector1">
            <a:avLst/>
          </a:prstGeom>
          <a:noFill/>
          <a:ln w="12700" cap="flat" cmpd="sng">
            <a:solidFill>
              <a:srgbClr val="901A8A"/>
            </a:solidFill>
            <a:prstDash val="solid"/>
            <a:round/>
            <a:headEnd type="none" w="sm" len="sm"/>
            <a:tailEnd type="triangle" w="med" len="med"/>
          </a:ln>
        </p:spPr>
      </p:cxnSp>
      <p:sp>
        <p:nvSpPr>
          <p:cNvPr id="8" name="Google Shape;265;p16" descr="Small square with numeral 1 inside">
            <a:extLst>
              <a:ext uri="{FF2B5EF4-FFF2-40B4-BE49-F238E27FC236}">
                <a16:creationId xmlns:a16="http://schemas.microsoft.com/office/drawing/2014/main" id="{DAE58A06-96EA-2F52-F2FB-2C81D60417C0}"/>
              </a:ext>
            </a:extLst>
          </p:cNvPr>
          <p:cNvSpPr txBox="1"/>
          <p:nvPr/>
        </p:nvSpPr>
        <p:spPr>
          <a:xfrm>
            <a:off x="5028326" y="493920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11" name="Google Shape;265;p16" descr="Small square with numeral 1 inside">
            <a:extLst>
              <a:ext uri="{FF2B5EF4-FFF2-40B4-BE49-F238E27FC236}">
                <a16:creationId xmlns:a16="http://schemas.microsoft.com/office/drawing/2014/main" id="{B86F13D9-9EC9-1548-1902-E956DB893923}"/>
              </a:ext>
            </a:extLst>
          </p:cNvPr>
          <p:cNvSpPr txBox="1"/>
          <p:nvPr/>
        </p:nvSpPr>
        <p:spPr>
          <a:xfrm>
            <a:off x="9003552" y="3291515"/>
            <a:ext cx="2245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13" name="Google Shape;265;p16" descr="Small square with numeral 1 inside">
            <a:extLst>
              <a:ext uri="{FF2B5EF4-FFF2-40B4-BE49-F238E27FC236}">
                <a16:creationId xmlns:a16="http://schemas.microsoft.com/office/drawing/2014/main" id="{C284A7D8-7594-3309-EAFD-C8CF832FC53C}"/>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15691716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B122863E-7333-D9CE-1A2C-6B824680323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B9472B1-5301-EE36-E336-366750CEFCE3}"/>
              </a:ext>
            </a:extLst>
          </p:cNvPr>
          <p:cNvPicPr>
            <a:picLocks noChangeAspect="1"/>
          </p:cNvPicPr>
          <p:nvPr/>
        </p:nvPicPr>
        <p:blipFill>
          <a:blip r:embed="rId3"/>
          <a:stretch>
            <a:fillRect/>
          </a:stretch>
        </p:blipFill>
        <p:spPr>
          <a:xfrm>
            <a:off x="1001703" y="1847654"/>
            <a:ext cx="7366728" cy="3744589"/>
          </a:xfrm>
          <a:prstGeom prst="rect">
            <a:avLst/>
          </a:prstGeom>
          <a:effectLst>
            <a:outerShdw blurRad="63500" sx="102000" sy="102000" algn="ctr" rotWithShape="0">
              <a:prstClr val="black">
                <a:alpha val="40000"/>
              </a:prstClr>
            </a:outerShdw>
          </a:effectLst>
        </p:spPr>
      </p:pic>
      <p:sp>
        <p:nvSpPr>
          <p:cNvPr id="15" name="Rectangle 14">
            <a:extLst>
              <a:ext uri="{FF2B5EF4-FFF2-40B4-BE49-F238E27FC236}">
                <a16:creationId xmlns:a16="http://schemas.microsoft.com/office/drawing/2014/main" id="{49AA7902-36FD-9ACD-E505-5BF1381122F6}"/>
              </a:ext>
            </a:extLst>
          </p:cNvPr>
          <p:cNvSpPr/>
          <p:nvPr/>
        </p:nvSpPr>
        <p:spPr>
          <a:xfrm>
            <a:off x="4714337" y="3056046"/>
            <a:ext cx="1654968" cy="150020"/>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16" name="Google Shape;210;p7">
            <a:extLst>
              <a:ext uri="{FF2B5EF4-FFF2-40B4-BE49-F238E27FC236}">
                <a16:creationId xmlns:a16="http://schemas.microsoft.com/office/drawing/2014/main" id="{A06A6395-CC9D-63B0-C842-461CCE45EF7F}"/>
              </a:ext>
            </a:extLst>
          </p:cNvPr>
          <p:cNvCxnSpPr>
            <a:cxnSpLocks/>
          </p:cNvCxnSpPr>
          <p:nvPr/>
        </p:nvCxnSpPr>
        <p:spPr>
          <a:xfrm flipH="1">
            <a:off x="6388353" y="3128675"/>
            <a:ext cx="226763" cy="0"/>
          </a:xfrm>
          <a:prstGeom prst="straightConnector1">
            <a:avLst/>
          </a:prstGeom>
          <a:noFill/>
          <a:ln w="12700" cap="flat" cmpd="sng">
            <a:solidFill>
              <a:srgbClr val="901A8A"/>
            </a:solidFill>
            <a:prstDash val="solid"/>
            <a:round/>
            <a:headEnd type="none" w="sm" len="sm"/>
            <a:tailEnd type="triangle" w="med" len="med"/>
          </a:ln>
        </p:spPr>
      </p:cxnSp>
      <p:sp>
        <p:nvSpPr>
          <p:cNvPr id="17" name="Google Shape;265;p16" descr="Small square with numeral 1 inside">
            <a:extLst>
              <a:ext uri="{FF2B5EF4-FFF2-40B4-BE49-F238E27FC236}">
                <a16:creationId xmlns:a16="http://schemas.microsoft.com/office/drawing/2014/main" id="{8C51C688-D4AA-5D1A-4442-581555C015F2}"/>
              </a:ext>
            </a:extLst>
          </p:cNvPr>
          <p:cNvSpPr txBox="1"/>
          <p:nvPr/>
        </p:nvSpPr>
        <p:spPr>
          <a:xfrm>
            <a:off x="6629402" y="30079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435" name="Google Shape;435;p9">
            <a:extLst>
              <a:ext uri="{FF2B5EF4-FFF2-40B4-BE49-F238E27FC236}">
                <a16:creationId xmlns:a16="http://schemas.microsoft.com/office/drawing/2014/main" id="{FB6A3273-2ECF-9C36-4938-BCF8DFA3C1D1}"/>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Add a New Variant?</a:t>
            </a:r>
            <a:endParaRPr dirty="0"/>
          </a:p>
        </p:txBody>
      </p:sp>
      <p:sp>
        <p:nvSpPr>
          <p:cNvPr id="449" name="Google Shape;449;p9">
            <a:hlinkClick r:id="rId4" action="ppaction://hlinksldjump"/>
            <a:extLst>
              <a:ext uri="{FF2B5EF4-FFF2-40B4-BE49-F238E27FC236}">
                <a16:creationId xmlns:a16="http://schemas.microsoft.com/office/drawing/2014/main" id="{D6E5CD2B-CE76-0D0C-B2C4-F676BEACB2FB}"/>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8" name="TextBox 7">
            <a:extLst>
              <a:ext uri="{FF2B5EF4-FFF2-40B4-BE49-F238E27FC236}">
                <a16:creationId xmlns:a16="http://schemas.microsoft.com/office/drawing/2014/main" id="{DB13B6D0-12B6-D2FF-0CC7-B2BE240C8227}"/>
              </a:ext>
            </a:extLst>
          </p:cNvPr>
          <p:cNvSpPr txBox="1"/>
          <p:nvPr/>
        </p:nvSpPr>
        <p:spPr>
          <a:xfrm>
            <a:off x="8975725" y="1449388"/>
            <a:ext cx="2854831" cy="400110"/>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In the </a:t>
            </a:r>
            <a:r>
              <a:rPr lang="en-US" sz="1000" b="1" dirty="0">
                <a:latin typeface="Poppins"/>
                <a:ea typeface="Poppins"/>
                <a:cs typeface="Poppins"/>
                <a:sym typeface="Poppins"/>
              </a:rPr>
              <a:t>New Products </a:t>
            </a:r>
            <a:r>
              <a:rPr lang="en-US" sz="1000" dirty="0">
                <a:latin typeface="Poppins"/>
                <a:ea typeface="Poppins"/>
                <a:cs typeface="Poppins"/>
                <a:sym typeface="Poppins"/>
              </a:rPr>
              <a:t>pop-up modal, click the </a:t>
            </a:r>
            <a:r>
              <a:rPr lang="en-US" sz="1000" b="1" dirty="0">
                <a:latin typeface="Poppins"/>
                <a:ea typeface="Poppins"/>
                <a:cs typeface="Poppins"/>
                <a:sym typeface="Poppins"/>
              </a:rPr>
              <a:t>Variant</a:t>
            </a:r>
            <a:r>
              <a:rPr lang="en-US" sz="1000" dirty="0">
                <a:latin typeface="Poppins"/>
                <a:ea typeface="Poppins"/>
                <a:cs typeface="Poppins"/>
                <a:sym typeface="Poppins"/>
              </a:rPr>
              <a:t> dropdown menu. </a:t>
            </a:r>
          </a:p>
        </p:txBody>
      </p:sp>
      <p:sp>
        <p:nvSpPr>
          <p:cNvPr id="11" name="Google Shape;265;p16" descr="Small square with numeral 1 inside">
            <a:extLst>
              <a:ext uri="{FF2B5EF4-FFF2-40B4-BE49-F238E27FC236}">
                <a16:creationId xmlns:a16="http://schemas.microsoft.com/office/drawing/2014/main" id="{300CFEC9-E585-5CBF-B7EF-8DC9119684BD}"/>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8743814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5CBF1DAE-A023-42C3-C1C1-D1CEA0A4176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F31F852-13E1-F0A7-3CC9-4255BFB05CA5}"/>
              </a:ext>
            </a:extLst>
          </p:cNvPr>
          <p:cNvPicPr>
            <a:picLocks noChangeAspect="1"/>
          </p:cNvPicPr>
          <p:nvPr/>
        </p:nvPicPr>
        <p:blipFill>
          <a:blip r:embed="rId3"/>
          <a:stretch>
            <a:fillRect/>
          </a:stretch>
        </p:blipFill>
        <p:spPr>
          <a:xfrm>
            <a:off x="1001703" y="1844069"/>
            <a:ext cx="7366728" cy="3738634"/>
          </a:xfrm>
          <a:prstGeom prst="rect">
            <a:avLst/>
          </a:prstGeom>
          <a:effectLst>
            <a:outerShdw blurRad="63500" sx="102000" sy="102000" algn="ctr" rotWithShape="0">
              <a:prstClr val="black">
                <a:alpha val="40000"/>
              </a:prstClr>
            </a:outerShdw>
          </a:effectLst>
        </p:spPr>
      </p:pic>
      <p:sp>
        <p:nvSpPr>
          <p:cNvPr id="9" name="Rectangle 8">
            <a:extLst>
              <a:ext uri="{FF2B5EF4-FFF2-40B4-BE49-F238E27FC236}">
                <a16:creationId xmlns:a16="http://schemas.microsoft.com/office/drawing/2014/main" id="{BBAF0C25-9FD4-A4AF-54F0-1A51299C0E3F}"/>
              </a:ext>
            </a:extLst>
          </p:cNvPr>
          <p:cNvSpPr/>
          <p:nvPr/>
        </p:nvSpPr>
        <p:spPr>
          <a:xfrm>
            <a:off x="4717256" y="3381378"/>
            <a:ext cx="1652589" cy="172896"/>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15" name="Google Shape;210;p7">
            <a:extLst>
              <a:ext uri="{FF2B5EF4-FFF2-40B4-BE49-F238E27FC236}">
                <a16:creationId xmlns:a16="http://schemas.microsoft.com/office/drawing/2014/main" id="{6D61ED57-78F7-5409-259B-112F6593B372}"/>
              </a:ext>
            </a:extLst>
          </p:cNvPr>
          <p:cNvCxnSpPr>
            <a:cxnSpLocks/>
          </p:cNvCxnSpPr>
          <p:nvPr/>
        </p:nvCxnSpPr>
        <p:spPr>
          <a:xfrm flipH="1">
            <a:off x="6389517" y="3466904"/>
            <a:ext cx="229029" cy="0"/>
          </a:xfrm>
          <a:prstGeom prst="straightConnector1">
            <a:avLst/>
          </a:prstGeom>
          <a:noFill/>
          <a:ln w="12700" cap="flat" cmpd="sng">
            <a:solidFill>
              <a:srgbClr val="901A8A"/>
            </a:solidFill>
            <a:prstDash val="solid"/>
            <a:round/>
            <a:headEnd type="none" w="sm" len="sm"/>
            <a:tailEnd type="triangle" w="med" len="med"/>
          </a:ln>
        </p:spPr>
      </p:cxnSp>
      <p:sp>
        <p:nvSpPr>
          <p:cNvPr id="16" name="Google Shape;265;p16" descr="Small square with numeral 1 inside">
            <a:extLst>
              <a:ext uri="{FF2B5EF4-FFF2-40B4-BE49-F238E27FC236}">
                <a16:creationId xmlns:a16="http://schemas.microsoft.com/office/drawing/2014/main" id="{254E4644-C430-117C-887D-5430EEB1A509}"/>
              </a:ext>
            </a:extLst>
          </p:cNvPr>
          <p:cNvSpPr txBox="1"/>
          <p:nvPr/>
        </p:nvSpPr>
        <p:spPr>
          <a:xfrm>
            <a:off x="6631075" y="334619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435" name="Google Shape;435;p9">
            <a:extLst>
              <a:ext uri="{FF2B5EF4-FFF2-40B4-BE49-F238E27FC236}">
                <a16:creationId xmlns:a16="http://schemas.microsoft.com/office/drawing/2014/main" id="{FE769DB6-F8FF-B2B1-78BC-90CCB9BBF04D}"/>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Add a New Variant?</a:t>
            </a:r>
            <a:endParaRPr dirty="0"/>
          </a:p>
        </p:txBody>
      </p:sp>
      <p:sp>
        <p:nvSpPr>
          <p:cNvPr id="449" name="Google Shape;449;p9">
            <a:hlinkClick r:id="rId4" action="ppaction://hlinksldjump"/>
            <a:extLst>
              <a:ext uri="{FF2B5EF4-FFF2-40B4-BE49-F238E27FC236}">
                <a16:creationId xmlns:a16="http://schemas.microsoft.com/office/drawing/2014/main" id="{E40272F4-B961-1D4A-44DA-344176292CBC}"/>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13" name="TextBox 12">
            <a:extLst>
              <a:ext uri="{FF2B5EF4-FFF2-40B4-BE49-F238E27FC236}">
                <a16:creationId xmlns:a16="http://schemas.microsoft.com/office/drawing/2014/main" id="{7470BCD2-650E-3179-E82D-FA96CC3078E2}"/>
              </a:ext>
            </a:extLst>
          </p:cNvPr>
          <p:cNvSpPr txBox="1"/>
          <p:nvPr/>
        </p:nvSpPr>
        <p:spPr>
          <a:xfrm>
            <a:off x="8975725" y="1449388"/>
            <a:ext cx="2854831" cy="964367"/>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In the </a:t>
            </a:r>
            <a:r>
              <a:rPr lang="en-US" sz="1000" b="1" dirty="0">
                <a:latin typeface="Poppins"/>
                <a:ea typeface="Poppins"/>
                <a:cs typeface="Poppins"/>
                <a:sym typeface="Poppins"/>
              </a:rPr>
              <a:t>New Products </a:t>
            </a:r>
            <a:r>
              <a:rPr lang="en-US" sz="1000" dirty="0">
                <a:latin typeface="Poppins"/>
                <a:ea typeface="Poppins"/>
                <a:cs typeface="Poppins"/>
                <a:sym typeface="Poppins"/>
              </a:rPr>
              <a:t>pop-up modal, click the </a:t>
            </a:r>
            <a:r>
              <a:rPr lang="en-US" sz="1000" b="1" dirty="0">
                <a:latin typeface="Poppins"/>
                <a:ea typeface="Poppins"/>
                <a:cs typeface="Poppins"/>
                <a:sym typeface="Poppins"/>
              </a:rPr>
              <a:t>Variant</a:t>
            </a:r>
            <a:r>
              <a:rPr lang="en-US" sz="1000" dirty="0">
                <a:latin typeface="Poppins"/>
                <a:ea typeface="Poppins"/>
                <a:cs typeface="Poppins"/>
                <a:sym typeface="Poppins"/>
              </a:rPr>
              <a:t> dropdown menu. </a:t>
            </a:r>
          </a:p>
          <a:p>
            <a:pPr marL="228600" lvl="0" indent="-228600">
              <a:spcBef>
                <a:spcPts val="800"/>
              </a:spcBef>
              <a:buFont typeface="+mj-lt"/>
              <a:buAutoNum type="arabicPeriod"/>
              <a:defRPr/>
            </a:pPr>
            <a:r>
              <a:rPr lang="en-US" sz="1000" dirty="0">
                <a:latin typeface="Poppins"/>
                <a:ea typeface="Poppins"/>
                <a:cs typeface="Poppins"/>
                <a:sym typeface="Poppins"/>
              </a:rPr>
              <a:t>Click </a:t>
            </a:r>
            <a:r>
              <a:rPr lang="en-US" sz="1000" b="1" dirty="0">
                <a:latin typeface="Poppins"/>
                <a:ea typeface="Poppins"/>
                <a:cs typeface="Poppins"/>
                <a:sym typeface="Poppins"/>
              </a:rPr>
              <a:t>+ Add Variant </a:t>
            </a:r>
            <a:r>
              <a:rPr lang="en-US" sz="1000" dirty="0">
                <a:latin typeface="Poppins"/>
                <a:ea typeface="Poppins"/>
                <a:cs typeface="Poppins"/>
                <a:sym typeface="Poppins"/>
              </a:rPr>
              <a:t>at the bottom of the dropdown menu to add a new variant. </a:t>
            </a:r>
          </a:p>
        </p:txBody>
      </p:sp>
      <p:sp>
        <p:nvSpPr>
          <p:cNvPr id="18" name="Google Shape;265;p16" descr="Small square with numeral 1 inside">
            <a:extLst>
              <a:ext uri="{FF2B5EF4-FFF2-40B4-BE49-F238E27FC236}">
                <a16:creationId xmlns:a16="http://schemas.microsoft.com/office/drawing/2014/main" id="{209F06AB-65D5-B11A-1F06-BE6C2DE40377}"/>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20" name="Google Shape;265;p16" descr="Small square with numeral 1 inside">
            <a:extLst>
              <a:ext uri="{FF2B5EF4-FFF2-40B4-BE49-F238E27FC236}">
                <a16:creationId xmlns:a16="http://schemas.microsoft.com/office/drawing/2014/main" id="{07F0A56A-25C9-BD41-D2F3-33DF43E2DAD6}"/>
              </a:ext>
            </a:extLst>
          </p:cNvPr>
          <p:cNvSpPr txBox="1"/>
          <p:nvPr/>
        </p:nvSpPr>
        <p:spPr>
          <a:xfrm>
            <a:off x="9004347" y="191611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30313126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D000C553-46D5-648A-CCDD-DDD0B55E680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64E3A9D-F792-CDEB-8AD4-02870DD7C976}"/>
              </a:ext>
            </a:extLst>
          </p:cNvPr>
          <p:cNvPicPr>
            <a:picLocks noChangeAspect="1"/>
          </p:cNvPicPr>
          <p:nvPr/>
        </p:nvPicPr>
        <p:blipFill>
          <a:blip r:embed="rId3"/>
          <a:stretch>
            <a:fillRect/>
          </a:stretch>
        </p:blipFill>
        <p:spPr>
          <a:xfrm>
            <a:off x="1001703" y="1847654"/>
            <a:ext cx="7366728" cy="3740639"/>
          </a:xfrm>
          <a:prstGeom prst="rect">
            <a:avLst/>
          </a:prstGeom>
          <a:effectLst>
            <a:outerShdw blurRad="63500" sx="102000" sy="102000" algn="ctr" rotWithShape="0">
              <a:prstClr val="black">
                <a:alpha val="40000"/>
              </a:prstClr>
            </a:outerShdw>
          </a:effectLst>
        </p:spPr>
      </p:pic>
      <p:cxnSp>
        <p:nvCxnSpPr>
          <p:cNvPr id="2" name="Google Shape;210;p7">
            <a:extLst>
              <a:ext uri="{FF2B5EF4-FFF2-40B4-BE49-F238E27FC236}">
                <a16:creationId xmlns:a16="http://schemas.microsoft.com/office/drawing/2014/main" id="{73B65FAB-0378-4D3D-A639-D8FD2DA1CEEE}"/>
              </a:ext>
            </a:extLst>
          </p:cNvPr>
          <p:cNvCxnSpPr>
            <a:cxnSpLocks/>
          </p:cNvCxnSpPr>
          <p:nvPr/>
        </p:nvCxnSpPr>
        <p:spPr>
          <a:xfrm>
            <a:off x="2745582" y="4175093"/>
            <a:ext cx="604332" cy="0"/>
          </a:xfrm>
          <a:prstGeom prst="straightConnector1">
            <a:avLst/>
          </a:prstGeom>
          <a:noFill/>
          <a:ln w="12700" cap="flat" cmpd="sng">
            <a:solidFill>
              <a:srgbClr val="901A8A"/>
            </a:solidFill>
            <a:prstDash val="solid"/>
            <a:round/>
            <a:headEnd type="none" w="sm" len="sm"/>
            <a:tailEnd type="triangle" w="med" len="med"/>
          </a:ln>
        </p:spPr>
      </p:cxnSp>
      <p:sp>
        <p:nvSpPr>
          <p:cNvPr id="3" name="Google Shape;265;p16" descr="Small square with numeral 1 inside">
            <a:extLst>
              <a:ext uri="{FF2B5EF4-FFF2-40B4-BE49-F238E27FC236}">
                <a16:creationId xmlns:a16="http://schemas.microsoft.com/office/drawing/2014/main" id="{571458D7-E7D6-D789-8191-5EA8EC9D000B}"/>
              </a:ext>
            </a:extLst>
          </p:cNvPr>
          <p:cNvSpPr txBox="1"/>
          <p:nvPr/>
        </p:nvSpPr>
        <p:spPr>
          <a:xfrm flipH="1">
            <a:off x="2508588" y="405200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435" name="Google Shape;435;p9">
            <a:extLst>
              <a:ext uri="{FF2B5EF4-FFF2-40B4-BE49-F238E27FC236}">
                <a16:creationId xmlns:a16="http://schemas.microsoft.com/office/drawing/2014/main" id="{4F76C4B8-6053-8C8B-3554-47C0B1052596}"/>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Add a New Variant?</a:t>
            </a:r>
            <a:endParaRPr dirty="0"/>
          </a:p>
        </p:txBody>
      </p:sp>
      <p:sp>
        <p:nvSpPr>
          <p:cNvPr id="449" name="Google Shape;449;p9">
            <a:hlinkClick r:id="rId4" action="ppaction://hlinksldjump"/>
            <a:extLst>
              <a:ext uri="{FF2B5EF4-FFF2-40B4-BE49-F238E27FC236}">
                <a16:creationId xmlns:a16="http://schemas.microsoft.com/office/drawing/2014/main" id="{0B0D5161-EDD8-D4FD-1EED-7B89754D9FC8}"/>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10" name="Rectangle 9">
            <a:extLst>
              <a:ext uri="{FF2B5EF4-FFF2-40B4-BE49-F238E27FC236}">
                <a16:creationId xmlns:a16="http://schemas.microsoft.com/office/drawing/2014/main" id="{D63B1A0D-3313-07F6-4FE2-2E05E4DFB4A0}"/>
              </a:ext>
            </a:extLst>
          </p:cNvPr>
          <p:cNvSpPr/>
          <p:nvPr/>
        </p:nvSpPr>
        <p:spPr>
          <a:xfrm>
            <a:off x="3371849" y="4089932"/>
            <a:ext cx="1201299" cy="170323"/>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1" name="TextBox 10">
            <a:extLst>
              <a:ext uri="{FF2B5EF4-FFF2-40B4-BE49-F238E27FC236}">
                <a16:creationId xmlns:a16="http://schemas.microsoft.com/office/drawing/2014/main" id="{5D425923-70C5-15A5-C0ED-A1CAAF80BFB7}"/>
              </a:ext>
            </a:extLst>
          </p:cNvPr>
          <p:cNvSpPr txBox="1"/>
          <p:nvPr/>
        </p:nvSpPr>
        <p:spPr>
          <a:xfrm>
            <a:off x="8975725" y="1449388"/>
            <a:ext cx="2854831" cy="1528624"/>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In the </a:t>
            </a:r>
            <a:r>
              <a:rPr lang="en-US" sz="1000" b="1" dirty="0">
                <a:latin typeface="Poppins"/>
                <a:ea typeface="Poppins"/>
                <a:cs typeface="Poppins"/>
                <a:sym typeface="Poppins"/>
              </a:rPr>
              <a:t>New Products </a:t>
            </a:r>
            <a:r>
              <a:rPr lang="en-US" sz="1000" dirty="0">
                <a:latin typeface="Poppins"/>
                <a:ea typeface="Poppins"/>
                <a:cs typeface="Poppins"/>
                <a:sym typeface="Poppins"/>
              </a:rPr>
              <a:t>pop-up modal, click the </a:t>
            </a:r>
            <a:r>
              <a:rPr lang="en-US" sz="1000" b="1" dirty="0">
                <a:latin typeface="Poppins"/>
                <a:ea typeface="Poppins"/>
                <a:cs typeface="Poppins"/>
                <a:sym typeface="Poppins"/>
              </a:rPr>
              <a:t>Variant</a:t>
            </a:r>
            <a:r>
              <a:rPr lang="en-US" sz="1000" dirty="0">
                <a:latin typeface="Poppins"/>
                <a:ea typeface="Poppins"/>
                <a:cs typeface="Poppins"/>
                <a:sym typeface="Poppins"/>
              </a:rPr>
              <a:t> dropdown menu. </a:t>
            </a:r>
          </a:p>
          <a:p>
            <a:pPr marL="228600" lvl="0" indent="-228600">
              <a:spcBef>
                <a:spcPts val="800"/>
              </a:spcBef>
              <a:buFont typeface="+mj-lt"/>
              <a:buAutoNum type="arabicPeriod"/>
              <a:defRPr/>
            </a:pPr>
            <a:r>
              <a:rPr lang="en-US" sz="1000" dirty="0">
                <a:latin typeface="Poppins"/>
                <a:ea typeface="Poppins"/>
                <a:cs typeface="Poppins"/>
                <a:sym typeface="Poppins"/>
              </a:rPr>
              <a:t>Click </a:t>
            </a:r>
            <a:r>
              <a:rPr lang="en-US" sz="1000" b="1" dirty="0">
                <a:latin typeface="Poppins"/>
                <a:ea typeface="Poppins"/>
                <a:cs typeface="Poppins"/>
                <a:sym typeface="Poppins"/>
              </a:rPr>
              <a:t>+ Add Variant </a:t>
            </a:r>
            <a:r>
              <a:rPr lang="en-US" sz="1000" dirty="0">
                <a:latin typeface="Poppins"/>
                <a:ea typeface="Poppins"/>
                <a:cs typeface="Poppins"/>
                <a:sym typeface="Poppins"/>
              </a:rPr>
              <a:t>at the bottom of the dropdown menu to add a new variant. </a:t>
            </a:r>
          </a:p>
          <a:p>
            <a:pPr marL="228600" lvl="0" indent="-228600">
              <a:spcBef>
                <a:spcPts val="800"/>
              </a:spcBef>
              <a:buFont typeface="+mj-lt"/>
              <a:buAutoNum type="arabicPeriod"/>
              <a:defRPr/>
            </a:pPr>
            <a:r>
              <a:rPr lang="en-US" sz="1000" dirty="0">
                <a:latin typeface="Poppins"/>
                <a:ea typeface="Poppins"/>
                <a:cs typeface="Poppins"/>
                <a:sym typeface="Poppins"/>
              </a:rPr>
              <a:t>The </a:t>
            </a:r>
            <a:r>
              <a:rPr lang="en-US" sz="1000" b="1" dirty="0">
                <a:latin typeface="Poppins"/>
                <a:ea typeface="Poppins"/>
                <a:cs typeface="Poppins"/>
                <a:sym typeface="Poppins"/>
              </a:rPr>
              <a:t>Select Variant </a:t>
            </a:r>
            <a:r>
              <a:rPr lang="en-US" sz="1000" dirty="0">
                <a:latin typeface="Poppins"/>
                <a:ea typeface="Poppins"/>
                <a:cs typeface="Poppins"/>
                <a:sym typeface="Poppins"/>
              </a:rPr>
              <a:t>pop-up modal will appear. Enter the </a:t>
            </a:r>
            <a:r>
              <a:rPr lang="en-US" sz="1000" b="1" dirty="0">
                <a:latin typeface="Poppins"/>
                <a:ea typeface="Poppins"/>
                <a:cs typeface="Poppins"/>
                <a:sym typeface="Poppins"/>
              </a:rPr>
              <a:t>New Variant </a:t>
            </a:r>
            <a:r>
              <a:rPr lang="en-US" sz="1000" dirty="0">
                <a:latin typeface="Poppins"/>
                <a:ea typeface="Poppins"/>
                <a:cs typeface="Poppins"/>
                <a:sym typeface="Poppins"/>
              </a:rPr>
              <a:t>you want to add. </a:t>
            </a:r>
          </a:p>
        </p:txBody>
      </p:sp>
      <p:sp>
        <p:nvSpPr>
          <p:cNvPr id="13" name="Google Shape;265;p16" descr="Small square with numeral 1 inside">
            <a:extLst>
              <a:ext uri="{FF2B5EF4-FFF2-40B4-BE49-F238E27FC236}">
                <a16:creationId xmlns:a16="http://schemas.microsoft.com/office/drawing/2014/main" id="{5719233A-723A-1AAB-C370-F1C093B01570}"/>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17" name="Google Shape;265;p16" descr="Small square with numeral 1 inside">
            <a:extLst>
              <a:ext uri="{FF2B5EF4-FFF2-40B4-BE49-F238E27FC236}">
                <a16:creationId xmlns:a16="http://schemas.microsoft.com/office/drawing/2014/main" id="{B15CD4BE-0687-E18D-9E1F-42CCB066A6AD}"/>
              </a:ext>
            </a:extLst>
          </p:cNvPr>
          <p:cNvSpPr txBox="1"/>
          <p:nvPr/>
        </p:nvSpPr>
        <p:spPr>
          <a:xfrm>
            <a:off x="9004347" y="191611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19" name="Google Shape;265;p16" descr="Small square with numeral 1 inside">
            <a:extLst>
              <a:ext uri="{FF2B5EF4-FFF2-40B4-BE49-F238E27FC236}">
                <a16:creationId xmlns:a16="http://schemas.microsoft.com/office/drawing/2014/main" id="{C19A4926-7CA1-FA40-118E-29B3BE3E0693}"/>
              </a:ext>
            </a:extLst>
          </p:cNvPr>
          <p:cNvSpPr txBox="1"/>
          <p:nvPr/>
        </p:nvSpPr>
        <p:spPr>
          <a:xfrm>
            <a:off x="9003555" y="247512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1306497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2572DF4D-C1B2-BDC9-4E1D-11F04A389E9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DA65BAD-4275-43C8-BED0-AAA8D2D596ED}"/>
              </a:ext>
            </a:extLst>
          </p:cNvPr>
          <p:cNvPicPr>
            <a:picLocks noChangeAspect="1"/>
          </p:cNvPicPr>
          <p:nvPr/>
        </p:nvPicPr>
        <p:blipFill>
          <a:blip r:embed="rId3"/>
          <a:stretch>
            <a:fillRect/>
          </a:stretch>
        </p:blipFill>
        <p:spPr>
          <a:xfrm>
            <a:off x="1001703" y="1847653"/>
            <a:ext cx="7366728" cy="3732739"/>
          </a:xfrm>
          <a:prstGeom prst="rect">
            <a:avLst/>
          </a:prstGeom>
          <a:effectLst>
            <a:outerShdw blurRad="63500" sx="102000" sy="102000" algn="ctr" rotWithShape="0">
              <a:prstClr val="black">
                <a:alpha val="40000"/>
              </a:prstClr>
            </a:outerShdw>
          </a:effectLst>
        </p:spPr>
      </p:pic>
      <p:cxnSp>
        <p:nvCxnSpPr>
          <p:cNvPr id="2" name="Google Shape;210;p7">
            <a:extLst>
              <a:ext uri="{FF2B5EF4-FFF2-40B4-BE49-F238E27FC236}">
                <a16:creationId xmlns:a16="http://schemas.microsoft.com/office/drawing/2014/main" id="{9847AC5A-0FF2-727B-830C-DBE7B9F9445F}"/>
              </a:ext>
            </a:extLst>
          </p:cNvPr>
          <p:cNvCxnSpPr>
            <a:cxnSpLocks/>
          </p:cNvCxnSpPr>
          <p:nvPr/>
        </p:nvCxnSpPr>
        <p:spPr>
          <a:xfrm flipH="1">
            <a:off x="4834054" y="4170269"/>
            <a:ext cx="217185" cy="1"/>
          </a:xfrm>
          <a:prstGeom prst="straightConnector1">
            <a:avLst/>
          </a:prstGeom>
          <a:noFill/>
          <a:ln w="12700" cap="flat" cmpd="sng">
            <a:solidFill>
              <a:srgbClr val="901A8A"/>
            </a:solidFill>
            <a:prstDash val="solid"/>
            <a:round/>
            <a:headEnd type="none" w="sm" len="sm"/>
            <a:tailEnd type="triangle" w="med" len="med"/>
          </a:ln>
        </p:spPr>
      </p:cxnSp>
      <p:sp>
        <p:nvSpPr>
          <p:cNvPr id="3" name="Google Shape;265;p16" descr="Small square with numeral 1 inside">
            <a:extLst>
              <a:ext uri="{FF2B5EF4-FFF2-40B4-BE49-F238E27FC236}">
                <a16:creationId xmlns:a16="http://schemas.microsoft.com/office/drawing/2014/main" id="{ED85059C-8BB9-188E-80F9-2EAF5EE86AA4}"/>
              </a:ext>
            </a:extLst>
          </p:cNvPr>
          <p:cNvSpPr txBox="1"/>
          <p:nvPr/>
        </p:nvSpPr>
        <p:spPr>
          <a:xfrm flipH="1">
            <a:off x="5063821" y="404797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435" name="Google Shape;435;p9">
            <a:extLst>
              <a:ext uri="{FF2B5EF4-FFF2-40B4-BE49-F238E27FC236}">
                <a16:creationId xmlns:a16="http://schemas.microsoft.com/office/drawing/2014/main" id="{9689D6F7-59D4-C8C5-39C2-E042F580927E}"/>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Add a New Variant?</a:t>
            </a:r>
            <a:endParaRPr dirty="0"/>
          </a:p>
        </p:txBody>
      </p:sp>
      <p:sp>
        <p:nvSpPr>
          <p:cNvPr id="449" name="Google Shape;449;p9">
            <a:hlinkClick r:id="rId4" action="ppaction://hlinksldjump"/>
            <a:extLst>
              <a:ext uri="{FF2B5EF4-FFF2-40B4-BE49-F238E27FC236}">
                <a16:creationId xmlns:a16="http://schemas.microsoft.com/office/drawing/2014/main" id="{C4A22C76-4105-D767-3284-927A88BCB754}"/>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10" name="TextBox 9">
            <a:extLst>
              <a:ext uri="{FF2B5EF4-FFF2-40B4-BE49-F238E27FC236}">
                <a16:creationId xmlns:a16="http://schemas.microsoft.com/office/drawing/2014/main" id="{5EF82B3D-433F-0A55-AE43-40E64C4A0535}"/>
              </a:ext>
            </a:extLst>
          </p:cNvPr>
          <p:cNvSpPr txBox="1"/>
          <p:nvPr/>
        </p:nvSpPr>
        <p:spPr>
          <a:xfrm>
            <a:off x="8975725" y="1449388"/>
            <a:ext cx="2854831" cy="1785104"/>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In the </a:t>
            </a:r>
            <a:r>
              <a:rPr lang="en-US" sz="1000" b="1" dirty="0">
                <a:latin typeface="Poppins"/>
                <a:ea typeface="Poppins"/>
                <a:cs typeface="Poppins"/>
                <a:sym typeface="Poppins"/>
              </a:rPr>
              <a:t>New Products </a:t>
            </a:r>
            <a:r>
              <a:rPr lang="en-US" sz="1000" dirty="0">
                <a:latin typeface="Poppins"/>
                <a:ea typeface="Poppins"/>
                <a:cs typeface="Poppins"/>
                <a:sym typeface="Poppins"/>
              </a:rPr>
              <a:t>pop-up modal, click the </a:t>
            </a:r>
            <a:r>
              <a:rPr lang="en-US" sz="1000" b="1" dirty="0">
                <a:latin typeface="Poppins"/>
                <a:ea typeface="Poppins"/>
                <a:cs typeface="Poppins"/>
                <a:sym typeface="Poppins"/>
              </a:rPr>
              <a:t>Variant</a:t>
            </a:r>
            <a:r>
              <a:rPr lang="en-US" sz="1000" dirty="0">
                <a:latin typeface="Poppins"/>
                <a:ea typeface="Poppins"/>
                <a:cs typeface="Poppins"/>
                <a:sym typeface="Poppins"/>
              </a:rPr>
              <a:t> dropdown menu. </a:t>
            </a:r>
          </a:p>
          <a:p>
            <a:pPr marL="228600" lvl="0" indent="-228600">
              <a:spcBef>
                <a:spcPts val="800"/>
              </a:spcBef>
              <a:buFont typeface="+mj-lt"/>
              <a:buAutoNum type="arabicPeriod"/>
              <a:defRPr/>
            </a:pPr>
            <a:r>
              <a:rPr lang="en-US" sz="1000" dirty="0">
                <a:latin typeface="Poppins"/>
                <a:ea typeface="Poppins"/>
                <a:cs typeface="Poppins"/>
                <a:sym typeface="Poppins"/>
              </a:rPr>
              <a:t>Click </a:t>
            </a:r>
            <a:r>
              <a:rPr lang="en-US" sz="1000" b="1" dirty="0">
                <a:latin typeface="Poppins"/>
                <a:ea typeface="Poppins"/>
                <a:cs typeface="Poppins"/>
                <a:sym typeface="Poppins"/>
              </a:rPr>
              <a:t>+ Add Variant </a:t>
            </a:r>
            <a:r>
              <a:rPr lang="en-US" sz="1000" dirty="0">
                <a:latin typeface="Poppins"/>
                <a:ea typeface="Poppins"/>
                <a:cs typeface="Poppins"/>
                <a:sym typeface="Poppins"/>
              </a:rPr>
              <a:t>at the bottom of the dropdown menu to add a new variant. </a:t>
            </a:r>
          </a:p>
          <a:p>
            <a:pPr marL="228600" lvl="0" indent="-228600">
              <a:spcBef>
                <a:spcPts val="800"/>
              </a:spcBef>
              <a:buFont typeface="+mj-lt"/>
              <a:buAutoNum type="arabicPeriod"/>
              <a:defRPr/>
            </a:pPr>
            <a:r>
              <a:rPr lang="en-US" sz="1000" dirty="0">
                <a:latin typeface="Poppins"/>
                <a:ea typeface="Poppins"/>
                <a:cs typeface="Poppins"/>
                <a:sym typeface="Poppins"/>
              </a:rPr>
              <a:t>The </a:t>
            </a:r>
            <a:r>
              <a:rPr lang="en-US" sz="1000" b="1" dirty="0">
                <a:latin typeface="Poppins"/>
                <a:ea typeface="Poppins"/>
                <a:cs typeface="Poppins"/>
                <a:sym typeface="Poppins"/>
              </a:rPr>
              <a:t>Select Variant </a:t>
            </a:r>
            <a:r>
              <a:rPr lang="en-US" sz="1000" dirty="0">
                <a:latin typeface="Poppins"/>
                <a:ea typeface="Poppins"/>
                <a:cs typeface="Poppins"/>
                <a:sym typeface="Poppins"/>
              </a:rPr>
              <a:t>pop-up modal will appear. Enter the </a:t>
            </a:r>
            <a:r>
              <a:rPr lang="en-US" sz="1000" b="1" dirty="0">
                <a:latin typeface="Poppins"/>
                <a:ea typeface="Poppins"/>
                <a:cs typeface="Poppins"/>
                <a:sym typeface="Poppins"/>
              </a:rPr>
              <a:t>New Variant </a:t>
            </a:r>
            <a:r>
              <a:rPr lang="en-US" sz="1000" dirty="0">
                <a:latin typeface="Poppins"/>
                <a:ea typeface="Poppins"/>
                <a:cs typeface="Poppins"/>
                <a:sym typeface="Poppins"/>
              </a:rPr>
              <a:t>you want to add. </a:t>
            </a:r>
          </a:p>
          <a:p>
            <a:pPr marL="228600" lvl="0" indent="-228600">
              <a:spcBef>
                <a:spcPts val="800"/>
              </a:spcBef>
              <a:buFont typeface="+mj-lt"/>
              <a:buAutoNum type="arabicPeriod"/>
              <a:defRPr/>
            </a:pPr>
            <a:r>
              <a:rPr lang="en-US" sz="1000" dirty="0">
                <a:latin typeface="Poppins"/>
                <a:ea typeface="Poppins"/>
                <a:cs typeface="Poppins"/>
                <a:sym typeface="Poppins"/>
              </a:rPr>
              <a:t>Click </a:t>
            </a:r>
            <a:r>
              <a:rPr lang="en-US" sz="1000" b="1" dirty="0">
                <a:latin typeface="Poppins"/>
                <a:ea typeface="Poppins"/>
                <a:cs typeface="Poppins"/>
                <a:sym typeface="Poppins"/>
              </a:rPr>
              <a:t>Add</a:t>
            </a:r>
            <a:r>
              <a:rPr lang="en-US" sz="1000" dirty="0">
                <a:latin typeface="Poppins"/>
                <a:ea typeface="Poppins"/>
                <a:cs typeface="Poppins"/>
                <a:sym typeface="Poppins"/>
              </a:rPr>
              <a:t> to add the new category. </a:t>
            </a:r>
          </a:p>
        </p:txBody>
      </p:sp>
      <p:sp>
        <p:nvSpPr>
          <p:cNvPr id="12" name="Google Shape;265;p16" descr="Small square with numeral 1 inside">
            <a:extLst>
              <a:ext uri="{FF2B5EF4-FFF2-40B4-BE49-F238E27FC236}">
                <a16:creationId xmlns:a16="http://schemas.microsoft.com/office/drawing/2014/main" id="{426A5FE8-FB06-2F82-31A0-0312BDF40CBC}"/>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14" name="Google Shape;265;p16" descr="Small square with numeral 1 inside">
            <a:extLst>
              <a:ext uri="{FF2B5EF4-FFF2-40B4-BE49-F238E27FC236}">
                <a16:creationId xmlns:a16="http://schemas.microsoft.com/office/drawing/2014/main" id="{712F9F86-763C-53A2-345B-D3015CE6078E}"/>
              </a:ext>
            </a:extLst>
          </p:cNvPr>
          <p:cNvSpPr txBox="1"/>
          <p:nvPr/>
        </p:nvSpPr>
        <p:spPr>
          <a:xfrm>
            <a:off x="9004347" y="191611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16" name="Google Shape;265;p16" descr="Small square with numeral 1 inside">
            <a:extLst>
              <a:ext uri="{FF2B5EF4-FFF2-40B4-BE49-F238E27FC236}">
                <a16:creationId xmlns:a16="http://schemas.microsoft.com/office/drawing/2014/main" id="{04D37BD3-6087-145B-85A6-BC114CB75ED5}"/>
              </a:ext>
            </a:extLst>
          </p:cNvPr>
          <p:cNvSpPr txBox="1"/>
          <p:nvPr/>
        </p:nvSpPr>
        <p:spPr>
          <a:xfrm>
            <a:off x="9003555" y="247512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
        <p:nvSpPr>
          <p:cNvPr id="18" name="Google Shape;265;p16" descr="Small square with numeral 1 inside">
            <a:extLst>
              <a:ext uri="{FF2B5EF4-FFF2-40B4-BE49-F238E27FC236}">
                <a16:creationId xmlns:a16="http://schemas.microsoft.com/office/drawing/2014/main" id="{7E4E120B-E104-56D5-1E3B-907F87E2932F}"/>
              </a:ext>
            </a:extLst>
          </p:cNvPr>
          <p:cNvSpPr txBox="1"/>
          <p:nvPr/>
        </p:nvSpPr>
        <p:spPr>
          <a:xfrm>
            <a:off x="9003555" y="295607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41940711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1B8BE93E-91E5-94CA-BA96-E46DE27281D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02165BF-0764-9177-B019-2A84225BEAA9}"/>
              </a:ext>
            </a:extLst>
          </p:cNvPr>
          <p:cNvPicPr>
            <a:picLocks noChangeAspect="1"/>
          </p:cNvPicPr>
          <p:nvPr/>
        </p:nvPicPr>
        <p:blipFill>
          <a:blip r:embed="rId3"/>
          <a:stretch>
            <a:fillRect/>
          </a:stretch>
        </p:blipFill>
        <p:spPr>
          <a:xfrm>
            <a:off x="1001703" y="1847433"/>
            <a:ext cx="7366728" cy="3736689"/>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6917D0BE-CF8C-4F18-5DCF-7C3335ED8250}"/>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Add a New Variant?</a:t>
            </a:r>
            <a:endParaRPr dirty="0"/>
          </a:p>
        </p:txBody>
      </p:sp>
      <p:sp>
        <p:nvSpPr>
          <p:cNvPr id="449" name="Google Shape;449;p9">
            <a:hlinkClick r:id="rId4" action="ppaction://hlinksldjump"/>
            <a:extLst>
              <a:ext uri="{FF2B5EF4-FFF2-40B4-BE49-F238E27FC236}">
                <a16:creationId xmlns:a16="http://schemas.microsoft.com/office/drawing/2014/main" id="{FBA29777-2CB6-2D48-184D-167DDE0B639C}"/>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10" name="TextBox 9">
            <a:extLst>
              <a:ext uri="{FF2B5EF4-FFF2-40B4-BE49-F238E27FC236}">
                <a16:creationId xmlns:a16="http://schemas.microsoft.com/office/drawing/2014/main" id="{9EBF2158-4E9E-B75A-5325-FBA3CE16B07B}"/>
              </a:ext>
            </a:extLst>
          </p:cNvPr>
          <p:cNvSpPr txBox="1"/>
          <p:nvPr/>
        </p:nvSpPr>
        <p:spPr>
          <a:xfrm>
            <a:off x="8975725" y="1449388"/>
            <a:ext cx="2854831" cy="2349361"/>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In the </a:t>
            </a:r>
            <a:r>
              <a:rPr lang="en-US" sz="1000" b="1" dirty="0">
                <a:latin typeface="Poppins"/>
                <a:ea typeface="Poppins"/>
                <a:cs typeface="Poppins"/>
                <a:sym typeface="Poppins"/>
              </a:rPr>
              <a:t>New Products </a:t>
            </a:r>
            <a:r>
              <a:rPr lang="en-US" sz="1000" dirty="0">
                <a:latin typeface="Poppins"/>
                <a:ea typeface="Poppins"/>
                <a:cs typeface="Poppins"/>
                <a:sym typeface="Poppins"/>
              </a:rPr>
              <a:t>pop-up modal, click the </a:t>
            </a:r>
            <a:r>
              <a:rPr lang="en-US" sz="1000" b="1" dirty="0">
                <a:latin typeface="Poppins"/>
                <a:ea typeface="Poppins"/>
                <a:cs typeface="Poppins"/>
                <a:sym typeface="Poppins"/>
              </a:rPr>
              <a:t>Variant</a:t>
            </a:r>
            <a:r>
              <a:rPr lang="en-US" sz="1000" dirty="0">
                <a:latin typeface="Poppins"/>
                <a:ea typeface="Poppins"/>
                <a:cs typeface="Poppins"/>
                <a:sym typeface="Poppins"/>
              </a:rPr>
              <a:t> dropdown menu. </a:t>
            </a:r>
          </a:p>
          <a:p>
            <a:pPr marL="228600" lvl="0" indent="-228600">
              <a:spcBef>
                <a:spcPts val="800"/>
              </a:spcBef>
              <a:buFont typeface="+mj-lt"/>
              <a:buAutoNum type="arabicPeriod"/>
              <a:defRPr/>
            </a:pPr>
            <a:r>
              <a:rPr lang="en-US" sz="1000" dirty="0">
                <a:latin typeface="Poppins"/>
                <a:ea typeface="Poppins"/>
                <a:cs typeface="Poppins"/>
                <a:sym typeface="Poppins"/>
              </a:rPr>
              <a:t>Click </a:t>
            </a:r>
            <a:r>
              <a:rPr lang="en-US" sz="1000" b="1" dirty="0">
                <a:latin typeface="Poppins"/>
                <a:ea typeface="Poppins"/>
                <a:cs typeface="Poppins"/>
                <a:sym typeface="Poppins"/>
              </a:rPr>
              <a:t>+ Add Variant </a:t>
            </a:r>
            <a:r>
              <a:rPr lang="en-US" sz="1000" dirty="0">
                <a:latin typeface="Poppins"/>
                <a:ea typeface="Poppins"/>
                <a:cs typeface="Poppins"/>
                <a:sym typeface="Poppins"/>
              </a:rPr>
              <a:t>at the bottom of the dropdown menu to add a new variant. </a:t>
            </a:r>
          </a:p>
          <a:p>
            <a:pPr marL="228600" lvl="0" indent="-228600">
              <a:spcBef>
                <a:spcPts val="800"/>
              </a:spcBef>
              <a:buFont typeface="+mj-lt"/>
              <a:buAutoNum type="arabicPeriod"/>
              <a:defRPr/>
            </a:pPr>
            <a:r>
              <a:rPr lang="en-US" sz="1000" dirty="0">
                <a:latin typeface="Poppins"/>
                <a:ea typeface="Poppins"/>
                <a:cs typeface="Poppins"/>
                <a:sym typeface="Poppins"/>
              </a:rPr>
              <a:t>The </a:t>
            </a:r>
            <a:r>
              <a:rPr lang="en-US" sz="1000" b="1" dirty="0">
                <a:latin typeface="Poppins"/>
                <a:ea typeface="Poppins"/>
                <a:cs typeface="Poppins"/>
                <a:sym typeface="Poppins"/>
              </a:rPr>
              <a:t>Select Variant </a:t>
            </a:r>
            <a:r>
              <a:rPr lang="en-US" sz="1000" dirty="0">
                <a:latin typeface="Poppins"/>
                <a:ea typeface="Poppins"/>
                <a:cs typeface="Poppins"/>
                <a:sym typeface="Poppins"/>
              </a:rPr>
              <a:t>pop-up modal will appear. Enter the </a:t>
            </a:r>
            <a:r>
              <a:rPr lang="en-US" sz="1000" b="1" dirty="0">
                <a:latin typeface="Poppins"/>
                <a:ea typeface="Poppins"/>
                <a:cs typeface="Poppins"/>
                <a:sym typeface="Poppins"/>
              </a:rPr>
              <a:t>New Variant </a:t>
            </a:r>
            <a:r>
              <a:rPr lang="en-US" sz="1000" dirty="0">
                <a:latin typeface="Poppins"/>
                <a:ea typeface="Poppins"/>
                <a:cs typeface="Poppins"/>
                <a:sym typeface="Poppins"/>
              </a:rPr>
              <a:t>you want to add. </a:t>
            </a:r>
          </a:p>
          <a:p>
            <a:pPr marL="228600" lvl="0" indent="-228600">
              <a:spcBef>
                <a:spcPts val="800"/>
              </a:spcBef>
              <a:buFont typeface="+mj-lt"/>
              <a:buAutoNum type="arabicPeriod"/>
              <a:defRPr/>
            </a:pPr>
            <a:r>
              <a:rPr lang="en-US" sz="1000" dirty="0">
                <a:latin typeface="Poppins"/>
                <a:ea typeface="Poppins"/>
                <a:cs typeface="Poppins"/>
                <a:sym typeface="Poppins"/>
              </a:rPr>
              <a:t>Click </a:t>
            </a:r>
            <a:r>
              <a:rPr lang="en-US" sz="1000" b="1" dirty="0">
                <a:latin typeface="Poppins"/>
                <a:ea typeface="Poppins"/>
                <a:cs typeface="Poppins"/>
                <a:sym typeface="Poppins"/>
              </a:rPr>
              <a:t>Add</a:t>
            </a:r>
            <a:r>
              <a:rPr lang="en-US" sz="1000" dirty="0">
                <a:latin typeface="Poppins"/>
                <a:ea typeface="Poppins"/>
                <a:cs typeface="Poppins"/>
                <a:sym typeface="Poppins"/>
              </a:rPr>
              <a:t> to add the new category. </a:t>
            </a:r>
          </a:p>
          <a:p>
            <a:pPr marL="228600" lvl="0" indent="-228600">
              <a:spcBef>
                <a:spcPts val="800"/>
              </a:spcBef>
              <a:buFont typeface="+mj-lt"/>
              <a:buAutoNum type="arabicPeriod"/>
              <a:defRPr/>
            </a:pPr>
            <a:r>
              <a:rPr lang="en-US" sz="1000" dirty="0">
                <a:latin typeface="Poppins"/>
                <a:ea typeface="Poppins"/>
                <a:cs typeface="Poppins"/>
                <a:sym typeface="Poppins"/>
              </a:rPr>
              <a:t>The </a:t>
            </a:r>
            <a:r>
              <a:rPr lang="en-US" sz="1000" b="1" dirty="0">
                <a:latin typeface="Poppins"/>
                <a:ea typeface="Poppins"/>
                <a:cs typeface="Poppins"/>
                <a:sym typeface="Poppins"/>
              </a:rPr>
              <a:t>New Variant </a:t>
            </a:r>
            <a:r>
              <a:rPr lang="en-US" sz="1000" dirty="0">
                <a:latin typeface="Poppins"/>
                <a:ea typeface="Poppins"/>
                <a:cs typeface="Poppins"/>
                <a:sym typeface="Poppins"/>
              </a:rPr>
              <a:t>will appear below </a:t>
            </a:r>
            <a:r>
              <a:rPr lang="en-US" sz="1000" b="1" dirty="0">
                <a:latin typeface="Poppins"/>
                <a:ea typeface="Poppins"/>
                <a:cs typeface="Poppins"/>
                <a:sym typeface="Poppins"/>
              </a:rPr>
              <a:t>N/A</a:t>
            </a:r>
            <a:r>
              <a:rPr lang="en-US" sz="1000" dirty="0">
                <a:latin typeface="Poppins"/>
                <a:ea typeface="Poppins"/>
                <a:cs typeface="Poppins"/>
                <a:sym typeface="Poppins"/>
              </a:rPr>
              <a:t>. Repeat </a:t>
            </a:r>
            <a:r>
              <a:rPr lang="en-US" sz="1000" b="1" dirty="0">
                <a:latin typeface="Poppins"/>
                <a:ea typeface="Poppins"/>
                <a:cs typeface="Poppins"/>
                <a:sym typeface="Poppins"/>
              </a:rPr>
              <a:t>Steps 3 to 4 </a:t>
            </a:r>
            <a:r>
              <a:rPr lang="en-US" sz="1000" dirty="0">
                <a:latin typeface="Poppins"/>
                <a:ea typeface="Poppins"/>
                <a:cs typeface="Poppins"/>
                <a:sym typeface="Poppins"/>
              </a:rPr>
              <a:t>to add additional variants. </a:t>
            </a:r>
          </a:p>
        </p:txBody>
      </p:sp>
      <p:sp>
        <p:nvSpPr>
          <p:cNvPr id="11" name="Google Shape;265;p16" descr="Small square with numeral 1 inside">
            <a:extLst>
              <a:ext uri="{FF2B5EF4-FFF2-40B4-BE49-F238E27FC236}">
                <a16:creationId xmlns:a16="http://schemas.microsoft.com/office/drawing/2014/main" id="{70FF357A-FE18-F2E3-B170-BAD16D6B3419}"/>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12" name="Google Shape;265;p16" descr="Small square with numeral 1 inside">
            <a:extLst>
              <a:ext uri="{FF2B5EF4-FFF2-40B4-BE49-F238E27FC236}">
                <a16:creationId xmlns:a16="http://schemas.microsoft.com/office/drawing/2014/main" id="{D2587620-F1D3-5550-5017-A583BCCC6F30}"/>
              </a:ext>
            </a:extLst>
          </p:cNvPr>
          <p:cNvSpPr txBox="1"/>
          <p:nvPr/>
        </p:nvSpPr>
        <p:spPr>
          <a:xfrm>
            <a:off x="9004347" y="191611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13" name="Google Shape;265;p16" descr="Small square with numeral 1 inside">
            <a:extLst>
              <a:ext uri="{FF2B5EF4-FFF2-40B4-BE49-F238E27FC236}">
                <a16:creationId xmlns:a16="http://schemas.microsoft.com/office/drawing/2014/main" id="{A3AF9782-19B5-7894-80B4-FF5CD837FB6F}"/>
              </a:ext>
            </a:extLst>
          </p:cNvPr>
          <p:cNvSpPr txBox="1"/>
          <p:nvPr/>
        </p:nvSpPr>
        <p:spPr>
          <a:xfrm>
            <a:off x="9003555" y="2475123"/>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
        <p:nvSpPr>
          <p:cNvPr id="14" name="Google Shape;265;p16" descr="Small square with numeral 1 inside">
            <a:extLst>
              <a:ext uri="{FF2B5EF4-FFF2-40B4-BE49-F238E27FC236}">
                <a16:creationId xmlns:a16="http://schemas.microsoft.com/office/drawing/2014/main" id="{11740030-0097-CEF1-1E7B-CC5325C818DD}"/>
              </a:ext>
            </a:extLst>
          </p:cNvPr>
          <p:cNvSpPr txBox="1"/>
          <p:nvPr/>
        </p:nvSpPr>
        <p:spPr>
          <a:xfrm>
            <a:off x="9003555" y="295607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15" name="Google Shape;265;p16" descr="Small square with numeral 1 inside">
            <a:extLst>
              <a:ext uri="{FF2B5EF4-FFF2-40B4-BE49-F238E27FC236}">
                <a16:creationId xmlns:a16="http://schemas.microsoft.com/office/drawing/2014/main" id="{219A3F5C-F591-25DE-D2F7-7220689D2ECA}"/>
              </a:ext>
            </a:extLst>
          </p:cNvPr>
          <p:cNvSpPr txBox="1"/>
          <p:nvPr/>
        </p:nvSpPr>
        <p:spPr>
          <a:xfrm>
            <a:off x="9003554" y="328865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cxnSp>
        <p:nvCxnSpPr>
          <p:cNvPr id="17" name="Google Shape;210;p7">
            <a:extLst>
              <a:ext uri="{FF2B5EF4-FFF2-40B4-BE49-F238E27FC236}">
                <a16:creationId xmlns:a16="http://schemas.microsoft.com/office/drawing/2014/main" id="{D79F392D-EE06-0E13-05DC-33190EA3252A}"/>
              </a:ext>
            </a:extLst>
          </p:cNvPr>
          <p:cNvCxnSpPr>
            <a:cxnSpLocks/>
          </p:cNvCxnSpPr>
          <p:nvPr/>
        </p:nvCxnSpPr>
        <p:spPr>
          <a:xfrm>
            <a:off x="2752725" y="4013165"/>
            <a:ext cx="604332" cy="0"/>
          </a:xfrm>
          <a:prstGeom prst="straightConnector1">
            <a:avLst/>
          </a:prstGeom>
          <a:noFill/>
          <a:ln w="12700" cap="flat" cmpd="sng">
            <a:solidFill>
              <a:srgbClr val="901A8A"/>
            </a:solidFill>
            <a:prstDash val="solid"/>
            <a:round/>
            <a:headEnd type="none" w="sm" len="sm"/>
            <a:tailEnd type="triangle" w="med" len="med"/>
          </a:ln>
        </p:spPr>
      </p:cxnSp>
      <p:sp>
        <p:nvSpPr>
          <p:cNvPr id="18" name="Google Shape;265;p16" descr="Small square with numeral 1 inside">
            <a:extLst>
              <a:ext uri="{FF2B5EF4-FFF2-40B4-BE49-F238E27FC236}">
                <a16:creationId xmlns:a16="http://schemas.microsoft.com/office/drawing/2014/main" id="{511E7826-BD6C-2509-6924-856A993DF81A}"/>
              </a:ext>
            </a:extLst>
          </p:cNvPr>
          <p:cNvSpPr txBox="1"/>
          <p:nvPr/>
        </p:nvSpPr>
        <p:spPr>
          <a:xfrm flipH="1">
            <a:off x="2515730" y="389007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19" name="Rectangle 18">
            <a:extLst>
              <a:ext uri="{FF2B5EF4-FFF2-40B4-BE49-F238E27FC236}">
                <a16:creationId xmlns:a16="http://schemas.microsoft.com/office/drawing/2014/main" id="{4E818885-9064-FF91-319B-FF347A51066E}"/>
              </a:ext>
            </a:extLst>
          </p:cNvPr>
          <p:cNvSpPr/>
          <p:nvPr/>
        </p:nvSpPr>
        <p:spPr>
          <a:xfrm>
            <a:off x="3378994" y="3928004"/>
            <a:ext cx="1440656" cy="170323"/>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Tree>
    <p:extLst>
      <p:ext uri="{BB962C8B-B14F-4D97-AF65-F5344CB8AC3E}">
        <p14:creationId xmlns:p14="http://schemas.microsoft.com/office/powerpoint/2010/main" val="14994656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F2C1CFA1-CDF5-828C-13CA-69F9E51D544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AD64C9F-E577-C93E-B7B8-BDE886229558}"/>
              </a:ext>
            </a:extLst>
          </p:cNvPr>
          <p:cNvPicPr>
            <a:picLocks noChangeAspect="1"/>
          </p:cNvPicPr>
          <p:nvPr/>
        </p:nvPicPr>
        <p:blipFill>
          <a:blip r:embed="rId3"/>
          <a:stretch>
            <a:fillRect/>
          </a:stretch>
        </p:blipFill>
        <p:spPr>
          <a:xfrm>
            <a:off x="1001703" y="1848356"/>
            <a:ext cx="7368862" cy="3743730"/>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CDA320C0-0177-0FB6-94E3-B6F39BC7E9E1}"/>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Select a Variant?</a:t>
            </a:r>
            <a:endParaRPr dirty="0"/>
          </a:p>
        </p:txBody>
      </p:sp>
      <p:sp>
        <p:nvSpPr>
          <p:cNvPr id="449" name="Google Shape;449;p9">
            <a:hlinkClick r:id="rId4" action="ppaction://hlinksldjump"/>
            <a:extLst>
              <a:ext uri="{FF2B5EF4-FFF2-40B4-BE49-F238E27FC236}">
                <a16:creationId xmlns:a16="http://schemas.microsoft.com/office/drawing/2014/main" id="{E9F9C617-5FC4-DB98-E13F-6AA1A0A5F52D}"/>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C3EF2057-4AD6-2E1D-9E8D-F44A646A87B9}"/>
              </a:ext>
            </a:extLst>
          </p:cNvPr>
          <p:cNvSpPr/>
          <p:nvPr/>
        </p:nvSpPr>
        <p:spPr>
          <a:xfrm>
            <a:off x="4714337" y="3056046"/>
            <a:ext cx="1654968" cy="150020"/>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8" name="Google Shape;210;p7">
            <a:extLst>
              <a:ext uri="{FF2B5EF4-FFF2-40B4-BE49-F238E27FC236}">
                <a16:creationId xmlns:a16="http://schemas.microsoft.com/office/drawing/2014/main" id="{3DEAA98C-4DA7-BB34-FC2A-9DA684D74CF8}"/>
              </a:ext>
            </a:extLst>
          </p:cNvPr>
          <p:cNvCxnSpPr>
            <a:cxnSpLocks/>
          </p:cNvCxnSpPr>
          <p:nvPr/>
        </p:nvCxnSpPr>
        <p:spPr>
          <a:xfrm flipH="1">
            <a:off x="6388353" y="3128675"/>
            <a:ext cx="247397" cy="0"/>
          </a:xfrm>
          <a:prstGeom prst="straightConnector1">
            <a:avLst/>
          </a:prstGeom>
          <a:noFill/>
          <a:ln w="12700" cap="flat" cmpd="sng">
            <a:solidFill>
              <a:srgbClr val="901A8A"/>
            </a:solidFill>
            <a:prstDash val="solid"/>
            <a:round/>
            <a:headEnd type="none" w="sm" len="sm"/>
            <a:tailEnd type="triangle" w="med" len="med"/>
          </a:ln>
        </p:spPr>
      </p:cxnSp>
      <p:sp>
        <p:nvSpPr>
          <p:cNvPr id="9" name="Google Shape;265;p16" descr="Small square with numeral 1 inside">
            <a:extLst>
              <a:ext uri="{FF2B5EF4-FFF2-40B4-BE49-F238E27FC236}">
                <a16:creationId xmlns:a16="http://schemas.microsoft.com/office/drawing/2014/main" id="{2E9C421B-3E72-2C53-BEC0-614E32BC8F95}"/>
              </a:ext>
            </a:extLst>
          </p:cNvPr>
          <p:cNvSpPr txBox="1"/>
          <p:nvPr/>
        </p:nvSpPr>
        <p:spPr>
          <a:xfrm>
            <a:off x="6648452" y="300796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
        <p:nvSpPr>
          <p:cNvPr id="18" name="TextBox 17">
            <a:extLst>
              <a:ext uri="{FF2B5EF4-FFF2-40B4-BE49-F238E27FC236}">
                <a16:creationId xmlns:a16="http://schemas.microsoft.com/office/drawing/2014/main" id="{D57E4075-58B0-AAE6-0993-AB6C5D8DE53D}"/>
              </a:ext>
            </a:extLst>
          </p:cNvPr>
          <p:cNvSpPr txBox="1"/>
          <p:nvPr/>
        </p:nvSpPr>
        <p:spPr>
          <a:xfrm>
            <a:off x="8975725" y="1449388"/>
            <a:ext cx="2854831" cy="400110"/>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In the </a:t>
            </a:r>
            <a:r>
              <a:rPr lang="en-US" sz="1000" b="1" dirty="0">
                <a:latin typeface="Poppins"/>
                <a:ea typeface="Poppins"/>
                <a:cs typeface="Poppins"/>
                <a:sym typeface="Poppins"/>
              </a:rPr>
              <a:t>New Products </a:t>
            </a:r>
            <a:r>
              <a:rPr lang="en-US" sz="1000" dirty="0">
                <a:latin typeface="Poppins"/>
                <a:ea typeface="Poppins"/>
                <a:cs typeface="Poppins"/>
                <a:sym typeface="Poppins"/>
              </a:rPr>
              <a:t>pop-up modal, click the </a:t>
            </a:r>
            <a:r>
              <a:rPr lang="en-US" sz="1000" b="1" dirty="0">
                <a:latin typeface="Poppins"/>
                <a:ea typeface="Poppins"/>
                <a:cs typeface="Poppins"/>
                <a:sym typeface="Poppins"/>
              </a:rPr>
              <a:t>Variant</a:t>
            </a:r>
            <a:r>
              <a:rPr lang="en-US" sz="1000" dirty="0">
                <a:latin typeface="Poppins"/>
                <a:ea typeface="Poppins"/>
                <a:cs typeface="Poppins"/>
                <a:sym typeface="Poppins"/>
              </a:rPr>
              <a:t> dropdown menu.</a:t>
            </a:r>
          </a:p>
        </p:txBody>
      </p:sp>
      <p:sp>
        <p:nvSpPr>
          <p:cNvPr id="25" name="Google Shape;265;p16" descr="Small square with numeral 1 inside">
            <a:extLst>
              <a:ext uri="{FF2B5EF4-FFF2-40B4-BE49-F238E27FC236}">
                <a16:creationId xmlns:a16="http://schemas.microsoft.com/office/drawing/2014/main" id="{A2C5AA4E-FBBD-933F-1793-02C22EEAACEB}"/>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11366062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73762C1D-72CC-0778-9A89-24457EE4DB6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F3666C1-FADB-A47D-C292-13ADDEB2A311}"/>
              </a:ext>
            </a:extLst>
          </p:cNvPr>
          <p:cNvPicPr>
            <a:picLocks noChangeAspect="1"/>
          </p:cNvPicPr>
          <p:nvPr/>
        </p:nvPicPr>
        <p:blipFill>
          <a:blip r:embed="rId3"/>
          <a:stretch>
            <a:fillRect/>
          </a:stretch>
        </p:blipFill>
        <p:spPr>
          <a:xfrm>
            <a:off x="1001703" y="1848356"/>
            <a:ext cx="7368862" cy="3745674"/>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C1C1646F-3215-112F-7472-5591E54BF297}"/>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Select a Variant?</a:t>
            </a:r>
            <a:endParaRPr dirty="0"/>
          </a:p>
        </p:txBody>
      </p:sp>
      <p:sp>
        <p:nvSpPr>
          <p:cNvPr id="449" name="Google Shape;449;p9">
            <a:hlinkClick r:id="rId4" action="ppaction://hlinksldjump"/>
            <a:extLst>
              <a:ext uri="{FF2B5EF4-FFF2-40B4-BE49-F238E27FC236}">
                <a16:creationId xmlns:a16="http://schemas.microsoft.com/office/drawing/2014/main" id="{8A96A185-452C-4281-2B6C-F32495C8BD20}"/>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13" name="Rectangle 12">
            <a:extLst>
              <a:ext uri="{FF2B5EF4-FFF2-40B4-BE49-F238E27FC236}">
                <a16:creationId xmlns:a16="http://schemas.microsoft.com/office/drawing/2014/main" id="{BCD1F3BB-35B6-E30B-725B-92F08F91C69F}"/>
              </a:ext>
            </a:extLst>
          </p:cNvPr>
          <p:cNvSpPr/>
          <p:nvPr/>
        </p:nvSpPr>
        <p:spPr>
          <a:xfrm>
            <a:off x="4720896" y="3212305"/>
            <a:ext cx="1647825" cy="95249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14" name="Google Shape;210;p7">
            <a:extLst>
              <a:ext uri="{FF2B5EF4-FFF2-40B4-BE49-F238E27FC236}">
                <a16:creationId xmlns:a16="http://schemas.microsoft.com/office/drawing/2014/main" id="{B675A840-856E-CDC1-CED8-5BB15E4F0491}"/>
              </a:ext>
            </a:extLst>
          </p:cNvPr>
          <p:cNvCxnSpPr>
            <a:cxnSpLocks/>
          </p:cNvCxnSpPr>
          <p:nvPr/>
        </p:nvCxnSpPr>
        <p:spPr>
          <a:xfrm flipH="1">
            <a:off x="6390060" y="3686180"/>
            <a:ext cx="245690" cy="0"/>
          </a:xfrm>
          <a:prstGeom prst="straightConnector1">
            <a:avLst/>
          </a:prstGeom>
          <a:noFill/>
          <a:ln w="12700" cap="flat" cmpd="sng">
            <a:solidFill>
              <a:srgbClr val="901A8A"/>
            </a:solidFill>
            <a:prstDash val="solid"/>
            <a:round/>
            <a:headEnd type="none" w="sm" len="sm"/>
            <a:tailEnd type="triangle" w="med" len="med"/>
          </a:ln>
        </p:spPr>
      </p:cxnSp>
      <p:sp>
        <p:nvSpPr>
          <p:cNvPr id="16" name="Google Shape;265;p16" descr="Small square with numeral 1 inside">
            <a:extLst>
              <a:ext uri="{FF2B5EF4-FFF2-40B4-BE49-F238E27FC236}">
                <a16:creationId xmlns:a16="http://schemas.microsoft.com/office/drawing/2014/main" id="{746B8C56-EDAF-4C0D-8518-AC58FFAA104E}"/>
              </a:ext>
            </a:extLst>
          </p:cNvPr>
          <p:cNvSpPr txBox="1"/>
          <p:nvPr/>
        </p:nvSpPr>
        <p:spPr>
          <a:xfrm>
            <a:off x="6647751" y="356309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20" name="TextBox 19">
            <a:extLst>
              <a:ext uri="{FF2B5EF4-FFF2-40B4-BE49-F238E27FC236}">
                <a16:creationId xmlns:a16="http://schemas.microsoft.com/office/drawing/2014/main" id="{E04B6162-05BF-EFF5-BF69-5C48CD4985AD}"/>
              </a:ext>
            </a:extLst>
          </p:cNvPr>
          <p:cNvSpPr txBox="1"/>
          <p:nvPr/>
        </p:nvSpPr>
        <p:spPr>
          <a:xfrm>
            <a:off x="8975725" y="1449388"/>
            <a:ext cx="2854831" cy="810478"/>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In the </a:t>
            </a:r>
            <a:r>
              <a:rPr lang="en-US" sz="1000" b="1" dirty="0">
                <a:latin typeface="Poppins"/>
                <a:ea typeface="Poppins"/>
                <a:cs typeface="Poppins"/>
                <a:sym typeface="Poppins"/>
              </a:rPr>
              <a:t>New Products </a:t>
            </a:r>
            <a:r>
              <a:rPr lang="en-US" sz="1000" dirty="0">
                <a:latin typeface="Poppins"/>
                <a:ea typeface="Poppins"/>
                <a:cs typeface="Poppins"/>
                <a:sym typeface="Poppins"/>
              </a:rPr>
              <a:t>pop-up modal, click the </a:t>
            </a:r>
            <a:r>
              <a:rPr lang="en-US" sz="1000" b="1" dirty="0">
                <a:latin typeface="Poppins"/>
                <a:ea typeface="Poppins"/>
                <a:cs typeface="Poppins"/>
                <a:sym typeface="Poppins"/>
              </a:rPr>
              <a:t>Variant</a:t>
            </a:r>
            <a:r>
              <a:rPr lang="en-US" sz="1000" dirty="0">
                <a:latin typeface="Poppins"/>
                <a:ea typeface="Poppins"/>
                <a:cs typeface="Poppins"/>
                <a:sym typeface="Poppins"/>
              </a:rPr>
              <a:t> dropdown menu.</a:t>
            </a:r>
          </a:p>
          <a:p>
            <a:pPr marL="228600" lvl="0" indent="-228600">
              <a:spcBef>
                <a:spcPts val="800"/>
              </a:spcBef>
              <a:buFont typeface="+mj-lt"/>
              <a:buAutoNum type="arabicPeriod"/>
              <a:defRPr/>
            </a:pPr>
            <a:r>
              <a:rPr lang="en-US" sz="1000" dirty="0">
                <a:latin typeface="Poppins"/>
                <a:ea typeface="Poppins"/>
                <a:cs typeface="Poppins"/>
                <a:sym typeface="Poppins"/>
              </a:rPr>
              <a:t>Select the </a:t>
            </a:r>
            <a:r>
              <a:rPr lang="en-US" sz="1000" b="1" dirty="0">
                <a:latin typeface="Poppins"/>
                <a:ea typeface="Poppins"/>
                <a:cs typeface="Poppins"/>
                <a:sym typeface="Poppins"/>
              </a:rPr>
              <a:t>Variant</a:t>
            </a:r>
            <a:r>
              <a:rPr lang="en-US" sz="1000" dirty="0">
                <a:latin typeface="Poppins"/>
                <a:ea typeface="Poppins"/>
                <a:cs typeface="Poppins"/>
                <a:sym typeface="Poppins"/>
              </a:rPr>
              <a:t> you want to assign to your products.</a:t>
            </a:r>
          </a:p>
        </p:txBody>
      </p:sp>
      <p:sp>
        <p:nvSpPr>
          <p:cNvPr id="23" name="Google Shape;265;p16" descr="Small square with numeral 1 inside">
            <a:extLst>
              <a:ext uri="{FF2B5EF4-FFF2-40B4-BE49-F238E27FC236}">
                <a16:creationId xmlns:a16="http://schemas.microsoft.com/office/drawing/2014/main" id="{CF287BF6-05E7-2D26-9D96-D706A950C8C7}"/>
              </a:ext>
            </a:extLst>
          </p:cNvPr>
          <p:cNvSpPr txBox="1"/>
          <p:nvPr/>
        </p:nvSpPr>
        <p:spPr>
          <a:xfrm>
            <a:off x="9003555" y="191812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27" name="Google Shape;265;p16" descr="Small square with numeral 1 inside">
            <a:extLst>
              <a:ext uri="{FF2B5EF4-FFF2-40B4-BE49-F238E27FC236}">
                <a16:creationId xmlns:a16="http://schemas.microsoft.com/office/drawing/2014/main" id="{5C9D1D18-BD5D-9B3A-F47A-79B94AC6EE65}"/>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14986738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C54A9942-85D4-2C4D-13C5-C28501A96C1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97AFC82-6884-FF1E-8783-3D14B8737230}"/>
              </a:ext>
            </a:extLst>
          </p:cNvPr>
          <p:cNvPicPr>
            <a:picLocks noChangeAspect="1"/>
          </p:cNvPicPr>
          <p:nvPr/>
        </p:nvPicPr>
        <p:blipFill>
          <a:blip r:embed="rId3"/>
          <a:stretch>
            <a:fillRect/>
          </a:stretch>
        </p:blipFill>
        <p:spPr>
          <a:xfrm>
            <a:off x="1001704" y="1850651"/>
            <a:ext cx="7368862" cy="3739717"/>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6893BC9E-541F-B7A0-3A7D-2D54431B86E3}"/>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Select a Variant?</a:t>
            </a:r>
            <a:endParaRPr dirty="0"/>
          </a:p>
        </p:txBody>
      </p:sp>
      <p:sp>
        <p:nvSpPr>
          <p:cNvPr id="449" name="Google Shape;449;p9">
            <a:hlinkClick r:id="rId4" action="ppaction://hlinksldjump"/>
            <a:extLst>
              <a:ext uri="{FF2B5EF4-FFF2-40B4-BE49-F238E27FC236}">
                <a16:creationId xmlns:a16="http://schemas.microsoft.com/office/drawing/2014/main" id="{08396646-DE32-2920-34F9-7DAA77025273}"/>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10" name="TextBox 9">
            <a:extLst>
              <a:ext uri="{FF2B5EF4-FFF2-40B4-BE49-F238E27FC236}">
                <a16:creationId xmlns:a16="http://schemas.microsoft.com/office/drawing/2014/main" id="{ED700F5E-6BBD-350B-D4D0-29DEFC9C7C08}"/>
              </a:ext>
            </a:extLst>
          </p:cNvPr>
          <p:cNvSpPr txBox="1"/>
          <p:nvPr/>
        </p:nvSpPr>
        <p:spPr>
          <a:xfrm>
            <a:off x="8975725" y="1449388"/>
            <a:ext cx="2854831" cy="1220847"/>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In the </a:t>
            </a:r>
            <a:r>
              <a:rPr lang="en-US" sz="1000" b="1" dirty="0">
                <a:latin typeface="Poppins"/>
                <a:ea typeface="Poppins"/>
                <a:cs typeface="Poppins"/>
                <a:sym typeface="Poppins"/>
              </a:rPr>
              <a:t>New Products </a:t>
            </a:r>
            <a:r>
              <a:rPr lang="en-US" sz="1000" dirty="0">
                <a:latin typeface="Poppins"/>
                <a:ea typeface="Poppins"/>
                <a:cs typeface="Poppins"/>
                <a:sym typeface="Poppins"/>
              </a:rPr>
              <a:t>pop-up modal, click the </a:t>
            </a:r>
            <a:r>
              <a:rPr lang="en-US" sz="1000" b="1" dirty="0">
                <a:latin typeface="Poppins"/>
                <a:ea typeface="Poppins"/>
                <a:cs typeface="Poppins"/>
                <a:sym typeface="Poppins"/>
              </a:rPr>
              <a:t>Variant</a:t>
            </a:r>
            <a:r>
              <a:rPr lang="en-US" sz="1000" dirty="0">
                <a:latin typeface="Poppins"/>
                <a:ea typeface="Poppins"/>
                <a:cs typeface="Poppins"/>
                <a:sym typeface="Poppins"/>
              </a:rPr>
              <a:t> dropdown menu.</a:t>
            </a:r>
          </a:p>
          <a:p>
            <a:pPr marL="228600" lvl="0" indent="-228600">
              <a:spcBef>
                <a:spcPts val="800"/>
              </a:spcBef>
              <a:buFont typeface="+mj-lt"/>
              <a:buAutoNum type="arabicPeriod"/>
              <a:defRPr/>
            </a:pPr>
            <a:r>
              <a:rPr lang="en-US" sz="1000" dirty="0">
                <a:latin typeface="Poppins"/>
                <a:ea typeface="Poppins"/>
                <a:cs typeface="Poppins"/>
                <a:sym typeface="Poppins"/>
              </a:rPr>
              <a:t>Select the </a:t>
            </a:r>
            <a:r>
              <a:rPr lang="en-US" sz="1000" b="1" dirty="0">
                <a:latin typeface="Poppins"/>
                <a:ea typeface="Poppins"/>
                <a:cs typeface="Poppins"/>
                <a:sym typeface="Poppins"/>
              </a:rPr>
              <a:t>Variant</a:t>
            </a:r>
            <a:r>
              <a:rPr lang="en-US" sz="1000" dirty="0">
                <a:latin typeface="Poppins"/>
                <a:ea typeface="Poppins"/>
                <a:cs typeface="Poppins"/>
                <a:sym typeface="Poppins"/>
              </a:rPr>
              <a:t> you want to assign to your products.</a:t>
            </a:r>
          </a:p>
          <a:p>
            <a:pPr marL="228600" lvl="0" indent="-228600">
              <a:spcBef>
                <a:spcPts val="800"/>
              </a:spcBef>
              <a:buFont typeface="+mj-lt"/>
              <a:buAutoNum type="arabicPeriod"/>
              <a:defRPr/>
            </a:pPr>
            <a:r>
              <a:rPr lang="en-US" sz="1000" dirty="0">
                <a:latin typeface="Poppins"/>
                <a:ea typeface="Poppins"/>
                <a:cs typeface="Poppins"/>
                <a:sym typeface="Poppins"/>
              </a:rPr>
              <a:t>The selected </a:t>
            </a:r>
            <a:r>
              <a:rPr lang="en-US" sz="1000" b="1" dirty="0">
                <a:latin typeface="Poppins"/>
                <a:ea typeface="Poppins"/>
                <a:cs typeface="Poppins"/>
                <a:sym typeface="Poppins"/>
              </a:rPr>
              <a:t>Variant</a:t>
            </a:r>
            <a:r>
              <a:rPr lang="en-US" sz="1000" dirty="0">
                <a:latin typeface="Poppins"/>
                <a:ea typeface="Poppins"/>
                <a:cs typeface="Poppins"/>
                <a:sym typeface="Poppins"/>
              </a:rPr>
              <a:t> will now be applied to all products below.</a:t>
            </a:r>
          </a:p>
        </p:txBody>
      </p:sp>
      <p:sp>
        <p:nvSpPr>
          <p:cNvPr id="11" name="Google Shape;265;p16" descr="Small square with numeral 1 inside">
            <a:extLst>
              <a:ext uri="{FF2B5EF4-FFF2-40B4-BE49-F238E27FC236}">
                <a16:creationId xmlns:a16="http://schemas.microsoft.com/office/drawing/2014/main" id="{AD06FDFF-7937-1164-FFA5-5072F00D70B1}"/>
              </a:ext>
            </a:extLst>
          </p:cNvPr>
          <p:cNvSpPr txBox="1"/>
          <p:nvPr/>
        </p:nvSpPr>
        <p:spPr>
          <a:xfrm>
            <a:off x="9003555" y="191812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12" name="Google Shape;265;p16" descr="Small square with numeral 1 inside">
            <a:extLst>
              <a:ext uri="{FF2B5EF4-FFF2-40B4-BE49-F238E27FC236}">
                <a16:creationId xmlns:a16="http://schemas.microsoft.com/office/drawing/2014/main" id="{10B71886-689A-98CC-010B-B0E0C3CF5FE6}"/>
              </a:ext>
            </a:extLst>
          </p:cNvPr>
          <p:cNvSpPr txBox="1"/>
          <p:nvPr/>
        </p:nvSpPr>
        <p:spPr>
          <a:xfrm>
            <a:off x="9002178" y="232362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15" name="Google Shape;265;p16" descr="Small square with numeral 1 inside">
            <a:extLst>
              <a:ext uri="{FF2B5EF4-FFF2-40B4-BE49-F238E27FC236}">
                <a16:creationId xmlns:a16="http://schemas.microsoft.com/office/drawing/2014/main" id="{50636F20-4379-5EE4-500E-F58EDFAB2C6D}"/>
              </a:ext>
            </a:extLst>
          </p:cNvPr>
          <p:cNvSpPr txBox="1"/>
          <p:nvPr/>
        </p:nvSpPr>
        <p:spPr>
          <a:xfrm>
            <a:off x="9003555" y="151130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1</a:t>
            </a:r>
            <a:endParaRPr sz="1000" b="1" i="0" u="none" strike="noStrike" cap="none">
              <a:solidFill>
                <a:schemeClr val="lt1"/>
              </a:solidFill>
              <a:latin typeface="Poppins"/>
              <a:ea typeface="Poppins"/>
              <a:cs typeface="Poppins"/>
              <a:sym typeface="Poppins"/>
            </a:endParaRPr>
          </a:p>
        </p:txBody>
      </p:sp>
      <p:sp>
        <p:nvSpPr>
          <p:cNvPr id="7" name="Rectangle 6">
            <a:extLst>
              <a:ext uri="{FF2B5EF4-FFF2-40B4-BE49-F238E27FC236}">
                <a16:creationId xmlns:a16="http://schemas.microsoft.com/office/drawing/2014/main" id="{505D1A6B-CF21-5045-9515-A5166FB366D4}"/>
              </a:ext>
            </a:extLst>
          </p:cNvPr>
          <p:cNvSpPr/>
          <p:nvPr/>
        </p:nvSpPr>
        <p:spPr>
          <a:xfrm>
            <a:off x="4714337" y="3055143"/>
            <a:ext cx="1654968" cy="135731"/>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9" name="Google Shape;210;p7">
            <a:extLst>
              <a:ext uri="{FF2B5EF4-FFF2-40B4-BE49-F238E27FC236}">
                <a16:creationId xmlns:a16="http://schemas.microsoft.com/office/drawing/2014/main" id="{E29F7B46-4D54-B953-E2E4-11C707A5675E}"/>
              </a:ext>
            </a:extLst>
          </p:cNvPr>
          <p:cNvCxnSpPr>
            <a:cxnSpLocks/>
          </p:cNvCxnSpPr>
          <p:nvPr/>
        </p:nvCxnSpPr>
        <p:spPr>
          <a:xfrm flipH="1">
            <a:off x="6388353" y="3121532"/>
            <a:ext cx="247397" cy="0"/>
          </a:xfrm>
          <a:prstGeom prst="straightConnector1">
            <a:avLst/>
          </a:prstGeom>
          <a:noFill/>
          <a:ln w="12700" cap="flat" cmpd="sng">
            <a:solidFill>
              <a:srgbClr val="901A8A"/>
            </a:solidFill>
            <a:prstDash val="solid"/>
            <a:round/>
            <a:headEnd type="none" w="sm" len="sm"/>
            <a:tailEnd type="triangle" w="med" len="med"/>
          </a:ln>
        </p:spPr>
      </p:cxnSp>
      <p:sp>
        <p:nvSpPr>
          <p:cNvPr id="13" name="Google Shape;265;p16" descr="Small square with numeral 1 inside">
            <a:extLst>
              <a:ext uri="{FF2B5EF4-FFF2-40B4-BE49-F238E27FC236}">
                <a16:creationId xmlns:a16="http://schemas.microsoft.com/office/drawing/2014/main" id="{38DD58CD-A043-7A3F-454A-9724FE08D952}"/>
              </a:ext>
            </a:extLst>
          </p:cNvPr>
          <p:cNvSpPr txBox="1"/>
          <p:nvPr/>
        </p:nvSpPr>
        <p:spPr>
          <a:xfrm>
            <a:off x="6648452" y="300082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26135711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CCDFF4D6-0BAF-3B97-2BDD-18CCD0481FA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A5D5E94-3A31-B689-B6D2-10D9A9086A91}"/>
              </a:ext>
            </a:extLst>
          </p:cNvPr>
          <p:cNvPicPr>
            <a:picLocks noChangeAspect="1"/>
          </p:cNvPicPr>
          <p:nvPr/>
        </p:nvPicPr>
        <p:blipFill>
          <a:blip r:embed="rId3"/>
          <a:stretch>
            <a:fillRect/>
          </a:stretch>
        </p:blipFill>
        <p:spPr>
          <a:xfrm>
            <a:off x="1001704" y="1849498"/>
            <a:ext cx="7347789" cy="3732960"/>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41B11D55-FD17-C203-988A-E9DFA40B3CB0}"/>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Edit a Variant?</a:t>
            </a:r>
            <a:endParaRPr dirty="0"/>
          </a:p>
        </p:txBody>
      </p:sp>
      <p:sp>
        <p:nvSpPr>
          <p:cNvPr id="449" name="Google Shape;449;p9">
            <a:hlinkClick r:id="rId4" action="ppaction://hlinksldjump"/>
            <a:extLst>
              <a:ext uri="{FF2B5EF4-FFF2-40B4-BE49-F238E27FC236}">
                <a16:creationId xmlns:a16="http://schemas.microsoft.com/office/drawing/2014/main" id="{DD978E44-9CF7-2034-CED6-299466AD99B4}"/>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5" name="Rectangle 4">
            <a:extLst>
              <a:ext uri="{FF2B5EF4-FFF2-40B4-BE49-F238E27FC236}">
                <a16:creationId xmlns:a16="http://schemas.microsoft.com/office/drawing/2014/main" id="{D64DD883-69E6-9D1F-2D3A-A988F12762AB}"/>
              </a:ext>
            </a:extLst>
          </p:cNvPr>
          <p:cNvSpPr/>
          <p:nvPr/>
        </p:nvSpPr>
        <p:spPr>
          <a:xfrm>
            <a:off x="4714875" y="3048840"/>
            <a:ext cx="1635125" cy="153985"/>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8" name="Google Shape;210;p7">
            <a:extLst>
              <a:ext uri="{FF2B5EF4-FFF2-40B4-BE49-F238E27FC236}">
                <a16:creationId xmlns:a16="http://schemas.microsoft.com/office/drawing/2014/main" id="{09AEF5F7-6A23-4AF4-6151-AEF1E7A0CBF6}"/>
              </a:ext>
            </a:extLst>
          </p:cNvPr>
          <p:cNvCxnSpPr>
            <a:cxnSpLocks/>
          </p:cNvCxnSpPr>
          <p:nvPr/>
        </p:nvCxnSpPr>
        <p:spPr>
          <a:xfrm flipH="1">
            <a:off x="6369047" y="3124420"/>
            <a:ext cx="217185" cy="1"/>
          </a:xfrm>
          <a:prstGeom prst="straightConnector1">
            <a:avLst/>
          </a:prstGeom>
          <a:noFill/>
          <a:ln w="12700" cap="flat" cmpd="sng">
            <a:solidFill>
              <a:srgbClr val="901A8A"/>
            </a:solidFill>
            <a:prstDash val="solid"/>
            <a:round/>
            <a:headEnd type="none" w="sm" len="sm"/>
            <a:tailEnd type="triangle" w="med" len="med"/>
          </a:ln>
        </p:spPr>
      </p:cxnSp>
      <p:sp>
        <p:nvSpPr>
          <p:cNvPr id="9" name="Google Shape;265;p16" descr="Small square with numeral 1 inside">
            <a:extLst>
              <a:ext uri="{FF2B5EF4-FFF2-40B4-BE49-F238E27FC236}">
                <a16:creationId xmlns:a16="http://schemas.microsoft.com/office/drawing/2014/main" id="{4A8CD4F0-B2F7-AB89-2B55-9F18C23B3111}"/>
              </a:ext>
            </a:extLst>
          </p:cNvPr>
          <p:cNvSpPr txBox="1"/>
          <p:nvPr/>
        </p:nvSpPr>
        <p:spPr>
          <a:xfrm>
            <a:off x="6599539" y="300450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
        <p:nvSpPr>
          <p:cNvPr id="7" name="TextBox 6">
            <a:extLst>
              <a:ext uri="{FF2B5EF4-FFF2-40B4-BE49-F238E27FC236}">
                <a16:creationId xmlns:a16="http://schemas.microsoft.com/office/drawing/2014/main" id="{936FDFC5-850F-834F-6F41-0DB16DA0364A}"/>
              </a:ext>
            </a:extLst>
          </p:cNvPr>
          <p:cNvSpPr txBox="1"/>
          <p:nvPr/>
        </p:nvSpPr>
        <p:spPr>
          <a:xfrm>
            <a:off x="8975725" y="1449388"/>
            <a:ext cx="2854831" cy="246221"/>
          </a:xfrm>
          <a:prstGeom prst="rect">
            <a:avLst/>
          </a:prstGeom>
          <a:noFill/>
        </p:spPr>
        <p:txBody>
          <a:bodyPr wrap="square">
            <a:spAutoFit/>
          </a:bodyPr>
          <a:lstStyle/>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Click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Variant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field.</a:t>
            </a:r>
          </a:p>
        </p:txBody>
      </p:sp>
      <p:sp>
        <p:nvSpPr>
          <p:cNvPr id="12" name="Google Shape;265;p16" descr="Small square with numeral 1 inside">
            <a:extLst>
              <a:ext uri="{FF2B5EF4-FFF2-40B4-BE49-F238E27FC236}">
                <a16:creationId xmlns:a16="http://schemas.microsoft.com/office/drawing/2014/main" id="{3ED72C0D-9EDA-5710-1882-71F6F7F5627A}"/>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22239408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CA17B6CF-3ADF-53BA-1EC1-CCB49FC9515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C1F5C41-0C5D-22CC-3B01-2D27B4530CA8}"/>
              </a:ext>
            </a:extLst>
          </p:cNvPr>
          <p:cNvPicPr>
            <a:picLocks noChangeAspect="1"/>
          </p:cNvPicPr>
          <p:nvPr/>
        </p:nvPicPr>
        <p:blipFill>
          <a:blip r:embed="rId3"/>
          <a:stretch>
            <a:fillRect/>
          </a:stretch>
        </p:blipFill>
        <p:spPr>
          <a:xfrm>
            <a:off x="996763" y="1849500"/>
            <a:ext cx="7347789" cy="3729023"/>
          </a:xfrm>
          <a:prstGeom prst="rect">
            <a:avLst/>
          </a:prstGeom>
          <a:effectLst>
            <a:outerShdw blurRad="63500" sx="102000" sy="102000" algn="ctr" rotWithShape="0">
              <a:prstClr val="black">
                <a:alpha val="40000"/>
              </a:prstClr>
            </a:outerShdw>
          </a:effectLst>
        </p:spPr>
      </p:pic>
      <p:sp>
        <p:nvSpPr>
          <p:cNvPr id="17" name="Rectangle 16">
            <a:extLst>
              <a:ext uri="{FF2B5EF4-FFF2-40B4-BE49-F238E27FC236}">
                <a16:creationId xmlns:a16="http://schemas.microsoft.com/office/drawing/2014/main" id="{60694DB0-03F8-2B72-8A38-051E706C2854}"/>
              </a:ext>
            </a:extLst>
          </p:cNvPr>
          <p:cNvSpPr/>
          <p:nvPr/>
        </p:nvSpPr>
        <p:spPr>
          <a:xfrm>
            <a:off x="4705351" y="3981450"/>
            <a:ext cx="1570726" cy="176214"/>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18" name="Google Shape;210;p7">
            <a:extLst>
              <a:ext uri="{FF2B5EF4-FFF2-40B4-BE49-F238E27FC236}">
                <a16:creationId xmlns:a16="http://schemas.microsoft.com/office/drawing/2014/main" id="{F0A69E3A-86D6-70F2-52AF-83900820EAD5}"/>
              </a:ext>
            </a:extLst>
          </p:cNvPr>
          <p:cNvCxnSpPr>
            <a:cxnSpLocks/>
          </p:cNvCxnSpPr>
          <p:nvPr/>
        </p:nvCxnSpPr>
        <p:spPr>
          <a:xfrm flipH="1">
            <a:off x="6295124" y="4069563"/>
            <a:ext cx="294401" cy="0"/>
          </a:xfrm>
          <a:prstGeom prst="straightConnector1">
            <a:avLst/>
          </a:prstGeom>
          <a:noFill/>
          <a:ln w="12700" cap="flat" cmpd="sng">
            <a:solidFill>
              <a:srgbClr val="901A8A"/>
            </a:solidFill>
            <a:prstDash val="solid"/>
            <a:round/>
            <a:headEnd type="none" w="sm" len="sm"/>
            <a:tailEnd type="triangle" w="med" len="med"/>
          </a:ln>
        </p:spPr>
      </p:cxnSp>
      <p:sp>
        <p:nvSpPr>
          <p:cNvPr id="19" name="Google Shape;265;p16" descr="Small square with numeral 1 inside">
            <a:extLst>
              <a:ext uri="{FF2B5EF4-FFF2-40B4-BE49-F238E27FC236}">
                <a16:creationId xmlns:a16="http://schemas.microsoft.com/office/drawing/2014/main" id="{06E8A05F-57AE-C22E-342C-066822FBF028}"/>
              </a:ext>
            </a:extLst>
          </p:cNvPr>
          <p:cNvSpPr txBox="1"/>
          <p:nvPr/>
        </p:nvSpPr>
        <p:spPr>
          <a:xfrm>
            <a:off x="6601499" y="394885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435" name="Google Shape;435;p9">
            <a:extLst>
              <a:ext uri="{FF2B5EF4-FFF2-40B4-BE49-F238E27FC236}">
                <a16:creationId xmlns:a16="http://schemas.microsoft.com/office/drawing/2014/main" id="{B67C3FE1-29CF-23E7-FFD4-678FD0B283A5}"/>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Edit a Variant?</a:t>
            </a:r>
            <a:endParaRPr dirty="0"/>
          </a:p>
        </p:txBody>
      </p:sp>
      <p:sp>
        <p:nvSpPr>
          <p:cNvPr id="449" name="Google Shape;449;p9">
            <a:hlinkClick r:id="rId4" action="ppaction://hlinksldjump"/>
            <a:extLst>
              <a:ext uri="{FF2B5EF4-FFF2-40B4-BE49-F238E27FC236}">
                <a16:creationId xmlns:a16="http://schemas.microsoft.com/office/drawing/2014/main" id="{7D4745EC-2518-813A-6121-4D7B6154D4EE}"/>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6" name="TextBox 5">
            <a:extLst>
              <a:ext uri="{FF2B5EF4-FFF2-40B4-BE49-F238E27FC236}">
                <a16:creationId xmlns:a16="http://schemas.microsoft.com/office/drawing/2014/main" id="{6E8B3398-AF2A-6BB7-6749-D09826A1BD08}"/>
              </a:ext>
            </a:extLst>
          </p:cNvPr>
          <p:cNvSpPr txBox="1"/>
          <p:nvPr/>
        </p:nvSpPr>
        <p:spPr>
          <a:xfrm>
            <a:off x="8975725" y="1449388"/>
            <a:ext cx="2854831" cy="810478"/>
          </a:xfrm>
          <a:prstGeom prst="rect">
            <a:avLst/>
          </a:prstGeom>
          <a:noFill/>
        </p:spPr>
        <p:txBody>
          <a:bodyPr wrap="square">
            <a:spAutoFit/>
          </a:bodyPr>
          <a:lstStyle/>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Click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Variant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field.</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Variant dropdown menu will appear. Scroll down and click</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 + Add variant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p:txBody>
      </p:sp>
      <p:sp>
        <p:nvSpPr>
          <p:cNvPr id="9" name="Google Shape;265;p16" descr="Small square with numeral 1 inside">
            <a:extLst>
              <a:ext uri="{FF2B5EF4-FFF2-40B4-BE49-F238E27FC236}">
                <a16:creationId xmlns:a16="http://schemas.microsoft.com/office/drawing/2014/main" id="{9A2660F4-D3D5-0492-669D-2C131A9C4A69}"/>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
        <p:nvSpPr>
          <p:cNvPr id="13" name="Google Shape;265;p16" descr="Small square with numeral 1 inside">
            <a:extLst>
              <a:ext uri="{FF2B5EF4-FFF2-40B4-BE49-F238E27FC236}">
                <a16:creationId xmlns:a16="http://schemas.microsoft.com/office/drawing/2014/main" id="{24FF8CB9-57C8-4BC0-7419-2AC2C1A3CD6F}"/>
              </a:ext>
            </a:extLst>
          </p:cNvPr>
          <p:cNvSpPr txBox="1"/>
          <p:nvPr/>
        </p:nvSpPr>
        <p:spPr>
          <a:xfrm>
            <a:off x="9003555" y="176067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30346738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A1DD7113-046F-CE26-8573-D9AA93466F1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4F20381-D80F-E432-3147-852C6A313CB2}"/>
              </a:ext>
            </a:extLst>
          </p:cNvPr>
          <p:cNvPicPr>
            <a:picLocks noChangeAspect="1"/>
          </p:cNvPicPr>
          <p:nvPr/>
        </p:nvPicPr>
        <p:blipFill>
          <a:blip r:embed="rId3"/>
          <a:stretch>
            <a:fillRect/>
          </a:stretch>
        </p:blipFill>
        <p:spPr>
          <a:xfrm>
            <a:off x="1001704" y="1849501"/>
            <a:ext cx="7347789" cy="3727082"/>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BFA3C6E3-241F-A085-3F31-5940D29E9F2F}"/>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Edit a Variant?</a:t>
            </a:r>
            <a:endParaRPr dirty="0"/>
          </a:p>
        </p:txBody>
      </p:sp>
      <p:sp>
        <p:nvSpPr>
          <p:cNvPr id="449" name="Google Shape;449;p9">
            <a:hlinkClick r:id="rId4" action="ppaction://hlinksldjump"/>
            <a:extLst>
              <a:ext uri="{FF2B5EF4-FFF2-40B4-BE49-F238E27FC236}">
                <a16:creationId xmlns:a16="http://schemas.microsoft.com/office/drawing/2014/main" id="{F12FAA81-F475-08F9-24DC-D300C8D60050}"/>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26" name="Rectangle 25">
            <a:extLst>
              <a:ext uri="{FF2B5EF4-FFF2-40B4-BE49-F238E27FC236}">
                <a16:creationId xmlns:a16="http://schemas.microsoft.com/office/drawing/2014/main" id="{9343E5F2-F123-3249-3D1C-01B005006660}"/>
              </a:ext>
            </a:extLst>
          </p:cNvPr>
          <p:cNvSpPr/>
          <p:nvPr/>
        </p:nvSpPr>
        <p:spPr>
          <a:xfrm>
            <a:off x="3369063" y="3922350"/>
            <a:ext cx="1393437" cy="17197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27" name="Google Shape;210;p7">
            <a:extLst>
              <a:ext uri="{FF2B5EF4-FFF2-40B4-BE49-F238E27FC236}">
                <a16:creationId xmlns:a16="http://schemas.microsoft.com/office/drawing/2014/main" id="{63FC621C-7A71-F606-131D-60A3C866BA16}"/>
              </a:ext>
            </a:extLst>
          </p:cNvPr>
          <p:cNvCxnSpPr>
            <a:cxnSpLocks/>
          </p:cNvCxnSpPr>
          <p:nvPr/>
        </p:nvCxnSpPr>
        <p:spPr>
          <a:xfrm rot="10800000" flipH="1">
            <a:off x="3053232" y="4008515"/>
            <a:ext cx="294401" cy="0"/>
          </a:xfrm>
          <a:prstGeom prst="straightConnector1">
            <a:avLst/>
          </a:prstGeom>
          <a:noFill/>
          <a:ln w="12700" cap="flat" cmpd="sng">
            <a:solidFill>
              <a:srgbClr val="901A8A"/>
            </a:solidFill>
            <a:prstDash val="solid"/>
            <a:round/>
            <a:headEnd type="none" w="sm" len="sm"/>
            <a:tailEnd type="triangle" w="med" len="med"/>
          </a:ln>
        </p:spPr>
      </p:cxnSp>
      <p:sp>
        <p:nvSpPr>
          <p:cNvPr id="28" name="Google Shape;265;p16" descr="Small square with numeral 1 inside">
            <a:extLst>
              <a:ext uri="{FF2B5EF4-FFF2-40B4-BE49-F238E27FC236}">
                <a16:creationId xmlns:a16="http://schemas.microsoft.com/office/drawing/2014/main" id="{4D703F41-CB70-6B6D-1C24-FA0153A391C3}"/>
              </a:ext>
            </a:extLst>
          </p:cNvPr>
          <p:cNvSpPr txBox="1"/>
          <p:nvPr/>
        </p:nvSpPr>
        <p:spPr>
          <a:xfrm>
            <a:off x="2816742" y="388524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9" name="TextBox 8">
            <a:extLst>
              <a:ext uri="{FF2B5EF4-FFF2-40B4-BE49-F238E27FC236}">
                <a16:creationId xmlns:a16="http://schemas.microsoft.com/office/drawing/2014/main" id="{3E6BAC16-5C16-8B12-9610-61C057B20303}"/>
              </a:ext>
            </a:extLst>
          </p:cNvPr>
          <p:cNvSpPr txBox="1"/>
          <p:nvPr/>
        </p:nvSpPr>
        <p:spPr>
          <a:xfrm>
            <a:off x="8975725" y="1449388"/>
            <a:ext cx="2854831" cy="1374735"/>
          </a:xfrm>
          <a:prstGeom prst="rect">
            <a:avLst/>
          </a:prstGeom>
          <a:noFill/>
        </p:spPr>
        <p:txBody>
          <a:bodyPr wrap="square">
            <a:spAutoFit/>
          </a:bodyPr>
          <a:lstStyle/>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Click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Variant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field.</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Variant dropdown menu will appear. Scroll down and click</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 + Add variant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Select Variant pop-up modal will appear. Hover over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variant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you want to edit.</a:t>
            </a:r>
          </a:p>
        </p:txBody>
      </p:sp>
      <p:sp>
        <p:nvSpPr>
          <p:cNvPr id="12" name="Google Shape;265;p16" descr="Small square with numeral 1 inside">
            <a:extLst>
              <a:ext uri="{FF2B5EF4-FFF2-40B4-BE49-F238E27FC236}">
                <a16:creationId xmlns:a16="http://schemas.microsoft.com/office/drawing/2014/main" id="{BEF094F1-8D97-7B1A-0618-E8F4B0D6516B}"/>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
        <p:nvSpPr>
          <p:cNvPr id="14" name="Google Shape;265;p16" descr="Small square with numeral 1 inside">
            <a:extLst>
              <a:ext uri="{FF2B5EF4-FFF2-40B4-BE49-F238E27FC236}">
                <a16:creationId xmlns:a16="http://schemas.microsoft.com/office/drawing/2014/main" id="{7E54E30D-010B-1E0F-4D8B-ED92B9BA4D38}"/>
              </a:ext>
            </a:extLst>
          </p:cNvPr>
          <p:cNvSpPr txBox="1"/>
          <p:nvPr/>
        </p:nvSpPr>
        <p:spPr>
          <a:xfrm>
            <a:off x="9003555" y="176067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16" name="Google Shape;265;p16" descr="Small square with numeral 1 inside">
            <a:extLst>
              <a:ext uri="{FF2B5EF4-FFF2-40B4-BE49-F238E27FC236}">
                <a16:creationId xmlns:a16="http://schemas.microsoft.com/office/drawing/2014/main" id="{4749F70B-F6C0-E979-7522-1BC06AC9B36A}"/>
              </a:ext>
            </a:extLst>
          </p:cNvPr>
          <p:cNvSpPr txBox="1"/>
          <p:nvPr/>
        </p:nvSpPr>
        <p:spPr>
          <a:xfrm>
            <a:off x="9003555" y="232431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31280455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0A666C00-F790-8BC4-2751-5B262027D1B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3A309B5-C7C2-83B6-5B89-37F5C2D11D30}"/>
              </a:ext>
            </a:extLst>
          </p:cNvPr>
          <p:cNvPicPr>
            <a:picLocks noChangeAspect="1"/>
          </p:cNvPicPr>
          <p:nvPr/>
        </p:nvPicPr>
        <p:blipFill>
          <a:blip r:embed="rId3"/>
          <a:stretch>
            <a:fillRect/>
          </a:stretch>
        </p:blipFill>
        <p:spPr>
          <a:xfrm>
            <a:off x="1002453" y="1849500"/>
            <a:ext cx="7351840" cy="3731079"/>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21360485-85EA-D117-FE80-ADC067BFFAA4}"/>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Edit a Variant?</a:t>
            </a:r>
            <a:endParaRPr dirty="0"/>
          </a:p>
        </p:txBody>
      </p:sp>
      <p:sp>
        <p:nvSpPr>
          <p:cNvPr id="449" name="Google Shape;449;p9">
            <a:hlinkClick r:id="rId4" action="ppaction://hlinksldjump"/>
            <a:extLst>
              <a:ext uri="{FF2B5EF4-FFF2-40B4-BE49-F238E27FC236}">
                <a16:creationId xmlns:a16="http://schemas.microsoft.com/office/drawing/2014/main" id="{9CD7A14D-6674-47E5-C997-40AD34A45332}"/>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cxnSp>
        <p:nvCxnSpPr>
          <p:cNvPr id="7" name="Google Shape;210;p7">
            <a:extLst>
              <a:ext uri="{FF2B5EF4-FFF2-40B4-BE49-F238E27FC236}">
                <a16:creationId xmlns:a16="http://schemas.microsoft.com/office/drawing/2014/main" id="{B6443645-C6F5-3C63-FC81-E16482A17E0C}"/>
              </a:ext>
            </a:extLst>
          </p:cNvPr>
          <p:cNvCxnSpPr>
            <a:cxnSpLocks/>
          </p:cNvCxnSpPr>
          <p:nvPr/>
        </p:nvCxnSpPr>
        <p:spPr>
          <a:xfrm flipV="1">
            <a:off x="4272981" y="4018371"/>
            <a:ext cx="217185" cy="1"/>
          </a:xfrm>
          <a:prstGeom prst="straightConnector1">
            <a:avLst/>
          </a:prstGeom>
          <a:noFill/>
          <a:ln w="12700" cap="flat" cmpd="sng">
            <a:solidFill>
              <a:srgbClr val="901A8A"/>
            </a:solidFill>
            <a:prstDash val="solid"/>
            <a:round/>
            <a:headEnd type="none" w="sm" len="sm"/>
            <a:tailEnd type="triangle" w="med" len="med"/>
          </a:ln>
        </p:spPr>
      </p:cxnSp>
      <p:sp>
        <p:nvSpPr>
          <p:cNvPr id="9" name="Google Shape;265;p16" descr="Small square with numeral 1 inside">
            <a:extLst>
              <a:ext uri="{FF2B5EF4-FFF2-40B4-BE49-F238E27FC236}">
                <a16:creationId xmlns:a16="http://schemas.microsoft.com/office/drawing/2014/main" id="{EBFBAFF3-E1EB-EFEE-BE36-628C9889A5D2}"/>
              </a:ext>
            </a:extLst>
          </p:cNvPr>
          <p:cNvSpPr txBox="1"/>
          <p:nvPr/>
        </p:nvSpPr>
        <p:spPr>
          <a:xfrm>
            <a:off x="4035619" y="389766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11" name="Rectangle 10">
            <a:extLst>
              <a:ext uri="{FF2B5EF4-FFF2-40B4-BE49-F238E27FC236}">
                <a16:creationId xmlns:a16="http://schemas.microsoft.com/office/drawing/2014/main" id="{C3622233-B1D6-11F5-BC63-3CB767CEBAED}"/>
              </a:ext>
            </a:extLst>
          </p:cNvPr>
          <p:cNvSpPr/>
          <p:nvPr/>
        </p:nvSpPr>
        <p:spPr>
          <a:xfrm>
            <a:off x="4512469" y="3936218"/>
            <a:ext cx="119062" cy="16430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14" name="TextBox 13">
            <a:extLst>
              <a:ext uri="{FF2B5EF4-FFF2-40B4-BE49-F238E27FC236}">
                <a16:creationId xmlns:a16="http://schemas.microsoft.com/office/drawing/2014/main" id="{45EE36BF-2CD4-DEE2-2A7B-BD7E25B5D86C}"/>
              </a:ext>
            </a:extLst>
          </p:cNvPr>
          <p:cNvSpPr txBox="1"/>
          <p:nvPr/>
        </p:nvSpPr>
        <p:spPr>
          <a:xfrm>
            <a:off x="8975725" y="1449388"/>
            <a:ext cx="2854831" cy="1785104"/>
          </a:xfrm>
          <a:prstGeom prst="rect">
            <a:avLst/>
          </a:prstGeom>
          <a:noFill/>
        </p:spPr>
        <p:txBody>
          <a:bodyPr wrap="square">
            <a:spAutoFit/>
          </a:bodyPr>
          <a:lstStyle/>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Click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Variant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field.</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Variant dropdown menu will appear. Scroll down and click</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 + Add variant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Select Variant pop-up modal will appear. Hover over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variant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you want to edit.</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Two options will appear: Edit and Delete. Click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Edit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icon</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p:txBody>
      </p:sp>
      <p:sp>
        <p:nvSpPr>
          <p:cNvPr id="16" name="Google Shape;265;p16" descr="Small square with numeral 1 inside">
            <a:extLst>
              <a:ext uri="{FF2B5EF4-FFF2-40B4-BE49-F238E27FC236}">
                <a16:creationId xmlns:a16="http://schemas.microsoft.com/office/drawing/2014/main" id="{F8B61F84-5DFF-E1A8-5506-F39ECFE19FEE}"/>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
        <p:nvSpPr>
          <p:cNvPr id="20" name="Google Shape;265;p16" descr="Small square with numeral 1 inside">
            <a:extLst>
              <a:ext uri="{FF2B5EF4-FFF2-40B4-BE49-F238E27FC236}">
                <a16:creationId xmlns:a16="http://schemas.microsoft.com/office/drawing/2014/main" id="{BF124CEB-402B-726B-3FD8-5CD3F924C7BB}"/>
              </a:ext>
            </a:extLst>
          </p:cNvPr>
          <p:cNvSpPr txBox="1"/>
          <p:nvPr/>
        </p:nvSpPr>
        <p:spPr>
          <a:xfrm>
            <a:off x="9003555" y="176067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22" name="Google Shape;265;p16" descr="Small square with numeral 1 inside">
            <a:extLst>
              <a:ext uri="{FF2B5EF4-FFF2-40B4-BE49-F238E27FC236}">
                <a16:creationId xmlns:a16="http://schemas.microsoft.com/office/drawing/2014/main" id="{04D7BBCD-0AA7-6B25-8293-C0A0EF967A39}"/>
              </a:ext>
            </a:extLst>
          </p:cNvPr>
          <p:cNvSpPr txBox="1"/>
          <p:nvPr/>
        </p:nvSpPr>
        <p:spPr>
          <a:xfrm>
            <a:off x="9003555" y="232431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24" name="Google Shape;265;p16" descr="Small square with numeral 1 inside">
            <a:extLst>
              <a:ext uri="{FF2B5EF4-FFF2-40B4-BE49-F238E27FC236}">
                <a16:creationId xmlns:a16="http://schemas.microsoft.com/office/drawing/2014/main" id="{151D8EA1-917B-1F07-4773-BBDBA3E96725}"/>
              </a:ext>
            </a:extLst>
          </p:cNvPr>
          <p:cNvSpPr txBox="1"/>
          <p:nvPr/>
        </p:nvSpPr>
        <p:spPr>
          <a:xfrm>
            <a:off x="9001591" y="288087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15635468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7440B675-AC65-9DC2-3E2F-2DEC03C66BC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B0D1D8C-E875-9EE9-DC3C-F6DCE095D89F}"/>
              </a:ext>
            </a:extLst>
          </p:cNvPr>
          <p:cNvPicPr>
            <a:picLocks noChangeAspect="1"/>
          </p:cNvPicPr>
          <p:nvPr/>
        </p:nvPicPr>
        <p:blipFill>
          <a:blip r:embed="rId3"/>
          <a:stretch>
            <a:fillRect/>
          </a:stretch>
        </p:blipFill>
        <p:spPr>
          <a:xfrm>
            <a:off x="1002453" y="1849501"/>
            <a:ext cx="7363574" cy="3737034"/>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659B5ECD-7394-7E5E-3AE2-44A6640D7159}"/>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Edit a Variant?</a:t>
            </a:r>
            <a:endParaRPr dirty="0"/>
          </a:p>
        </p:txBody>
      </p:sp>
      <p:sp>
        <p:nvSpPr>
          <p:cNvPr id="449" name="Google Shape;449;p9">
            <a:hlinkClick r:id="rId4" action="ppaction://hlinksldjump"/>
            <a:extLst>
              <a:ext uri="{FF2B5EF4-FFF2-40B4-BE49-F238E27FC236}">
                <a16:creationId xmlns:a16="http://schemas.microsoft.com/office/drawing/2014/main" id="{F6FF4FF6-97C3-2828-F58B-66930450A893}"/>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cxnSp>
        <p:nvCxnSpPr>
          <p:cNvPr id="7" name="Google Shape;210;p7">
            <a:extLst>
              <a:ext uri="{FF2B5EF4-FFF2-40B4-BE49-F238E27FC236}">
                <a16:creationId xmlns:a16="http://schemas.microsoft.com/office/drawing/2014/main" id="{91E1D540-5CE3-7CF0-5D87-F3FFBFA8E323}"/>
              </a:ext>
            </a:extLst>
          </p:cNvPr>
          <p:cNvCxnSpPr>
            <a:cxnSpLocks/>
          </p:cNvCxnSpPr>
          <p:nvPr/>
        </p:nvCxnSpPr>
        <p:spPr>
          <a:xfrm>
            <a:off x="3118900" y="4037627"/>
            <a:ext cx="294401" cy="0"/>
          </a:xfrm>
          <a:prstGeom prst="straightConnector1">
            <a:avLst/>
          </a:prstGeom>
          <a:noFill/>
          <a:ln w="12700" cap="flat" cmpd="sng">
            <a:solidFill>
              <a:srgbClr val="901A8A"/>
            </a:solidFill>
            <a:prstDash val="solid"/>
            <a:round/>
            <a:headEnd type="none" w="sm" len="sm"/>
            <a:tailEnd type="triangle" w="med" len="med"/>
          </a:ln>
        </p:spPr>
      </p:cxnSp>
      <p:sp>
        <p:nvSpPr>
          <p:cNvPr id="9" name="Google Shape;265;p16" descr="Small square with numeral 1 inside">
            <a:extLst>
              <a:ext uri="{FF2B5EF4-FFF2-40B4-BE49-F238E27FC236}">
                <a16:creationId xmlns:a16="http://schemas.microsoft.com/office/drawing/2014/main" id="{111136F6-9E98-7586-75A0-10F328A8D6D7}"/>
              </a:ext>
            </a:extLst>
          </p:cNvPr>
          <p:cNvSpPr txBox="1"/>
          <p:nvPr/>
        </p:nvSpPr>
        <p:spPr>
          <a:xfrm>
            <a:off x="2882282" y="391692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13" name="TextBox 12">
            <a:extLst>
              <a:ext uri="{FF2B5EF4-FFF2-40B4-BE49-F238E27FC236}">
                <a16:creationId xmlns:a16="http://schemas.microsoft.com/office/drawing/2014/main" id="{F0B22E12-42F3-F3EF-E987-C0C88FE52975}"/>
              </a:ext>
            </a:extLst>
          </p:cNvPr>
          <p:cNvSpPr txBox="1"/>
          <p:nvPr/>
        </p:nvSpPr>
        <p:spPr>
          <a:xfrm>
            <a:off x="8975725" y="1449388"/>
            <a:ext cx="2854831" cy="2195473"/>
          </a:xfrm>
          <a:prstGeom prst="rect">
            <a:avLst/>
          </a:prstGeom>
          <a:noFill/>
        </p:spPr>
        <p:txBody>
          <a:bodyPr wrap="square">
            <a:spAutoFit/>
          </a:bodyPr>
          <a:lstStyle/>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Click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Variant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field.</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Variant dropdown menu will appear. Scroll down and click</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 + Add variant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Select Variant pop-up modal will appear. Hover over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variant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you want to edit.</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Two options will appear: Edit and Delete. Click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Edit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icon</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variant will become editable. Enter the updated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Variant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p:txBody>
      </p:sp>
      <p:sp>
        <p:nvSpPr>
          <p:cNvPr id="16" name="Google Shape;265;p16" descr="Small square with numeral 1 inside">
            <a:extLst>
              <a:ext uri="{FF2B5EF4-FFF2-40B4-BE49-F238E27FC236}">
                <a16:creationId xmlns:a16="http://schemas.microsoft.com/office/drawing/2014/main" id="{CB05C1A1-BA45-8812-543F-2BEE1C0E15B0}"/>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
        <p:nvSpPr>
          <p:cNvPr id="18" name="Google Shape;265;p16" descr="Small square with numeral 1 inside">
            <a:extLst>
              <a:ext uri="{FF2B5EF4-FFF2-40B4-BE49-F238E27FC236}">
                <a16:creationId xmlns:a16="http://schemas.microsoft.com/office/drawing/2014/main" id="{EBA9C014-C4F3-6B77-D1E0-0E2D5263DF80}"/>
              </a:ext>
            </a:extLst>
          </p:cNvPr>
          <p:cNvSpPr txBox="1"/>
          <p:nvPr/>
        </p:nvSpPr>
        <p:spPr>
          <a:xfrm>
            <a:off x="9003555" y="176067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20" name="Google Shape;265;p16" descr="Small square with numeral 1 inside">
            <a:extLst>
              <a:ext uri="{FF2B5EF4-FFF2-40B4-BE49-F238E27FC236}">
                <a16:creationId xmlns:a16="http://schemas.microsoft.com/office/drawing/2014/main" id="{536936E8-71E8-161F-88C5-F6A31E85D272}"/>
              </a:ext>
            </a:extLst>
          </p:cNvPr>
          <p:cNvSpPr txBox="1"/>
          <p:nvPr/>
        </p:nvSpPr>
        <p:spPr>
          <a:xfrm>
            <a:off x="9003555" y="232431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22" name="Google Shape;265;p16" descr="Small square with numeral 1 inside">
            <a:extLst>
              <a:ext uri="{FF2B5EF4-FFF2-40B4-BE49-F238E27FC236}">
                <a16:creationId xmlns:a16="http://schemas.microsoft.com/office/drawing/2014/main" id="{2F39262B-A6D6-7F95-7553-810CC539DAD4}"/>
              </a:ext>
            </a:extLst>
          </p:cNvPr>
          <p:cNvSpPr txBox="1"/>
          <p:nvPr/>
        </p:nvSpPr>
        <p:spPr>
          <a:xfrm>
            <a:off x="9001591" y="288087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24" name="Google Shape;265;p16" descr="Small square with numeral 1 inside">
            <a:extLst>
              <a:ext uri="{FF2B5EF4-FFF2-40B4-BE49-F238E27FC236}">
                <a16:creationId xmlns:a16="http://schemas.microsoft.com/office/drawing/2014/main" id="{38157A71-7139-6B5A-FB0D-C1052AB261E6}"/>
              </a:ext>
            </a:extLst>
          </p:cNvPr>
          <p:cNvSpPr txBox="1"/>
          <p:nvPr/>
        </p:nvSpPr>
        <p:spPr>
          <a:xfrm>
            <a:off x="9003555" y="328865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7915055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0B5978FB-00B8-C308-3F3C-47665198852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B7E904D-A577-8E23-ADC1-2ECE010D52CA}"/>
              </a:ext>
            </a:extLst>
          </p:cNvPr>
          <p:cNvPicPr>
            <a:picLocks noChangeAspect="1"/>
          </p:cNvPicPr>
          <p:nvPr/>
        </p:nvPicPr>
        <p:blipFill>
          <a:blip r:embed="rId3"/>
          <a:stretch>
            <a:fillRect/>
          </a:stretch>
        </p:blipFill>
        <p:spPr>
          <a:xfrm>
            <a:off x="1002453" y="1849501"/>
            <a:ext cx="7363574" cy="3737034"/>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053FE5D9-26FA-3460-5653-CC19EF2230B7}"/>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Edit a Variant?</a:t>
            </a:r>
            <a:endParaRPr dirty="0"/>
          </a:p>
        </p:txBody>
      </p:sp>
      <p:sp>
        <p:nvSpPr>
          <p:cNvPr id="449" name="Google Shape;449;p9">
            <a:hlinkClick r:id="rId4" action="ppaction://hlinksldjump"/>
            <a:extLst>
              <a:ext uri="{FF2B5EF4-FFF2-40B4-BE49-F238E27FC236}">
                <a16:creationId xmlns:a16="http://schemas.microsoft.com/office/drawing/2014/main" id="{4CEBF3F9-F967-72D9-849B-8AC6D874E97A}"/>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6" name="TextBox 5">
            <a:extLst>
              <a:ext uri="{FF2B5EF4-FFF2-40B4-BE49-F238E27FC236}">
                <a16:creationId xmlns:a16="http://schemas.microsoft.com/office/drawing/2014/main" id="{835D17BC-266F-14C4-694D-AEF83D6D8A73}"/>
              </a:ext>
            </a:extLst>
          </p:cNvPr>
          <p:cNvSpPr txBox="1"/>
          <p:nvPr/>
        </p:nvSpPr>
        <p:spPr>
          <a:xfrm>
            <a:off x="8975725" y="1449388"/>
            <a:ext cx="2854831" cy="2605842"/>
          </a:xfrm>
          <a:prstGeom prst="rect">
            <a:avLst/>
          </a:prstGeom>
          <a:noFill/>
        </p:spPr>
        <p:txBody>
          <a:bodyPr wrap="square">
            <a:spAutoFit/>
          </a:bodyPr>
          <a:lstStyle/>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Click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Variant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field.</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Variant dropdown menu will appear. Scroll down and click</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 + Add variant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Select Variant pop-up modal will appear. Hover over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variant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you want to edit.</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Two options will appear: Edit and Delete. Click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Edit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icon</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The variant will become editable. Enter the updated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Variant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a:t>
            </a:r>
          </a:p>
          <a:p>
            <a:pPr marL="228600" lvl="0" indent="-228600">
              <a:spcBef>
                <a:spcPts val="800"/>
              </a:spcBef>
              <a:buFont typeface="+mj-lt"/>
              <a:buAutoNum type="arabicPeriod"/>
              <a:defRPr/>
            </a:pP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Click the </a:t>
            </a:r>
            <a:r>
              <a:rPr kumimoji="0" lang="en-US" sz="1000" b="1" i="0" u="none" strike="noStrike" kern="0" cap="none" spc="0" normalizeH="0" baseline="0" noProof="0" dirty="0">
                <a:ln>
                  <a:noFill/>
                </a:ln>
                <a:solidFill>
                  <a:srgbClr val="000000"/>
                </a:solidFill>
                <a:effectLst/>
                <a:uLnTx/>
                <a:uFillTx/>
                <a:latin typeface="Poppins"/>
                <a:ea typeface="Poppins"/>
                <a:cs typeface="Poppins"/>
                <a:sym typeface="Poppins"/>
              </a:rPr>
              <a:t>Check</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icon to save your changes. The </a:t>
            </a:r>
            <a:r>
              <a:rPr lang="en-US" sz="1000" dirty="0">
                <a:latin typeface="Poppins"/>
                <a:ea typeface="Poppins"/>
                <a:cs typeface="Poppins"/>
                <a:sym typeface="Poppins"/>
              </a:rPr>
              <a:t>variant</a:t>
            </a:r>
            <a:r>
              <a:rPr kumimoji="0" lang="en-US" sz="1000" i="0" u="none" strike="noStrike" kern="0" cap="none" spc="0" normalizeH="0" baseline="0" noProof="0" dirty="0">
                <a:ln>
                  <a:noFill/>
                </a:ln>
                <a:solidFill>
                  <a:srgbClr val="000000"/>
                </a:solidFill>
                <a:effectLst/>
                <a:uLnTx/>
                <a:uFillTx/>
                <a:latin typeface="Poppins"/>
                <a:ea typeface="Poppins"/>
                <a:cs typeface="Poppins"/>
                <a:sym typeface="Poppins"/>
              </a:rPr>
              <a:t> will be updated.</a:t>
            </a:r>
          </a:p>
        </p:txBody>
      </p:sp>
      <p:sp>
        <p:nvSpPr>
          <p:cNvPr id="9" name="Google Shape;265;p16" descr="Small square with numeral 1 inside">
            <a:extLst>
              <a:ext uri="{FF2B5EF4-FFF2-40B4-BE49-F238E27FC236}">
                <a16:creationId xmlns:a16="http://schemas.microsoft.com/office/drawing/2014/main" id="{2C98E4D2-4599-F24F-3699-87F68F4E6C3B}"/>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
        <p:nvSpPr>
          <p:cNvPr id="11" name="Google Shape;265;p16" descr="Small square with numeral 1 inside">
            <a:extLst>
              <a:ext uri="{FF2B5EF4-FFF2-40B4-BE49-F238E27FC236}">
                <a16:creationId xmlns:a16="http://schemas.microsoft.com/office/drawing/2014/main" id="{94B74A10-2A85-AFE1-E54C-626F988928D6}"/>
              </a:ext>
            </a:extLst>
          </p:cNvPr>
          <p:cNvSpPr txBox="1"/>
          <p:nvPr/>
        </p:nvSpPr>
        <p:spPr>
          <a:xfrm>
            <a:off x="9003555" y="176067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17" name="Google Shape;265;p16" descr="Small square with numeral 1 inside">
            <a:extLst>
              <a:ext uri="{FF2B5EF4-FFF2-40B4-BE49-F238E27FC236}">
                <a16:creationId xmlns:a16="http://schemas.microsoft.com/office/drawing/2014/main" id="{D8546382-8FBF-DEB7-EE01-7385739924F2}"/>
              </a:ext>
            </a:extLst>
          </p:cNvPr>
          <p:cNvSpPr txBox="1"/>
          <p:nvPr/>
        </p:nvSpPr>
        <p:spPr>
          <a:xfrm>
            <a:off x="9003555" y="232431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21" name="Google Shape;265;p16" descr="Small square with numeral 1 inside">
            <a:extLst>
              <a:ext uri="{FF2B5EF4-FFF2-40B4-BE49-F238E27FC236}">
                <a16:creationId xmlns:a16="http://schemas.microsoft.com/office/drawing/2014/main" id="{41027E90-A29B-0774-F24E-6BAB3AD184DA}"/>
              </a:ext>
            </a:extLst>
          </p:cNvPr>
          <p:cNvSpPr txBox="1"/>
          <p:nvPr/>
        </p:nvSpPr>
        <p:spPr>
          <a:xfrm>
            <a:off x="9001591" y="288087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25" name="Google Shape;265;p16" descr="Small square with numeral 1 inside">
            <a:extLst>
              <a:ext uri="{FF2B5EF4-FFF2-40B4-BE49-F238E27FC236}">
                <a16:creationId xmlns:a16="http://schemas.microsoft.com/office/drawing/2014/main" id="{615F4368-044F-236E-D1EC-F4DD4B687D64}"/>
              </a:ext>
            </a:extLst>
          </p:cNvPr>
          <p:cNvSpPr txBox="1"/>
          <p:nvPr/>
        </p:nvSpPr>
        <p:spPr>
          <a:xfrm>
            <a:off x="9003555" y="3288658"/>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27" name="Google Shape;265;p16" descr="Small square with numeral 1 inside">
            <a:extLst>
              <a:ext uri="{FF2B5EF4-FFF2-40B4-BE49-F238E27FC236}">
                <a16:creationId xmlns:a16="http://schemas.microsoft.com/office/drawing/2014/main" id="{E5544E02-6443-2B96-5983-769AAC2731E3}"/>
              </a:ext>
            </a:extLst>
          </p:cNvPr>
          <p:cNvSpPr txBox="1"/>
          <p:nvPr/>
        </p:nvSpPr>
        <p:spPr>
          <a:xfrm>
            <a:off x="9003555" y="3690460"/>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cxnSp>
        <p:nvCxnSpPr>
          <p:cNvPr id="28" name="Google Shape;210;p7">
            <a:extLst>
              <a:ext uri="{FF2B5EF4-FFF2-40B4-BE49-F238E27FC236}">
                <a16:creationId xmlns:a16="http://schemas.microsoft.com/office/drawing/2014/main" id="{F28EA500-AB25-BC38-B0BC-BC18EF9D38C2}"/>
              </a:ext>
            </a:extLst>
          </p:cNvPr>
          <p:cNvCxnSpPr>
            <a:cxnSpLocks/>
          </p:cNvCxnSpPr>
          <p:nvPr/>
        </p:nvCxnSpPr>
        <p:spPr>
          <a:xfrm flipH="1" flipV="1">
            <a:off x="4641057" y="4037889"/>
            <a:ext cx="217185" cy="1"/>
          </a:xfrm>
          <a:prstGeom prst="straightConnector1">
            <a:avLst/>
          </a:prstGeom>
          <a:noFill/>
          <a:ln w="12700" cap="flat" cmpd="sng">
            <a:solidFill>
              <a:srgbClr val="901A8A"/>
            </a:solidFill>
            <a:prstDash val="solid"/>
            <a:round/>
            <a:headEnd type="none" w="sm" len="sm"/>
            <a:tailEnd type="triangle" w="med" len="med"/>
          </a:ln>
        </p:spPr>
      </p:cxnSp>
      <p:sp>
        <p:nvSpPr>
          <p:cNvPr id="29" name="Google Shape;265;p16" descr="Small square with numeral 1 inside">
            <a:extLst>
              <a:ext uri="{FF2B5EF4-FFF2-40B4-BE49-F238E27FC236}">
                <a16:creationId xmlns:a16="http://schemas.microsoft.com/office/drawing/2014/main" id="{F5210D99-9ACF-4261-51D2-6D3F7A9B552B}"/>
              </a:ext>
            </a:extLst>
          </p:cNvPr>
          <p:cNvSpPr txBox="1"/>
          <p:nvPr/>
        </p:nvSpPr>
        <p:spPr>
          <a:xfrm>
            <a:off x="4874912" y="391671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6</a:t>
            </a:r>
            <a:endParaRPr sz="1000" b="1" i="0" u="none" strike="noStrike" cap="none" dirty="0">
              <a:solidFill>
                <a:schemeClr val="lt1"/>
              </a:solidFill>
              <a:latin typeface="Poppins"/>
              <a:ea typeface="Poppins"/>
              <a:cs typeface="Poppins"/>
              <a:sym typeface="Poppins"/>
            </a:endParaRPr>
          </a:p>
        </p:txBody>
      </p:sp>
      <p:sp>
        <p:nvSpPr>
          <p:cNvPr id="30" name="Rectangle 29">
            <a:extLst>
              <a:ext uri="{FF2B5EF4-FFF2-40B4-BE49-F238E27FC236}">
                <a16:creationId xmlns:a16="http://schemas.microsoft.com/office/drawing/2014/main" id="{2470D795-573E-9E78-2C30-7E195B0EB1B6}"/>
              </a:ext>
            </a:extLst>
          </p:cNvPr>
          <p:cNvSpPr/>
          <p:nvPr/>
        </p:nvSpPr>
        <p:spPr>
          <a:xfrm>
            <a:off x="4502944" y="3936219"/>
            <a:ext cx="119062" cy="207624"/>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Tree>
    <p:extLst>
      <p:ext uri="{BB962C8B-B14F-4D97-AF65-F5344CB8AC3E}">
        <p14:creationId xmlns:p14="http://schemas.microsoft.com/office/powerpoint/2010/main" val="34007388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A2C741F9-C434-7CE0-FF74-AC61B09B4F4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894B9DB-2481-523F-B450-5D5FD76C20F1}"/>
              </a:ext>
            </a:extLst>
          </p:cNvPr>
          <p:cNvPicPr>
            <a:picLocks noChangeAspect="1"/>
          </p:cNvPicPr>
          <p:nvPr/>
        </p:nvPicPr>
        <p:blipFill>
          <a:blip r:embed="rId3"/>
          <a:stretch>
            <a:fillRect/>
          </a:stretch>
        </p:blipFill>
        <p:spPr>
          <a:xfrm>
            <a:off x="996576" y="1849501"/>
            <a:ext cx="7375328" cy="3746951"/>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5C7C2512-0745-D657-51DE-D2C46D84356F}"/>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Delete / Remove a Variant?</a:t>
            </a:r>
            <a:endParaRPr dirty="0"/>
          </a:p>
        </p:txBody>
      </p:sp>
      <p:sp>
        <p:nvSpPr>
          <p:cNvPr id="449" name="Google Shape;449;p9">
            <a:hlinkClick r:id="rId4" action="ppaction://hlinksldjump"/>
            <a:extLst>
              <a:ext uri="{FF2B5EF4-FFF2-40B4-BE49-F238E27FC236}">
                <a16:creationId xmlns:a16="http://schemas.microsoft.com/office/drawing/2014/main" id="{305381CE-4832-F3B1-008F-BE985AF12206}"/>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11" name="Rectangle 10">
            <a:extLst>
              <a:ext uri="{FF2B5EF4-FFF2-40B4-BE49-F238E27FC236}">
                <a16:creationId xmlns:a16="http://schemas.microsoft.com/office/drawing/2014/main" id="{ADFBA0F9-EFF8-CD9E-DA11-DC8E108DA808}"/>
              </a:ext>
            </a:extLst>
          </p:cNvPr>
          <p:cNvSpPr/>
          <p:nvPr/>
        </p:nvSpPr>
        <p:spPr>
          <a:xfrm>
            <a:off x="4714875" y="3048840"/>
            <a:ext cx="1635125" cy="153985"/>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12" name="Google Shape;210;p7">
            <a:extLst>
              <a:ext uri="{FF2B5EF4-FFF2-40B4-BE49-F238E27FC236}">
                <a16:creationId xmlns:a16="http://schemas.microsoft.com/office/drawing/2014/main" id="{21006CC1-8BBE-4AF8-83FB-84691E815C7C}"/>
              </a:ext>
            </a:extLst>
          </p:cNvPr>
          <p:cNvCxnSpPr>
            <a:cxnSpLocks/>
          </p:cNvCxnSpPr>
          <p:nvPr/>
        </p:nvCxnSpPr>
        <p:spPr>
          <a:xfrm flipH="1">
            <a:off x="6369047" y="3124420"/>
            <a:ext cx="217185" cy="1"/>
          </a:xfrm>
          <a:prstGeom prst="straightConnector1">
            <a:avLst/>
          </a:prstGeom>
          <a:noFill/>
          <a:ln w="12700" cap="flat" cmpd="sng">
            <a:solidFill>
              <a:srgbClr val="901A8A"/>
            </a:solidFill>
            <a:prstDash val="solid"/>
            <a:round/>
            <a:headEnd type="none" w="sm" len="sm"/>
            <a:tailEnd type="triangle" w="med" len="med"/>
          </a:ln>
        </p:spPr>
      </p:cxnSp>
      <p:sp>
        <p:nvSpPr>
          <p:cNvPr id="14" name="Google Shape;265;p16" descr="Small square with numeral 1 inside">
            <a:extLst>
              <a:ext uri="{FF2B5EF4-FFF2-40B4-BE49-F238E27FC236}">
                <a16:creationId xmlns:a16="http://schemas.microsoft.com/office/drawing/2014/main" id="{B6C29368-07D1-1126-A5AE-6129C300529B}"/>
              </a:ext>
            </a:extLst>
          </p:cNvPr>
          <p:cNvSpPr txBox="1"/>
          <p:nvPr/>
        </p:nvSpPr>
        <p:spPr>
          <a:xfrm>
            <a:off x="6599539" y="3004505"/>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
        <p:nvSpPr>
          <p:cNvPr id="17" name="TextBox 16">
            <a:extLst>
              <a:ext uri="{FF2B5EF4-FFF2-40B4-BE49-F238E27FC236}">
                <a16:creationId xmlns:a16="http://schemas.microsoft.com/office/drawing/2014/main" id="{F373DC41-9C73-B49B-D82A-C69824C3D149}"/>
              </a:ext>
            </a:extLst>
          </p:cNvPr>
          <p:cNvSpPr txBox="1"/>
          <p:nvPr/>
        </p:nvSpPr>
        <p:spPr>
          <a:xfrm>
            <a:off x="8975725" y="1449388"/>
            <a:ext cx="2854831" cy="246221"/>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Click the </a:t>
            </a:r>
            <a:r>
              <a:rPr lang="en-US" sz="1000" b="1" dirty="0">
                <a:latin typeface="Poppins"/>
                <a:ea typeface="Poppins"/>
                <a:cs typeface="Poppins"/>
                <a:sym typeface="Poppins"/>
              </a:rPr>
              <a:t>Variant</a:t>
            </a:r>
            <a:r>
              <a:rPr lang="en-US" sz="1000" dirty="0">
                <a:latin typeface="Poppins"/>
                <a:ea typeface="Poppins"/>
                <a:cs typeface="Poppins"/>
                <a:sym typeface="Poppins"/>
              </a:rPr>
              <a:t> field.</a:t>
            </a:r>
          </a:p>
        </p:txBody>
      </p:sp>
      <p:sp>
        <p:nvSpPr>
          <p:cNvPr id="27" name="Google Shape;265;p16" descr="Small square with numeral 1 inside">
            <a:extLst>
              <a:ext uri="{FF2B5EF4-FFF2-40B4-BE49-F238E27FC236}">
                <a16:creationId xmlns:a16="http://schemas.microsoft.com/office/drawing/2014/main" id="{4FB88C66-A0D0-350E-87C7-148C95A979FF}"/>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28403446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66DC338F-242C-5414-DB95-FF1328BF2D7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2166D1A-8143-20A5-4C67-F9D4D9E0A443}"/>
              </a:ext>
            </a:extLst>
          </p:cNvPr>
          <p:cNvPicPr>
            <a:picLocks noChangeAspect="1"/>
          </p:cNvPicPr>
          <p:nvPr/>
        </p:nvPicPr>
        <p:blipFill>
          <a:blip r:embed="rId3"/>
          <a:stretch>
            <a:fillRect/>
          </a:stretch>
        </p:blipFill>
        <p:spPr>
          <a:xfrm>
            <a:off x="996576" y="1849501"/>
            <a:ext cx="7375328" cy="3742999"/>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5B1D98A2-E71B-20CC-B7F7-D97D08223F3E}"/>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Delete / Remove a Variant?</a:t>
            </a:r>
            <a:endParaRPr dirty="0"/>
          </a:p>
        </p:txBody>
      </p:sp>
      <p:sp>
        <p:nvSpPr>
          <p:cNvPr id="449" name="Google Shape;449;p9">
            <a:hlinkClick r:id="rId4" action="ppaction://hlinksldjump"/>
            <a:extLst>
              <a:ext uri="{FF2B5EF4-FFF2-40B4-BE49-F238E27FC236}">
                <a16:creationId xmlns:a16="http://schemas.microsoft.com/office/drawing/2014/main" id="{FA21B3D9-CC98-12D2-E4E6-0CED6F2087ED}"/>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06ACDA6B-38E4-7DB8-EF58-629076F2D62F}"/>
              </a:ext>
            </a:extLst>
          </p:cNvPr>
          <p:cNvSpPr/>
          <p:nvPr/>
        </p:nvSpPr>
        <p:spPr>
          <a:xfrm>
            <a:off x="4705351" y="3981450"/>
            <a:ext cx="1570726" cy="176214"/>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5" name="Google Shape;210;p7">
            <a:extLst>
              <a:ext uri="{FF2B5EF4-FFF2-40B4-BE49-F238E27FC236}">
                <a16:creationId xmlns:a16="http://schemas.microsoft.com/office/drawing/2014/main" id="{82203726-4B90-19D4-F01A-68D5148E1070}"/>
              </a:ext>
            </a:extLst>
          </p:cNvPr>
          <p:cNvCxnSpPr>
            <a:cxnSpLocks/>
          </p:cNvCxnSpPr>
          <p:nvPr/>
        </p:nvCxnSpPr>
        <p:spPr>
          <a:xfrm flipH="1">
            <a:off x="6295124" y="4069563"/>
            <a:ext cx="294401" cy="0"/>
          </a:xfrm>
          <a:prstGeom prst="straightConnector1">
            <a:avLst/>
          </a:prstGeom>
          <a:noFill/>
          <a:ln w="12700" cap="flat" cmpd="sng">
            <a:solidFill>
              <a:srgbClr val="901A8A"/>
            </a:solidFill>
            <a:prstDash val="solid"/>
            <a:round/>
            <a:headEnd type="none" w="sm" len="sm"/>
            <a:tailEnd type="triangle" w="med" len="med"/>
          </a:ln>
        </p:spPr>
      </p:cxnSp>
      <p:sp>
        <p:nvSpPr>
          <p:cNvPr id="6" name="Google Shape;265;p16" descr="Small square with numeral 1 inside">
            <a:extLst>
              <a:ext uri="{FF2B5EF4-FFF2-40B4-BE49-F238E27FC236}">
                <a16:creationId xmlns:a16="http://schemas.microsoft.com/office/drawing/2014/main" id="{57EE6698-422B-3719-35A4-525326E9A4F0}"/>
              </a:ext>
            </a:extLst>
          </p:cNvPr>
          <p:cNvSpPr txBox="1"/>
          <p:nvPr/>
        </p:nvSpPr>
        <p:spPr>
          <a:xfrm>
            <a:off x="6601499" y="394885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2</a:t>
            </a:r>
            <a:endParaRPr sz="1000" b="1" i="0" u="none" strike="noStrike" cap="none" dirty="0">
              <a:solidFill>
                <a:schemeClr val="lt1"/>
              </a:solidFill>
              <a:latin typeface="Poppins"/>
              <a:ea typeface="Poppins"/>
              <a:cs typeface="Poppins"/>
              <a:sym typeface="Poppins"/>
            </a:endParaRPr>
          </a:p>
        </p:txBody>
      </p:sp>
      <p:sp>
        <p:nvSpPr>
          <p:cNvPr id="9" name="TextBox 8">
            <a:extLst>
              <a:ext uri="{FF2B5EF4-FFF2-40B4-BE49-F238E27FC236}">
                <a16:creationId xmlns:a16="http://schemas.microsoft.com/office/drawing/2014/main" id="{2ABB82B0-91DB-D5FB-0074-96D4E24DBA30}"/>
              </a:ext>
            </a:extLst>
          </p:cNvPr>
          <p:cNvSpPr txBox="1"/>
          <p:nvPr/>
        </p:nvSpPr>
        <p:spPr>
          <a:xfrm>
            <a:off x="8975725" y="1449388"/>
            <a:ext cx="2854831" cy="810478"/>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Click the </a:t>
            </a:r>
            <a:r>
              <a:rPr lang="en-US" sz="1000" b="1" dirty="0">
                <a:latin typeface="Poppins"/>
                <a:ea typeface="Poppins"/>
                <a:cs typeface="Poppins"/>
                <a:sym typeface="Poppins"/>
              </a:rPr>
              <a:t>Variant</a:t>
            </a:r>
            <a:r>
              <a:rPr lang="en-US" sz="1000" dirty="0">
                <a:latin typeface="Poppins"/>
                <a:ea typeface="Poppins"/>
                <a:cs typeface="Poppins"/>
                <a:sym typeface="Poppins"/>
              </a:rPr>
              <a:t> field.</a:t>
            </a:r>
          </a:p>
          <a:p>
            <a:pPr marL="228600" lvl="0" indent="-228600">
              <a:spcBef>
                <a:spcPts val="800"/>
              </a:spcBef>
              <a:buFont typeface="+mj-lt"/>
              <a:buAutoNum type="arabicPeriod"/>
              <a:defRPr/>
            </a:pPr>
            <a:r>
              <a:rPr lang="en-US" sz="1000" dirty="0">
                <a:latin typeface="Poppins"/>
                <a:ea typeface="Poppins"/>
                <a:cs typeface="Poppins"/>
                <a:sym typeface="Poppins"/>
              </a:rPr>
              <a:t>The Variant dropdown menu will appear. Scroll down and click </a:t>
            </a:r>
            <a:r>
              <a:rPr lang="en-US" sz="1000" b="1" dirty="0">
                <a:latin typeface="Poppins"/>
                <a:ea typeface="Poppins"/>
                <a:cs typeface="Poppins"/>
                <a:sym typeface="Poppins"/>
              </a:rPr>
              <a:t>+ Add variant</a:t>
            </a:r>
            <a:r>
              <a:rPr lang="en-US" sz="1000" dirty="0">
                <a:latin typeface="Poppins"/>
                <a:ea typeface="Poppins"/>
                <a:cs typeface="Poppins"/>
                <a:sym typeface="Poppins"/>
              </a:rPr>
              <a:t>.</a:t>
            </a:r>
          </a:p>
        </p:txBody>
      </p:sp>
      <p:sp>
        <p:nvSpPr>
          <p:cNvPr id="12" name="Google Shape;265;p16" descr="Small square with numeral 1 inside">
            <a:extLst>
              <a:ext uri="{FF2B5EF4-FFF2-40B4-BE49-F238E27FC236}">
                <a16:creationId xmlns:a16="http://schemas.microsoft.com/office/drawing/2014/main" id="{BE53794D-3106-2AF8-6AEC-126946AA5CA5}"/>
              </a:ext>
            </a:extLst>
          </p:cNvPr>
          <p:cNvSpPr txBox="1"/>
          <p:nvPr/>
        </p:nvSpPr>
        <p:spPr>
          <a:xfrm>
            <a:off x="9003551" y="176835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26" name="Google Shape;265;p16" descr="Small square with numeral 1 inside">
            <a:extLst>
              <a:ext uri="{FF2B5EF4-FFF2-40B4-BE49-F238E27FC236}">
                <a16:creationId xmlns:a16="http://schemas.microsoft.com/office/drawing/2014/main" id="{DE2E12D3-0791-2972-45B4-72DA821A9C0E}"/>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39578238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D118446E-8A65-EC22-741D-E5EE3FE567B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C404E0F-5C8E-F74F-ED89-BA2B0BCADCCF}"/>
              </a:ext>
            </a:extLst>
          </p:cNvPr>
          <p:cNvPicPr>
            <a:picLocks noChangeAspect="1"/>
          </p:cNvPicPr>
          <p:nvPr/>
        </p:nvPicPr>
        <p:blipFill>
          <a:blip r:embed="rId3"/>
          <a:stretch>
            <a:fillRect/>
          </a:stretch>
        </p:blipFill>
        <p:spPr>
          <a:xfrm>
            <a:off x="996576" y="1849502"/>
            <a:ext cx="7375328" cy="3739046"/>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E965CFD4-FCC0-843F-617E-0C1049FB9D0B}"/>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Delete / Remove a Variant?</a:t>
            </a:r>
            <a:endParaRPr dirty="0"/>
          </a:p>
        </p:txBody>
      </p:sp>
      <p:sp>
        <p:nvSpPr>
          <p:cNvPr id="449" name="Google Shape;449;p9">
            <a:hlinkClick r:id="rId4" action="ppaction://hlinksldjump"/>
            <a:extLst>
              <a:ext uri="{FF2B5EF4-FFF2-40B4-BE49-F238E27FC236}">
                <a16:creationId xmlns:a16="http://schemas.microsoft.com/office/drawing/2014/main" id="{5CEBDC08-6728-D269-2E04-205476A2F19D}"/>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8" name="Rectangle 7">
            <a:extLst>
              <a:ext uri="{FF2B5EF4-FFF2-40B4-BE49-F238E27FC236}">
                <a16:creationId xmlns:a16="http://schemas.microsoft.com/office/drawing/2014/main" id="{6B5D7460-1360-43AE-784F-4E7DF98E7EE3}"/>
              </a:ext>
            </a:extLst>
          </p:cNvPr>
          <p:cNvSpPr/>
          <p:nvPr/>
        </p:nvSpPr>
        <p:spPr>
          <a:xfrm>
            <a:off x="3364706" y="4619636"/>
            <a:ext cx="1416844" cy="164307"/>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10" name="Google Shape;210;p7">
            <a:extLst>
              <a:ext uri="{FF2B5EF4-FFF2-40B4-BE49-F238E27FC236}">
                <a16:creationId xmlns:a16="http://schemas.microsoft.com/office/drawing/2014/main" id="{5D65E46B-8C1C-794B-04C9-081BB74A3C08}"/>
              </a:ext>
            </a:extLst>
          </p:cNvPr>
          <p:cNvCxnSpPr>
            <a:cxnSpLocks/>
          </p:cNvCxnSpPr>
          <p:nvPr/>
        </p:nvCxnSpPr>
        <p:spPr>
          <a:xfrm>
            <a:off x="3127241" y="4699408"/>
            <a:ext cx="217185" cy="1"/>
          </a:xfrm>
          <a:prstGeom prst="straightConnector1">
            <a:avLst/>
          </a:prstGeom>
          <a:noFill/>
          <a:ln w="12700" cap="flat" cmpd="sng">
            <a:solidFill>
              <a:srgbClr val="901A8A"/>
            </a:solidFill>
            <a:prstDash val="solid"/>
            <a:round/>
            <a:headEnd type="none" w="sm" len="sm"/>
            <a:tailEnd type="triangle" w="med" len="med"/>
          </a:ln>
        </p:spPr>
      </p:cxnSp>
      <p:sp>
        <p:nvSpPr>
          <p:cNvPr id="12" name="Google Shape;265;p16" descr="Small square with numeral 1 inside">
            <a:extLst>
              <a:ext uri="{FF2B5EF4-FFF2-40B4-BE49-F238E27FC236}">
                <a16:creationId xmlns:a16="http://schemas.microsoft.com/office/drawing/2014/main" id="{22C9AC4E-4483-6F6A-1AE8-3A83E2366CB6}"/>
              </a:ext>
            </a:extLst>
          </p:cNvPr>
          <p:cNvSpPr txBox="1"/>
          <p:nvPr/>
        </p:nvSpPr>
        <p:spPr>
          <a:xfrm>
            <a:off x="2889522" y="457869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3</a:t>
            </a:r>
            <a:endParaRPr sz="1000" b="1" i="0" u="none" strike="noStrike" cap="none" dirty="0">
              <a:solidFill>
                <a:schemeClr val="lt1"/>
              </a:solidFill>
              <a:latin typeface="Poppins"/>
              <a:ea typeface="Poppins"/>
              <a:cs typeface="Poppins"/>
              <a:sym typeface="Poppins"/>
            </a:endParaRPr>
          </a:p>
        </p:txBody>
      </p:sp>
      <p:sp>
        <p:nvSpPr>
          <p:cNvPr id="15" name="TextBox 14">
            <a:extLst>
              <a:ext uri="{FF2B5EF4-FFF2-40B4-BE49-F238E27FC236}">
                <a16:creationId xmlns:a16="http://schemas.microsoft.com/office/drawing/2014/main" id="{67309F54-9B59-C856-E127-013211C9CA95}"/>
              </a:ext>
            </a:extLst>
          </p:cNvPr>
          <p:cNvSpPr txBox="1"/>
          <p:nvPr/>
        </p:nvSpPr>
        <p:spPr>
          <a:xfrm>
            <a:off x="8975725" y="1449388"/>
            <a:ext cx="2854831" cy="1374735"/>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Click the </a:t>
            </a:r>
            <a:r>
              <a:rPr lang="en-US" sz="1000" b="1" dirty="0">
                <a:latin typeface="Poppins"/>
                <a:ea typeface="Poppins"/>
                <a:cs typeface="Poppins"/>
                <a:sym typeface="Poppins"/>
              </a:rPr>
              <a:t>Variant</a:t>
            </a:r>
            <a:r>
              <a:rPr lang="en-US" sz="1000" dirty="0">
                <a:latin typeface="Poppins"/>
                <a:ea typeface="Poppins"/>
                <a:cs typeface="Poppins"/>
                <a:sym typeface="Poppins"/>
              </a:rPr>
              <a:t> field.</a:t>
            </a:r>
          </a:p>
          <a:p>
            <a:pPr marL="228600" lvl="0" indent="-228600">
              <a:spcBef>
                <a:spcPts val="800"/>
              </a:spcBef>
              <a:buFont typeface="+mj-lt"/>
              <a:buAutoNum type="arabicPeriod"/>
              <a:defRPr/>
            </a:pPr>
            <a:r>
              <a:rPr lang="en-US" sz="1000" dirty="0">
                <a:latin typeface="Poppins"/>
                <a:ea typeface="Poppins"/>
                <a:cs typeface="Poppins"/>
                <a:sym typeface="Poppins"/>
              </a:rPr>
              <a:t>The Variant dropdown menu will appear. Scroll down and click </a:t>
            </a:r>
            <a:r>
              <a:rPr lang="en-US" sz="1000" b="1" dirty="0">
                <a:latin typeface="Poppins"/>
                <a:ea typeface="Poppins"/>
                <a:cs typeface="Poppins"/>
                <a:sym typeface="Poppins"/>
              </a:rPr>
              <a:t>+ Add variant</a:t>
            </a:r>
            <a:r>
              <a:rPr lang="en-US" sz="1000" dirty="0">
                <a:latin typeface="Poppins"/>
                <a:ea typeface="Poppins"/>
                <a:cs typeface="Poppins"/>
                <a:sym typeface="Poppins"/>
              </a:rPr>
              <a:t>.</a:t>
            </a:r>
          </a:p>
          <a:p>
            <a:pPr marL="228600" lvl="0" indent="-228600">
              <a:spcBef>
                <a:spcPts val="800"/>
              </a:spcBef>
              <a:buFont typeface="+mj-lt"/>
              <a:buAutoNum type="arabicPeriod"/>
              <a:defRPr/>
            </a:pPr>
            <a:r>
              <a:rPr lang="en-US" sz="1000" dirty="0">
                <a:latin typeface="Poppins"/>
                <a:ea typeface="Poppins"/>
                <a:cs typeface="Poppins"/>
                <a:sym typeface="Poppins"/>
              </a:rPr>
              <a:t>The Select Variant pop-up modal will appear. Hover over the </a:t>
            </a:r>
            <a:r>
              <a:rPr lang="en-US" sz="1000" b="1" dirty="0">
                <a:latin typeface="Poppins"/>
                <a:ea typeface="Poppins"/>
                <a:cs typeface="Poppins"/>
                <a:sym typeface="Poppins"/>
              </a:rPr>
              <a:t>variant</a:t>
            </a:r>
            <a:r>
              <a:rPr lang="en-US" sz="1000" dirty="0">
                <a:latin typeface="Poppins"/>
                <a:ea typeface="Poppins"/>
                <a:cs typeface="Poppins"/>
                <a:sym typeface="Poppins"/>
              </a:rPr>
              <a:t> you want to delete.</a:t>
            </a:r>
          </a:p>
        </p:txBody>
      </p:sp>
      <p:sp>
        <p:nvSpPr>
          <p:cNvPr id="20" name="Google Shape;265;p16" descr="Small square with numeral 1 inside">
            <a:extLst>
              <a:ext uri="{FF2B5EF4-FFF2-40B4-BE49-F238E27FC236}">
                <a16:creationId xmlns:a16="http://schemas.microsoft.com/office/drawing/2014/main" id="{EF5A4C4D-2C5D-13FA-67CF-02768126380E}"/>
              </a:ext>
            </a:extLst>
          </p:cNvPr>
          <p:cNvSpPr txBox="1"/>
          <p:nvPr/>
        </p:nvSpPr>
        <p:spPr>
          <a:xfrm>
            <a:off x="9003551" y="176835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22" name="Google Shape;265;p16" descr="Small square with numeral 1 inside">
            <a:extLst>
              <a:ext uri="{FF2B5EF4-FFF2-40B4-BE49-F238E27FC236}">
                <a16:creationId xmlns:a16="http://schemas.microsoft.com/office/drawing/2014/main" id="{4542DE1E-FE80-911C-C881-0ED6C90782FA}"/>
              </a:ext>
            </a:extLst>
          </p:cNvPr>
          <p:cNvSpPr txBox="1"/>
          <p:nvPr/>
        </p:nvSpPr>
        <p:spPr>
          <a:xfrm>
            <a:off x="9002761" y="232362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
        <p:nvSpPr>
          <p:cNvPr id="28" name="Google Shape;265;p16" descr="Small square with numeral 1 inside">
            <a:extLst>
              <a:ext uri="{FF2B5EF4-FFF2-40B4-BE49-F238E27FC236}">
                <a16:creationId xmlns:a16="http://schemas.microsoft.com/office/drawing/2014/main" id="{00475E31-0191-9BF8-E5E9-09F1A259415C}"/>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31684320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7C1EE3D4-4472-369A-07F3-4E56A8192E1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7B2207E-34F7-467C-C0DC-339C607173E6}"/>
              </a:ext>
            </a:extLst>
          </p:cNvPr>
          <p:cNvPicPr>
            <a:picLocks noChangeAspect="1"/>
          </p:cNvPicPr>
          <p:nvPr/>
        </p:nvPicPr>
        <p:blipFill>
          <a:blip r:embed="rId3"/>
          <a:stretch>
            <a:fillRect/>
          </a:stretch>
        </p:blipFill>
        <p:spPr>
          <a:xfrm>
            <a:off x="996576" y="1849501"/>
            <a:ext cx="7375328" cy="3742999"/>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F249179F-7C61-E03B-9624-52D2A0ACA760}"/>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Delete / Remove a Variant?</a:t>
            </a:r>
            <a:endParaRPr dirty="0"/>
          </a:p>
        </p:txBody>
      </p:sp>
      <p:sp>
        <p:nvSpPr>
          <p:cNvPr id="449" name="Google Shape;449;p9">
            <a:hlinkClick r:id="rId4" action="ppaction://hlinksldjump"/>
            <a:extLst>
              <a:ext uri="{FF2B5EF4-FFF2-40B4-BE49-F238E27FC236}">
                <a16:creationId xmlns:a16="http://schemas.microsoft.com/office/drawing/2014/main" id="{CBFBE3B1-2A11-DC76-63E2-980816AA3680}"/>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cxnSp>
        <p:nvCxnSpPr>
          <p:cNvPr id="4" name="Google Shape;210;p7">
            <a:extLst>
              <a:ext uri="{FF2B5EF4-FFF2-40B4-BE49-F238E27FC236}">
                <a16:creationId xmlns:a16="http://schemas.microsoft.com/office/drawing/2014/main" id="{C55D74A7-BD0A-849C-FEA0-FC5B4F9A8230}"/>
              </a:ext>
            </a:extLst>
          </p:cNvPr>
          <p:cNvCxnSpPr>
            <a:cxnSpLocks/>
          </p:cNvCxnSpPr>
          <p:nvPr/>
        </p:nvCxnSpPr>
        <p:spPr>
          <a:xfrm flipH="1" flipV="1">
            <a:off x="4762498" y="4699877"/>
            <a:ext cx="217185" cy="1"/>
          </a:xfrm>
          <a:prstGeom prst="straightConnector1">
            <a:avLst/>
          </a:prstGeom>
          <a:noFill/>
          <a:ln w="12700" cap="flat" cmpd="sng">
            <a:solidFill>
              <a:srgbClr val="901A8A"/>
            </a:solidFill>
            <a:prstDash val="solid"/>
            <a:round/>
            <a:headEnd type="none" w="sm" len="sm"/>
            <a:tailEnd type="triangle" w="med" len="med"/>
          </a:ln>
        </p:spPr>
      </p:cxnSp>
      <p:sp>
        <p:nvSpPr>
          <p:cNvPr id="5" name="Google Shape;265;p16" descr="Small square with numeral 1 inside">
            <a:extLst>
              <a:ext uri="{FF2B5EF4-FFF2-40B4-BE49-F238E27FC236}">
                <a16:creationId xmlns:a16="http://schemas.microsoft.com/office/drawing/2014/main" id="{D232FAAF-65EA-F3C2-E562-8BDC38423114}"/>
              </a:ext>
            </a:extLst>
          </p:cNvPr>
          <p:cNvSpPr txBox="1"/>
          <p:nvPr/>
        </p:nvSpPr>
        <p:spPr>
          <a:xfrm>
            <a:off x="4996353" y="4578699"/>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7" name="Rectangle 6">
            <a:extLst>
              <a:ext uri="{FF2B5EF4-FFF2-40B4-BE49-F238E27FC236}">
                <a16:creationId xmlns:a16="http://schemas.microsoft.com/office/drawing/2014/main" id="{104C19E9-F920-7824-2D29-AC215675CCA7}"/>
              </a:ext>
            </a:extLst>
          </p:cNvPr>
          <p:cNvSpPr/>
          <p:nvPr/>
        </p:nvSpPr>
        <p:spPr>
          <a:xfrm>
            <a:off x="4624388" y="4600575"/>
            <a:ext cx="119062" cy="200493"/>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sp>
        <p:nvSpPr>
          <p:cNvPr id="9" name="TextBox 8">
            <a:extLst>
              <a:ext uri="{FF2B5EF4-FFF2-40B4-BE49-F238E27FC236}">
                <a16:creationId xmlns:a16="http://schemas.microsoft.com/office/drawing/2014/main" id="{6539C6EF-D1D3-34EB-978D-3386023D569D}"/>
              </a:ext>
            </a:extLst>
          </p:cNvPr>
          <p:cNvSpPr txBox="1"/>
          <p:nvPr/>
        </p:nvSpPr>
        <p:spPr>
          <a:xfrm>
            <a:off x="8975725" y="1449388"/>
            <a:ext cx="2854831" cy="1785104"/>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Click the </a:t>
            </a:r>
            <a:r>
              <a:rPr lang="en-US" sz="1000" b="1" dirty="0">
                <a:latin typeface="Poppins"/>
                <a:ea typeface="Poppins"/>
                <a:cs typeface="Poppins"/>
                <a:sym typeface="Poppins"/>
              </a:rPr>
              <a:t>Variant</a:t>
            </a:r>
            <a:r>
              <a:rPr lang="en-US" sz="1000" dirty="0">
                <a:latin typeface="Poppins"/>
                <a:ea typeface="Poppins"/>
                <a:cs typeface="Poppins"/>
                <a:sym typeface="Poppins"/>
              </a:rPr>
              <a:t> field.</a:t>
            </a:r>
          </a:p>
          <a:p>
            <a:pPr marL="228600" lvl="0" indent="-228600">
              <a:spcBef>
                <a:spcPts val="800"/>
              </a:spcBef>
              <a:buFont typeface="+mj-lt"/>
              <a:buAutoNum type="arabicPeriod"/>
              <a:defRPr/>
            </a:pPr>
            <a:r>
              <a:rPr lang="en-US" sz="1000" dirty="0">
                <a:latin typeface="Poppins"/>
                <a:ea typeface="Poppins"/>
                <a:cs typeface="Poppins"/>
                <a:sym typeface="Poppins"/>
              </a:rPr>
              <a:t>The Variant dropdown menu will appear. Scroll down and click </a:t>
            </a:r>
            <a:r>
              <a:rPr lang="en-US" sz="1000" b="1" dirty="0">
                <a:latin typeface="Poppins"/>
                <a:ea typeface="Poppins"/>
                <a:cs typeface="Poppins"/>
                <a:sym typeface="Poppins"/>
              </a:rPr>
              <a:t>+ Add variant</a:t>
            </a:r>
            <a:r>
              <a:rPr lang="en-US" sz="1000" dirty="0">
                <a:latin typeface="Poppins"/>
                <a:ea typeface="Poppins"/>
                <a:cs typeface="Poppins"/>
                <a:sym typeface="Poppins"/>
              </a:rPr>
              <a:t>.</a:t>
            </a:r>
          </a:p>
          <a:p>
            <a:pPr marL="228600" lvl="0" indent="-228600">
              <a:spcBef>
                <a:spcPts val="800"/>
              </a:spcBef>
              <a:buFont typeface="+mj-lt"/>
              <a:buAutoNum type="arabicPeriod"/>
              <a:defRPr/>
            </a:pPr>
            <a:r>
              <a:rPr lang="en-US" sz="1000" dirty="0">
                <a:latin typeface="Poppins"/>
                <a:ea typeface="Poppins"/>
                <a:cs typeface="Poppins"/>
                <a:sym typeface="Poppins"/>
              </a:rPr>
              <a:t>The Select Variant pop-up modal will appear. Hover over the </a:t>
            </a:r>
            <a:r>
              <a:rPr lang="en-US" sz="1000" b="1" dirty="0">
                <a:latin typeface="Poppins"/>
                <a:ea typeface="Poppins"/>
                <a:cs typeface="Poppins"/>
                <a:sym typeface="Poppins"/>
              </a:rPr>
              <a:t>variant</a:t>
            </a:r>
            <a:r>
              <a:rPr lang="en-US" sz="1000" dirty="0">
                <a:latin typeface="Poppins"/>
                <a:ea typeface="Poppins"/>
                <a:cs typeface="Poppins"/>
                <a:sym typeface="Poppins"/>
              </a:rPr>
              <a:t> you want to delete.</a:t>
            </a:r>
          </a:p>
          <a:p>
            <a:pPr marL="228600" lvl="0" indent="-228600">
              <a:spcBef>
                <a:spcPts val="800"/>
              </a:spcBef>
              <a:buFont typeface="+mj-lt"/>
              <a:buAutoNum type="arabicPeriod"/>
              <a:defRPr/>
            </a:pPr>
            <a:r>
              <a:rPr lang="en-US" sz="1000" dirty="0">
                <a:latin typeface="Poppins"/>
                <a:ea typeface="Poppins"/>
                <a:cs typeface="Poppins"/>
                <a:sym typeface="Poppins"/>
              </a:rPr>
              <a:t>Two options will appear: Edit and Delete. Click the </a:t>
            </a:r>
            <a:r>
              <a:rPr lang="en-US" sz="1000" b="1" dirty="0">
                <a:latin typeface="Poppins"/>
                <a:ea typeface="Poppins"/>
                <a:cs typeface="Poppins"/>
                <a:sym typeface="Poppins"/>
              </a:rPr>
              <a:t>Delete</a:t>
            </a:r>
            <a:r>
              <a:rPr lang="en-US" sz="1000" dirty="0">
                <a:latin typeface="Poppins"/>
                <a:ea typeface="Poppins"/>
                <a:cs typeface="Poppins"/>
                <a:sym typeface="Poppins"/>
              </a:rPr>
              <a:t> </a:t>
            </a:r>
            <a:r>
              <a:rPr lang="en-US" sz="1000" b="1" dirty="0">
                <a:latin typeface="Poppins"/>
                <a:ea typeface="Poppins"/>
                <a:cs typeface="Poppins"/>
                <a:sym typeface="Poppins"/>
              </a:rPr>
              <a:t>icon</a:t>
            </a:r>
            <a:r>
              <a:rPr lang="en-US" sz="1000" dirty="0">
                <a:latin typeface="Poppins"/>
                <a:ea typeface="Poppins"/>
                <a:cs typeface="Poppins"/>
                <a:sym typeface="Poppins"/>
              </a:rPr>
              <a:t>. </a:t>
            </a:r>
          </a:p>
        </p:txBody>
      </p:sp>
      <p:sp>
        <p:nvSpPr>
          <p:cNvPr id="11" name="Google Shape;265;p16" descr="Small square with numeral 1 inside">
            <a:extLst>
              <a:ext uri="{FF2B5EF4-FFF2-40B4-BE49-F238E27FC236}">
                <a16:creationId xmlns:a16="http://schemas.microsoft.com/office/drawing/2014/main" id="{3611227F-D0ED-4422-CFC7-A2FCAC187E53}"/>
              </a:ext>
            </a:extLst>
          </p:cNvPr>
          <p:cNvSpPr txBox="1"/>
          <p:nvPr/>
        </p:nvSpPr>
        <p:spPr>
          <a:xfrm>
            <a:off x="9003551" y="176835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15" name="Google Shape;265;p16" descr="Small square with numeral 1 inside">
            <a:extLst>
              <a:ext uri="{FF2B5EF4-FFF2-40B4-BE49-F238E27FC236}">
                <a16:creationId xmlns:a16="http://schemas.microsoft.com/office/drawing/2014/main" id="{B101B980-7494-28D9-CEDC-D10AAA45FB4E}"/>
              </a:ext>
            </a:extLst>
          </p:cNvPr>
          <p:cNvSpPr txBox="1"/>
          <p:nvPr/>
        </p:nvSpPr>
        <p:spPr>
          <a:xfrm>
            <a:off x="9002761" y="232362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
        <p:nvSpPr>
          <p:cNvPr id="22" name="Google Shape;265;p16" descr="Small square with numeral 1 inside">
            <a:extLst>
              <a:ext uri="{FF2B5EF4-FFF2-40B4-BE49-F238E27FC236}">
                <a16:creationId xmlns:a16="http://schemas.microsoft.com/office/drawing/2014/main" id="{BABF74FD-670F-64B4-B258-74541FFB24BB}"/>
              </a:ext>
            </a:extLst>
          </p:cNvPr>
          <p:cNvSpPr txBox="1"/>
          <p:nvPr/>
        </p:nvSpPr>
        <p:spPr>
          <a:xfrm>
            <a:off x="9003555" y="288196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27" name="Google Shape;265;p16" descr="Small square with numeral 1 inside">
            <a:extLst>
              <a:ext uri="{FF2B5EF4-FFF2-40B4-BE49-F238E27FC236}">
                <a16:creationId xmlns:a16="http://schemas.microsoft.com/office/drawing/2014/main" id="{1EAE2CB5-D9FF-3E49-FA19-D6DAACF5DF95}"/>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16475794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34">
          <a:extLst>
            <a:ext uri="{FF2B5EF4-FFF2-40B4-BE49-F238E27FC236}">
              <a16:creationId xmlns:a16="http://schemas.microsoft.com/office/drawing/2014/main" id="{43E0FFD3-BFD4-6240-731D-B49D5613A56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9D142C6-A42B-3F81-FB0A-8818BDE2E439}"/>
              </a:ext>
            </a:extLst>
          </p:cNvPr>
          <p:cNvPicPr>
            <a:picLocks noChangeAspect="1"/>
          </p:cNvPicPr>
          <p:nvPr/>
        </p:nvPicPr>
        <p:blipFill>
          <a:blip r:embed="rId3"/>
          <a:stretch>
            <a:fillRect/>
          </a:stretch>
        </p:blipFill>
        <p:spPr>
          <a:xfrm>
            <a:off x="996576" y="1840094"/>
            <a:ext cx="7371375" cy="3739046"/>
          </a:xfrm>
          <a:prstGeom prst="rect">
            <a:avLst/>
          </a:prstGeom>
          <a:effectLst>
            <a:outerShdw blurRad="63500" sx="102000" sy="102000" algn="ctr" rotWithShape="0">
              <a:prstClr val="black">
                <a:alpha val="40000"/>
              </a:prstClr>
            </a:outerShdw>
          </a:effectLst>
        </p:spPr>
      </p:pic>
      <p:sp>
        <p:nvSpPr>
          <p:cNvPr id="435" name="Google Shape;435;p9">
            <a:extLst>
              <a:ext uri="{FF2B5EF4-FFF2-40B4-BE49-F238E27FC236}">
                <a16:creationId xmlns:a16="http://schemas.microsoft.com/office/drawing/2014/main" id="{0370ADEF-33AF-AC82-3CE1-492D2040E985}"/>
              </a:ext>
            </a:extLst>
          </p:cNvPr>
          <p:cNvSpPr txBox="1">
            <a:spLocks noGrp="1"/>
          </p:cNvSpPr>
          <p:nvPr>
            <p:ph type="title"/>
          </p:nvPr>
        </p:nvSpPr>
        <p:spPr>
          <a:xfrm>
            <a:off x="521208" y="448056"/>
            <a:ext cx="11309348" cy="640080"/>
          </a:xfrm>
          <a:prstGeom prst="rect">
            <a:avLst/>
          </a:prstGeom>
          <a:solidFill>
            <a:srgbClr val="901A8A"/>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rmAutofit/>
          </a:bodyPr>
          <a:lstStyle/>
          <a:p>
            <a:pPr lvl="0">
              <a:buSzPts val="2800"/>
            </a:pPr>
            <a:r>
              <a:rPr lang="en-US" dirty="0"/>
              <a:t>How do I Delete / Remove a Variant?</a:t>
            </a:r>
            <a:endParaRPr dirty="0"/>
          </a:p>
        </p:txBody>
      </p:sp>
      <p:sp>
        <p:nvSpPr>
          <p:cNvPr id="449" name="Google Shape;449;p9">
            <a:hlinkClick r:id="rId4" action="ppaction://hlinksldjump"/>
            <a:extLst>
              <a:ext uri="{FF2B5EF4-FFF2-40B4-BE49-F238E27FC236}">
                <a16:creationId xmlns:a16="http://schemas.microsoft.com/office/drawing/2014/main" id="{5C564B51-4774-8EAC-B42A-928BB2081A99}"/>
              </a:ext>
            </a:extLst>
          </p:cNvPr>
          <p:cNvSpPr/>
          <p:nvPr/>
        </p:nvSpPr>
        <p:spPr>
          <a:xfrm>
            <a:off x="10219717" y="572355"/>
            <a:ext cx="1509846" cy="353052"/>
          </a:xfrm>
          <a:prstGeom prst="roundRect">
            <a:avLst>
              <a:gd name="adj" fmla="val 16667"/>
            </a:avLst>
          </a:prstGeom>
          <a:solidFill>
            <a:schemeClr val="lt1"/>
          </a:solidFill>
          <a:ln w="12700" cap="flat" cmpd="sng">
            <a:solidFill>
              <a:srgbClr val="AB44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chemeClr val="dk1"/>
                </a:solidFill>
                <a:latin typeface="Poppins"/>
                <a:ea typeface="Poppins"/>
                <a:cs typeface="Poppins"/>
                <a:sym typeface="Poppins"/>
              </a:rPr>
              <a:t>Table of Contents</a:t>
            </a:r>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D0B3BA2C-8D00-B9B0-9710-1E4DCB417909}"/>
              </a:ext>
            </a:extLst>
          </p:cNvPr>
          <p:cNvSpPr/>
          <p:nvPr/>
        </p:nvSpPr>
        <p:spPr>
          <a:xfrm>
            <a:off x="4526756" y="4996809"/>
            <a:ext cx="252413" cy="130020"/>
          </a:xfrm>
          <a:prstGeom prst="rect">
            <a:avLst/>
          </a:prstGeom>
          <a:noFill/>
          <a:ln w="19050">
            <a:solidFill>
              <a:srgbClr val="901A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n>
                <a:solidFill>
                  <a:schemeClr val="tx1"/>
                </a:solidFill>
              </a:ln>
              <a:noFill/>
            </a:endParaRPr>
          </a:p>
        </p:txBody>
      </p:sp>
      <p:cxnSp>
        <p:nvCxnSpPr>
          <p:cNvPr id="5" name="Google Shape;210;p7">
            <a:extLst>
              <a:ext uri="{FF2B5EF4-FFF2-40B4-BE49-F238E27FC236}">
                <a16:creationId xmlns:a16="http://schemas.microsoft.com/office/drawing/2014/main" id="{77E2AFED-3A7D-608A-9971-2C853F663A78}"/>
              </a:ext>
            </a:extLst>
          </p:cNvPr>
          <p:cNvCxnSpPr>
            <a:cxnSpLocks/>
          </p:cNvCxnSpPr>
          <p:nvPr/>
        </p:nvCxnSpPr>
        <p:spPr>
          <a:xfrm flipH="1">
            <a:off x="4798217" y="5059911"/>
            <a:ext cx="217185" cy="1"/>
          </a:xfrm>
          <a:prstGeom prst="straightConnector1">
            <a:avLst/>
          </a:prstGeom>
          <a:noFill/>
          <a:ln w="12700" cap="flat" cmpd="sng">
            <a:solidFill>
              <a:srgbClr val="901A8A"/>
            </a:solidFill>
            <a:prstDash val="solid"/>
            <a:round/>
            <a:headEnd type="none" w="sm" len="sm"/>
            <a:tailEnd type="triangle" w="med" len="med"/>
          </a:ln>
        </p:spPr>
      </p:cxnSp>
      <p:sp>
        <p:nvSpPr>
          <p:cNvPr id="6" name="Google Shape;265;p16" descr="Small square with numeral 1 inside">
            <a:extLst>
              <a:ext uri="{FF2B5EF4-FFF2-40B4-BE49-F238E27FC236}">
                <a16:creationId xmlns:a16="http://schemas.microsoft.com/office/drawing/2014/main" id="{4CC9D2B7-4D60-7981-4884-64A32BDDA7E5}"/>
              </a:ext>
            </a:extLst>
          </p:cNvPr>
          <p:cNvSpPr txBox="1"/>
          <p:nvPr/>
        </p:nvSpPr>
        <p:spPr>
          <a:xfrm>
            <a:off x="5028326" y="493920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8" name="TextBox 7">
            <a:extLst>
              <a:ext uri="{FF2B5EF4-FFF2-40B4-BE49-F238E27FC236}">
                <a16:creationId xmlns:a16="http://schemas.microsoft.com/office/drawing/2014/main" id="{A6C9B249-9DA3-952D-5EBB-D9258FFB4802}"/>
              </a:ext>
            </a:extLst>
          </p:cNvPr>
          <p:cNvSpPr txBox="1"/>
          <p:nvPr/>
        </p:nvSpPr>
        <p:spPr>
          <a:xfrm>
            <a:off x="8975725" y="1449388"/>
            <a:ext cx="2854831" cy="2349361"/>
          </a:xfrm>
          <a:prstGeom prst="rect">
            <a:avLst/>
          </a:prstGeom>
          <a:noFill/>
        </p:spPr>
        <p:txBody>
          <a:bodyPr wrap="square">
            <a:spAutoFit/>
          </a:bodyPr>
          <a:lstStyle/>
          <a:p>
            <a:pPr marL="228600" lvl="0" indent="-228600">
              <a:spcBef>
                <a:spcPts val="800"/>
              </a:spcBef>
              <a:buFont typeface="+mj-lt"/>
              <a:buAutoNum type="arabicPeriod"/>
              <a:defRPr/>
            </a:pPr>
            <a:r>
              <a:rPr lang="en-US" sz="1000" dirty="0">
                <a:latin typeface="Poppins"/>
                <a:ea typeface="Poppins"/>
                <a:cs typeface="Poppins"/>
                <a:sym typeface="Poppins"/>
              </a:rPr>
              <a:t>Click the </a:t>
            </a:r>
            <a:r>
              <a:rPr lang="en-US" sz="1000" b="1" dirty="0">
                <a:latin typeface="Poppins"/>
                <a:ea typeface="Poppins"/>
                <a:cs typeface="Poppins"/>
                <a:sym typeface="Poppins"/>
              </a:rPr>
              <a:t>Variant</a:t>
            </a:r>
            <a:r>
              <a:rPr lang="en-US" sz="1000" dirty="0">
                <a:latin typeface="Poppins"/>
                <a:ea typeface="Poppins"/>
                <a:cs typeface="Poppins"/>
                <a:sym typeface="Poppins"/>
              </a:rPr>
              <a:t> field.</a:t>
            </a:r>
          </a:p>
          <a:p>
            <a:pPr marL="228600" lvl="0" indent="-228600">
              <a:spcBef>
                <a:spcPts val="800"/>
              </a:spcBef>
              <a:buFont typeface="+mj-lt"/>
              <a:buAutoNum type="arabicPeriod"/>
              <a:defRPr/>
            </a:pPr>
            <a:r>
              <a:rPr lang="en-US" sz="1000" dirty="0">
                <a:latin typeface="Poppins"/>
                <a:ea typeface="Poppins"/>
                <a:cs typeface="Poppins"/>
                <a:sym typeface="Poppins"/>
              </a:rPr>
              <a:t>The Variant dropdown menu will appear. Scroll down and click </a:t>
            </a:r>
            <a:r>
              <a:rPr lang="en-US" sz="1000" b="1" dirty="0">
                <a:latin typeface="Poppins"/>
                <a:ea typeface="Poppins"/>
                <a:cs typeface="Poppins"/>
                <a:sym typeface="Poppins"/>
              </a:rPr>
              <a:t>+ Add variant</a:t>
            </a:r>
            <a:r>
              <a:rPr lang="en-US" sz="1000" dirty="0">
                <a:latin typeface="Poppins"/>
                <a:ea typeface="Poppins"/>
                <a:cs typeface="Poppins"/>
                <a:sym typeface="Poppins"/>
              </a:rPr>
              <a:t>.</a:t>
            </a:r>
          </a:p>
          <a:p>
            <a:pPr marL="228600" lvl="0" indent="-228600">
              <a:spcBef>
                <a:spcPts val="800"/>
              </a:spcBef>
              <a:buFont typeface="+mj-lt"/>
              <a:buAutoNum type="arabicPeriod"/>
              <a:defRPr/>
            </a:pPr>
            <a:r>
              <a:rPr lang="en-US" sz="1000" dirty="0">
                <a:latin typeface="Poppins"/>
                <a:ea typeface="Poppins"/>
                <a:cs typeface="Poppins"/>
                <a:sym typeface="Poppins"/>
              </a:rPr>
              <a:t>The Select Variant pop-up modal will appear. Hover over the </a:t>
            </a:r>
            <a:r>
              <a:rPr lang="en-US" sz="1000" b="1" dirty="0">
                <a:latin typeface="Poppins"/>
                <a:ea typeface="Poppins"/>
                <a:cs typeface="Poppins"/>
                <a:sym typeface="Poppins"/>
              </a:rPr>
              <a:t>variant</a:t>
            </a:r>
            <a:r>
              <a:rPr lang="en-US" sz="1000" dirty="0">
                <a:latin typeface="Poppins"/>
                <a:ea typeface="Poppins"/>
                <a:cs typeface="Poppins"/>
                <a:sym typeface="Poppins"/>
              </a:rPr>
              <a:t> you want to delete.</a:t>
            </a:r>
          </a:p>
          <a:p>
            <a:pPr marL="228600" lvl="0" indent="-228600">
              <a:spcBef>
                <a:spcPts val="800"/>
              </a:spcBef>
              <a:buFont typeface="+mj-lt"/>
              <a:buAutoNum type="arabicPeriod"/>
              <a:defRPr/>
            </a:pPr>
            <a:r>
              <a:rPr lang="en-US" sz="1000" dirty="0">
                <a:latin typeface="Poppins"/>
                <a:ea typeface="Poppins"/>
                <a:cs typeface="Poppins"/>
                <a:sym typeface="Poppins"/>
              </a:rPr>
              <a:t>Two options will appear: Edit and Delete. Click the </a:t>
            </a:r>
            <a:r>
              <a:rPr lang="en-US" sz="1000" b="1" dirty="0">
                <a:latin typeface="Poppins"/>
                <a:ea typeface="Poppins"/>
                <a:cs typeface="Poppins"/>
                <a:sym typeface="Poppins"/>
              </a:rPr>
              <a:t>Delete</a:t>
            </a:r>
            <a:r>
              <a:rPr lang="en-US" sz="1000" dirty="0">
                <a:latin typeface="Poppins"/>
                <a:ea typeface="Poppins"/>
                <a:cs typeface="Poppins"/>
                <a:sym typeface="Poppins"/>
              </a:rPr>
              <a:t> </a:t>
            </a:r>
            <a:r>
              <a:rPr lang="en-US" sz="1000" b="1" dirty="0">
                <a:latin typeface="Poppins"/>
                <a:ea typeface="Poppins"/>
                <a:cs typeface="Poppins"/>
                <a:sym typeface="Poppins"/>
              </a:rPr>
              <a:t>icon</a:t>
            </a:r>
            <a:r>
              <a:rPr lang="en-US" sz="1000" dirty="0">
                <a:latin typeface="Poppins"/>
                <a:ea typeface="Poppins"/>
                <a:cs typeface="Poppins"/>
                <a:sym typeface="Poppins"/>
              </a:rPr>
              <a:t>. </a:t>
            </a:r>
          </a:p>
          <a:p>
            <a:pPr marL="228600" indent="-228600">
              <a:spcBef>
                <a:spcPts val="800"/>
              </a:spcBef>
              <a:buFont typeface="+mj-lt"/>
              <a:buAutoNum type="arabicPeriod"/>
              <a:defRPr/>
            </a:pPr>
            <a:r>
              <a:rPr lang="en-US" sz="1000" dirty="0">
                <a:latin typeface="Poppins"/>
                <a:ea typeface="Poppins"/>
                <a:cs typeface="Poppins"/>
                <a:sym typeface="Poppins"/>
              </a:rPr>
              <a:t>A confirmation message will appear. Click </a:t>
            </a:r>
            <a:r>
              <a:rPr lang="en-US" sz="1000" b="1" dirty="0">
                <a:latin typeface="Poppins"/>
                <a:ea typeface="Poppins"/>
                <a:cs typeface="Poppins"/>
                <a:sym typeface="Poppins"/>
              </a:rPr>
              <a:t>Delete</a:t>
            </a:r>
            <a:r>
              <a:rPr lang="en-US" sz="1000" dirty="0">
                <a:latin typeface="Poppins"/>
                <a:ea typeface="Poppins"/>
                <a:cs typeface="Poppins"/>
                <a:sym typeface="Poppins"/>
              </a:rPr>
              <a:t> to delete / remove the variant. </a:t>
            </a:r>
          </a:p>
        </p:txBody>
      </p:sp>
      <p:sp>
        <p:nvSpPr>
          <p:cNvPr id="11" name="Google Shape;265;p16" descr="Small square with numeral 1 inside">
            <a:extLst>
              <a:ext uri="{FF2B5EF4-FFF2-40B4-BE49-F238E27FC236}">
                <a16:creationId xmlns:a16="http://schemas.microsoft.com/office/drawing/2014/main" id="{A484F62E-393B-AAE9-B460-8590C6A6569A}"/>
              </a:ext>
            </a:extLst>
          </p:cNvPr>
          <p:cNvSpPr txBox="1"/>
          <p:nvPr/>
        </p:nvSpPr>
        <p:spPr>
          <a:xfrm>
            <a:off x="9003551" y="1768354"/>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2</a:t>
            </a:r>
            <a:endParaRPr sz="1000" b="1" i="0" u="none" strike="noStrike" cap="none">
              <a:solidFill>
                <a:schemeClr val="lt1"/>
              </a:solidFill>
              <a:latin typeface="Poppins"/>
              <a:ea typeface="Poppins"/>
              <a:cs typeface="Poppins"/>
              <a:sym typeface="Poppins"/>
            </a:endParaRPr>
          </a:p>
        </p:txBody>
      </p:sp>
      <p:sp>
        <p:nvSpPr>
          <p:cNvPr id="13" name="Google Shape;265;p16" descr="Small square with numeral 1 inside">
            <a:extLst>
              <a:ext uri="{FF2B5EF4-FFF2-40B4-BE49-F238E27FC236}">
                <a16:creationId xmlns:a16="http://schemas.microsoft.com/office/drawing/2014/main" id="{D8839A93-3D37-1500-945F-EBDB8B3AA202}"/>
              </a:ext>
            </a:extLst>
          </p:cNvPr>
          <p:cNvSpPr txBox="1"/>
          <p:nvPr/>
        </p:nvSpPr>
        <p:spPr>
          <a:xfrm>
            <a:off x="9002761" y="2323622"/>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a:solidFill>
                  <a:schemeClr val="lt1"/>
                </a:solidFill>
                <a:latin typeface="Poppins"/>
                <a:ea typeface="Poppins"/>
                <a:cs typeface="Poppins"/>
                <a:sym typeface="Poppins"/>
              </a:rPr>
              <a:t>3</a:t>
            </a:r>
            <a:endParaRPr sz="1000" b="1" i="0" u="none" strike="noStrike" cap="none">
              <a:solidFill>
                <a:schemeClr val="lt1"/>
              </a:solidFill>
              <a:latin typeface="Poppins"/>
              <a:ea typeface="Poppins"/>
              <a:cs typeface="Poppins"/>
              <a:sym typeface="Poppins"/>
            </a:endParaRPr>
          </a:p>
        </p:txBody>
      </p:sp>
      <p:sp>
        <p:nvSpPr>
          <p:cNvPr id="16" name="Google Shape;265;p16" descr="Small square with numeral 1 inside">
            <a:extLst>
              <a:ext uri="{FF2B5EF4-FFF2-40B4-BE49-F238E27FC236}">
                <a16:creationId xmlns:a16="http://schemas.microsoft.com/office/drawing/2014/main" id="{DF083FFB-332D-7267-DEAE-181D8D17A1BD}"/>
              </a:ext>
            </a:extLst>
          </p:cNvPr>
          <p:cNvSpPr txBox="1"/>
          <p:nvPr/>
        </p:nvSpPr>
        <p:spPr>
          <a:xfrm>
            <a:off x="9003555" y="2881961"/>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4</a:t>
            </a:r>
            <a:endParaRPr sz="1000" b="1" i="0" u="none" strike="noStrike" cap="none" dirty="0">
              <a:solidFill>
                <a:schemeClr val="lt1"/>
              </a:solidFill>
              <a:latin typeface="Poppins"/>
              <a:ea typeface="Poppins"/>
              <a:cs typeface="Poppins"/>
              <a:sym typeface="Poppins"/>
            </a:endParaRPr>
          </a:p>
        </p:txBody>
      </p:sp>
      <p:sp>
        <p:nvSpPr>
          <p:cNvPr id="21" name="Google Shape;265;p16" descr="Small square with numeral 1 inside">
            <a:extLst>
              <a:ext uri="{FF2B5EF4-FFF2-40B4-BE49-F238E27FC236}">
                <a16:creationId xmlns:a16="http://schemas.microsoft.com/office/drawing/2014/main" id="{A55E1DD8-2C9A-2376-6036-97A74C3B8522}"/>
              </a:ext>
            </a:extLst>
          </p:cNvPr>
          <p:cNvSpPr txBox="1"/>
          <p:nvPr/>
        </p:nvSpPr>
        <p:spPr>
          <a:xfrm>
            <a:off x="9003552" y="3291515"/>
            <a:ext cx="224583" cy="246181"/>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5</a:t>
            </a:r>
            <a:endParaRPr sz="1000" b="1" i="0" u="none" strike="noStrike" cap="none" dirty="0">
              <a:solidFill>
                <a:schemeClr val="lt1"/>
              </a:solidFill>
              <a:latin typeface="Poppins"/>
              <a:ea typeface="Poppins"/>
              <a:cs typeface="Poppins"/>
              <a:sym typeface="Poppins"/>
            </a:endParaRPr>
          </a:p>
        </p:txBody>
      </p:sp>
      <p:sp>
        <p:nvSpPr>
          <p:cNvPr id="27" name="Google Shape;265;p16" descr="Small square with numeral 1 inside">
            <a:extLst>
              <a:ext uri="{FF2B5EF4-FFF2-40B4-BE49-F238E27FC236}">
                <a16:creationId xmlns:a16="http://schemas.microsoft.com/office/drawing/2014/main" id="{2253598C-74D7-7783-120C-23A685526F8A}"/>
              </a:ext>
            </a:extLst>
          </p:cNvPr>
          <p:cNvSpPr txBox="1"/>
          <p:nvPr/>
        </p:nvSpPr>
        <p:spPr>
          <a:xfrm>
            <a:off x="9003555" y="1433666"/>
            <a:ext cx="224583" cy="246180"/>
          </a:xfrm>
          <a:prstGeom prst="rect">
            <a:avLst/>
          </a:prstGeom>
          <a:solidFill>
            <a:srgbClr val="901A8A"/>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000" b="1" i="0" u="none" strike="noStrike" cap="none" dirty="0">
                <a:solidFill>
                  <a:schemeClr val="lt1"/>
                </a:solidFill>
                <a:latin typeface="Poppins"/>
                <a:ea typeface="Poppins"/>
                <a:cs typeface="Poppins"/>
                <a:sym typeface="Poppins"/>
              </a:rPr>
              <a:t>1</a:t>
            </a:r>
            <a:endParaRPr sz="1000" b="1" i="0" u="none" strike="noStrike" cap="none"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3933517964"/>
      </p:ext>
    </p:extLst>
  </p:cSld>
  <p:clrMapOvr>
    <a:masterClrMapping/>
  </p:clrMapOvr>
</p:sld>
</file>

<file path=ppt/theme/theme1.xml><?xml version="1.0" encoding="utf-8"?>
<a:theme xmlns:a="http://schemas.openxmlformats.org/drawingml/2006/main"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king Templates Accessible">
  <a:themeElements>
    <a:clrScheme name="Custom 9">
      <a:dk1>
        <a:srgbClr val="000000"/>
      </a:dk1>
      <a:lt1>
        <a:srgbClr val="FFFFFF"/>
      </a:lt1>
      <a:dk2>
        <a:srgbClr val="44546A"/>
      </a:dk2>
      <a:lt2>
        <a:srgbClr val="E7E6E6"/>
      </a:lt2>
      <a:accent1>
        <a:srgbClr val="5B9BD5"/>
      </a:accent1>
      <a:accent2>
        <a:srgbClr val="D83B01"/>
      </a:accent2>
      <a:accent3>
        <a:srgbClr val="A5A5A5"/>
      </a:accent3>
      <a:accent4>
        <a:srgbClr val="FFC000"/>
      </a:accent4>
      <a:accent5>
        <a:srgbClr val="4472C4"/>
      </a:accent5>
      <a:accent6>
        <a:srgbClr val="70AD47"/>
      </a:accent6>
      <a:hlink>
        <a:srgbClr val="034A90"/>
      </a:hlink>
      <a:folHlink>
        <a:srgbClr val="6F3B5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18674</TotalTime>
  <Words>5758</Words>
  <Application>Microsoft Office PowerPoint</Application>
  <PresentationFormat>Widescreen</PresentationFormat>
  <Paragraphs>970</Paragraphs>
  <Slides>64</Slides>
  <Notes>64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64</vt:i4>
      </vt:variant>
    </vt:vector>
  </HeadingPairs>
  <TitlesOfParts>
    <vt:vector size="72" baseType="lpstr">
      <vt:lpstr>Arial</vt:lpstr>
      <vt:lpstr>Quattrocento Sans</vt:lpstr>
      <vt:lpstr>Calibri</vt:lpstr>
      <vt:lpstr>Poppins</vt:lpstr>
      <vt:lpstr>Twentieth Century</vt:lpstr>
      <vt:lpstr>Cambria</vt:lpstr>
      <vt:lpstr>Integral</vt:lpstr>
      <vt:lpstr>Making Templates Accessible</vt:lpstr>
      <vt:lpstr>IMPRINT User Guide</vt:lpstr>
      <vt:lpstr>Table of Contents</vt:lpstr>
      <vt:lpstr>Table of Contents</vt:lpstr>
      <vt:lpstr>Table of Contents</vt:lpstr>
      <vt:lpstr>Table of Contents</vt:lpstr>
      <vt:lpstr>Table of Contents</vt:lpstr>
      <vt:lpstr>Introduction</vt:lpstr>
      <vt:lpstr>How do I add an IMPRINT component to a survey?</vt:lpstr>
      <vt:lpstr>How do I add an IMPRINT component to a survey?</vt:lpstr>
      <vt:lpstr>How do I add an IMPRINT component to a survey?</vt:lpstr>
      <vt:lpstr>How do I add an IMPRINT component to a survey?</vt:lpstr>
      <vt:lpstr>How do I add an IMPRINT component to a survey?</vt:lpstr>
      <vt:lpstr>How do I add an IMPRINT component to a survey?</vt:lpstr>
      <vt:lpstr>Understanding the IMPRINT live editor</vt:lpstr>
      <vt:lpstr>Understanding the IMPRINT live editor</vt:lpstr>
      <vt:lpstr>Understanding the IMPRINT live editor</vt:lpstr>
      <vt:lpstr>Understanding the Products Side Panel (Main Round)</vt:lpstr>
      <vt:lpstr>Understanding the Products Side Panel (Practice Round)</vt:lpstr>
      <vt:lpstr>Understanding the Gallery pop-up modal</vt:lpstr>
      <vt:lpstr>Understanding the Gallery pop-up modal</vt:lpstr>
      <vt:lpstr>Understanding the Add images to the gallery pop-up modal</vt:lpstr>
      <vt:lpstr>Understanding the New Products pop-up modal </vt:lpstr>
      <vt:lpstr>Understanding the New Products pop-up modal </vt:lpstr>
      <vt:lpstr>Understanding the Edit pop-up modal</vt:lpstr>
      <vt:lpstr>Understanding the Select Category pop-up modal </vt:lpstr>
      <vt:lpstr>Understanding the Select Variant pop-up modal </vt:lpstr>
      <vt:lpstr>How do I Add a New Category?</vt:lpstr>
      <vt:lpstr>How do I Add a New Category?</vt:lpstr>
      <vt:lpstr>How do I Add a New Category?</vt:lpstr>
      <vt:lpstr>How do I Add a New Category?</vt:lpstr>
      <vt:lpstr>How do I Add a New Category?</vt:lpstr>
      <vt:lpstr>How do I Select a Category?</vt:lpstr>
      <vt:lpstr>How do I Select a Category?</vt:lpstr>
      <vt:lpstr>How do I Select a Category?</vt:lpstr>
      <vt:lpstr>How do I Edit a Category?</vt:lpstr>
      <vt:lpstr>How do I Edit a Category?</vt:lpstr>
      <vt:lpstr>How do I Edit a Category?</vt:lpstr>
      <vt:lpstr>How do I Edit a Category?</vt:lpstr>
      <vt:lpstr>How do I Edit a Category?</vt:lpstr>
      <vt:lpstr>How do I Edit a Category?</vt:lpstr>
      <vt:lpstr>How do I Delete / Remove a Category?</vt:lpstr>
      <vt:lpstr>How do I Delete / Remove a Category?</vt:lpstr>
      <vt:lpstr>How do I Delete / Remove a Category?</vt:lpstr>
      <vt:lpstr>How do I Delete / Remove a Category?</vt:lpstr>
      <vt:lpstr>How do I Delete / Remove a Category?</vt:lpstr>
      <vt:lpstr>How do I Add a New Variant?</vt:lpstr>
      <vt:lpstr>How do I Add a New Variant?</vt:lpstr>
      <vt:lpstr>How do I Add a New Variant?</vt:lpstr>
      <vt:lpstr>How do I Add a New Variant?</vt:lpstr>
      <vt:lpstr>How do I Add a New Variant?</vt:lpstr>
      <vt:lpstr>How do I Select a Variant?</vt:lpstr>
      <vt:lpstr>How do I Select a Variant?</vt:lpstr>
      <vt:lpstr>How do I Select a Variant?</vt:lpstr>
      <vt:lpstr>How do I Edit a Variant?</vt:lpstr>
      <vt:lpstr>How do I Edit a Variant?</vt:lpstr>
      <vt:lpstr>How do I Edit a Variant?</vt:lpstr>
      <vt:lpstr>How do I Edit a Variant?</vt:lpstr>
      <vt:lpstr>How do I Edit a Variant?</vt:lpstr>
      <vt:lpstr>How do I Edit a Variant?</vt:lpstr>
      <vt:lpstr>How do I Delete / Remove a Variant?</vt:lpstr>
      <vt:lpstr>How do I Delete / Remove a Variant?</vt:lpstr>
      <vt:lpstr>How do I Delete / Remove a Variant?</vt:lpstr>
      <vt:lpstr>How do I Delete / Remove a Variant?</vt:lpstr>
      <vt:lpstr>How do I Delete / Remove a Variant?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Walt Jazley Obrador</dc:creator>
  <cp:lastModifiedBy>749</cp:lastModifiedBy>
  <cp:revision>64</cp:revision>
  <dcterms:created xsi:type="dcterms:W3CDTF">2021-01-01T17:42:37Z</dcterms:created>
  <dcterms:modified xsi:type="dcterms:W3CDTF">2026-10-07T14:15:05Z</dcterms:modified>
</cp:coreProperties>
</file>